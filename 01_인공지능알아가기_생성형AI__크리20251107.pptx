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media/image15.jpg" ContentType="image/png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3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565" r:id="rId3"/>
    <p:sldId id="566" r:id="rId4"/>
    <p:sldId id="1103" r:id="rId5"/>
    <p:sldId id="1102" r:id="rId6"/>
    <p:sldId id="264" r:id="rId7"/>
    <p:sldId id="3099" r:id="rId8"/>
    <p:sldId id="269" r:id="rId9"/>
    <p:sldId id="1088" r:id="rId10"/>
    <p:sldId id="1089" r:id="rId11"/>
    <p:sldId id="333" r:id="rId12"/>
    <p:sldId id="1091" r:id="rId13"/>
    <p:sldId id="330" r:id="rId14"/>
    <p:sldId id="1098" r:id="rId15"/>
    <p:sldId id="267" r:id="rId16"/>
    <p:sldId id="270" r:id="rId17"/>
    <p:sldId id="314" r:id="rId18"/>
    <p:sldId id="1104" r:id="rId19"/>
    <p:sldId id="367" r:id="rId20"/>
    <p:sldId id="368" r:id="rId21"/>
    <p:sldId id="1094" r:id="rId22"/>
    <p:sldId id="567" r:id="rId23"/>
    <p:sldId id="1126" r:id="rId24"/>
    <p:sldId id="1127" r:id="rId25"/>
    <p:sldId id="3035" r:id="rId26"/>
    <p:sldId id="3073" r:id="rId27"/>
    <p:sldId id="3082" r:id="rId28"/>
    <p:sldId id="3087" r:id="rId29"/>
    <p:sldId id="1139" r:id="rId30"/>
    <p:sldId id="3088" r:id="rId31"/>
    <p:sldId id="3085" r:id="rId32"/>
    <p:sldId id="3086" r:id="rId33"/>
    <p:sldId id="3089" r:id="rId34"/>
    <p:sldId id="3090" r:id="rId35"/>
    <p:sldId id="3091" r:id="rId36"/>
    <p:sldId id="3092" r:id="rId37"/>
    <p:sldId id="3095" r:id="rId38"/>
    <p:sldId id="3096" r:id="rId39"/>
    <p:sldId id="3097" r:id="rId40"/>
    <p:sldId id="3098" r:id="rId41"/>
    <p:sldId id="3093" r:id="rId42"/>
    <p:sldId id="3094" r:id="rId43"/>
    <p:sldId id="268" r:id="rId44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90" autoAdjust="0"/>
    <p:restoredTop sz="94660"/>
  </p:normalViewPr>
  <p:slideViewPr>
    <p:cSldViewPr>
      <p:cViewPr varScale="1">
        <p:scale>
          <a:sx n="141" d="100"/>
          <a:sy n="141" d="100"/>
        </p:scale>
        <p:origin x="418" y="86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image" Target="../media/image13.jpg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hyperlink" Target="https://claude.ai/" TargetMode="External"/><Relationship Id="rId13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12" Type="http://schemas.openxmlformats.org/officeDocument/2006/relationships/hyperlink" Target="https://copilot.microsoft.com/" TargetMode="External"/><Relationship Id="rId2" Type="http://schemas.openxmlformats.org/officeDocument/2006/relationships/hyperlink" Target="https://chatgpt.com/" TargetMode="External"/><Relationship Id="rId16" Type="http://schemas.openxmlformats.org/officeDocument/2006/relationships/hyperlink" Target="https://www.prpt.ai/" TargetMode="External"/><Relationship Id="rId1" Type="http://schemas.openxmlformats.org/officeDocument/2006/relationships/image" Target="../media/image69.png"/><Relationship Id="rId6" Type="http://schemas.openxmlformats.org/officeDocument/2006/relationships/hyperlink" Target="https://wrtn.ai/" TargetMode="External"/><Relationship Id="rId11" Type="http://schemas.openxmlformats.org/officeDocument/2006/relationships/image" Target="../media/image74.png"/><Relationship Id="rId5" Type="http://schemas.openxmlformats.org/officeDocument/2006/relationships/image" Target="../media/image71.png"/><Relationship Id="rId15" Type="http://schemas.openxmlformats.org/officeDocument/2006/relationships/image" Target="../media/image76.png"/><Relationship Id="rId10" Type="http://schemas.openxmlformats.org/officeDocument/2006/relationships/hyperlink" Target="https://www.perplexity.ai/" TargetMode="External"/><Relationship Id="rId4" Type="http://schemas.openxmlformats.org/officeDocument/2006/relationships/hyperlink" Target="https://gemini.google.com/app" TargetMode="External"/><Relationship Id="rId9" Type="http://schemas.openxmlformats.org/officeDocument/2006/relationships/image" Target="../media/image73.png"/><Relationship Id="rId14" Type="http://schemas.openxmlformats.org/officeDocument/2006/relationships/hyperlink" Target="https://clova-x.naver.com/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image" Target="../media/image13.jpg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D8AFCC-8390-4797-AB18-E0F1AACD528E}" type="doc">
      <dgm:prSet loTypeId="urn:microsoft.com/office/officeart/2008/layout/VerticalCurv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5476170-3010-4952-8B72-0CC6E23C7359}">
      <dgm:prSet/>
      <dgm:spPr/>
      <dgm:t>
        <a:bodyPr/>
        <a:lstStyle/>
        <a:p>
          <a:pPr latinLnBrk="1"/>
          <a:r>
            <a:rPr kumimoji="1" lang="ko-KR"/>
            <a:t>컴퓨터란</a:t>
          </a:r>
          <a:r>
            <a:rPr kumimoji="1" lang="en-US"/>
            <a:t>?</a:t>
          </a:r>
          <a:endParaRPr lang="ko-KR"/>
        </a:p>
      </dgm:t>
    </dgm:pt>
    <dgm:pt modelId="{CB12B7E9-590C-435E-89D7-0D1FEA80539A}" type="parTrans" cxnId="{CC75D454-230E-41F2-9AA9-583F05916EB8}">
      <dgm:prSet/>
      <dgm:spPr/>
      <dgm:t>
        <a:bodyPr/>
        <a:lstStyle/>
        <a:p>
          <a:pPr latinLnBrk="1"/>
          <a:endParaRPr lang="ko-KR" altLang="en-US"/>
        </a:p>
      </dgm:t>
    </dgm:pt>
    <dgm:pt modelId="{1CBC193A-CA4A-4E53-B77E-0133D46728D9}" type="sibTrans" cxnId="{CC75D454-230E-41F2-9AA9-583F05916EB8}">
      <dgm:prSet/>
      <dgm:spPr/>
      <dgm:t>
        <a:bodyPr/>
        <a:lstStyle/>
        <a:p>
          <a:pPr latinLnBrk="1"/>
          <a:endParaRPr lang="ko-KR" altLang="en-US"/>
        </a:p>
      </dgm:t>
    </dgm:pt>
    <dgm:pt modelId="{EAA5B1BD-B466-4324-93CA-EF77CC8AF1F0}">
      <dgm:prSet/>
      <dgm:spPr/>
      <dgm:t>
        <a:bodyPr/>
        <a:lstStyle/>
        <a:p>
          <a:pPr latinLnBrk="1"/>
          <a:r>
            <a:rPr kumimoji="1" lang="ko-KR"/>
            <a:t>인공지능 </a:t>
          </a:r>
          <a:r>
            <a:rPr kumimoji="1" lang="en-US"/>
            <a:t>(AI, Artificial</a:t>
          </a:r>
          <a:r>
            <a:rPr kumimoji="1" lang="ko-KR"/>
            <a:t> </a:t>
          </a:r>
          <a:r>
            <a:rPr kumimoji="1" lang="en-US"/>
            <a:t>Intelligence)</a:t>
          </a:r>
          <a:endParaRPr lang="ko-KR"/>
        </a:p>
      </dgm:t>
    </dgm:pt>
    <dgm:pt modelId="{BC50A0EA-6179-400F-BCF5-73E22ED4A656}" type="parTrans" cxnId="{2B79BE9F-5DF3-4460-B161-28FCE5909870}">
      <dgm:prSet/>
      <dgm:spPr/>
      <dgm:t>
        <a:bodyPr/>
        <a:lstStyle/>
        <a:p>
          <a:pPr latinLnBrk="1"/>
          <a:endParaRPr lang="ko-KR" altLang="en-US"/>
        </a:p>
      </dgm:t>
    </dgm:pt>
    <dgm:pt modelId="{6D83822E-6F2F-4F57-94F6-D6D7448534AB}" type="sibTrans" cxnId="{2B79BE9F-5DF3-4460-B161-28FCE5909870}">
      <dgm:prSet/>
      <dgm:spPr/>
      <dgm:t>
        <a:bodyPr/>
        <a:lstStyle/>
        <a:p>
          <a:pPr latinLnBrk="1"/>
          <a:endParaRPr lang="ko-KR" altLang="en-US"/>
        </a:p>
      </dgm:t>
    </dgm:pt>
    <dgm:pt modelId="{511D4962-09B2-43FC-8767-A51CCC8A6886}">
      <dgm:prSet/>
      <dgm:spPr/>
      <dgm:t>
        <a:bodyPr/>
        <a:lstStyle/>
        <a:p>
          <a:pPr latinLnBrk="1"/>
          <a:r>
            <a:rPr kumimoji="1" lang="en-US" altLang="ko-KR" dirty="0"/>
            <a:t>AI </a:t>
          </a:r>
          <a:r>
            <a:rPr kumimoji="1" lang="ko-KR" altLang="en-US" dirty="0"/>
            <a:t>프롬프트</a:t>
          </a:r>
          <a:r>
            <a:rPr kumimoji="1" lang="en-US" altLang="ko-KR" dirty="0"/>
            <a:t>, </a:t>
          </a:r>
          <a:r>
            <a:rPr kumimoji="1" lang="ko-KR" altLang="en-US" dirty="0" err="1"/>
            <a:t>노코딩</a:t>
          </a:r>
          <a:r>
            <a:rPr kumimoji="1" lang="ko-KR" altLang="en-US" dirty="0"/>
            <a:t> 툴</a:t>
          </a:r>
          <a:endParaRPr lang="ko-KR" dirty="0"/>
        </a:p>
      </dgm:t>
    </dgm:pt>
    <dgm:pt modelId="{387EED57-3338-4B53-AD81-F233C59CAED8}" type="parTrans" cxnId="{B64C0562-98D4-4E53-AF4A-35D2807967C8}">
      <dgm:prSet/>
      <dgm:spPr/>
      <dgm:t>
        <a:bodyPr/>
        <a:lstStyle/>
        <a:p>
          <a:pPr latinLnBrk="1"/>
          <a:endParaRPr lang="ko-KR" altLang="en-US"/>
        </a:p>
      </dgm:t>
    </dgm:pt>
    <dgm:pt modelId="{825B0C9F-1B99-4C96-96A0-0366FA75443D}" type="sibTrans" cxnId="{B64C0562-98D4-4E53-AF4A-35D2807967C8}">
      <dgm:prSet/>
      <dgm:spPr/>
      <dgm:t>
        <a:bodyPr/>
        <a:lstStyle/>
        <a:p>
          <a:pPr latinLnBrk="1"/>
          <a:endParaRPr lang="ko-KR" altLang="en-US"/>
        </a:p>
      </dgm:t>
    </dgm:pt>
    <dgm:pt modelId="{0F6E5788-EA72-4079-A609-C10C105F1CDA}">
      <dgm:prSet/>
      <dgm:spPr/>
      <dgm:t>
        <a:bodyPr/>
        <a:lstStyle/>
        <a:p>
          <a:pPr latinLnBrk="1"/>
          <a:r>
            <a:rPr lang="ko-KR" altLang="en-US" dirty="0"/>
            <a:t>크리에이터 링크 활용</a:t>
          </a:r>
          <a:endParaRPr lang="ko-KR" dirty="0"/>
        </a:p>
      </dgm:t>
    </dgm:pt>
    <dgm:pt modelId="{169217FC-44F4-46A8-BC4A-E90801249C89}" type="parTrans" cxnId="{E1F08F80-B807-4279-A59B-8EB20A0069DD}">
      <dgm:prSet/>
      <dgm:spPr/>
      <dgm:t>
        <a:bodyPr/>
        <a:lstStyle/>
        <a:p>
          <a:pPr latinLnBrk="1"/>
          <a:endParaRPr lang="ko-KR" altLang="en-US"/>
        </a:p>
      </dgm:t>
    </dgm:pt>
    <dgm:pt modelId="{CB18B45E-6AA5-4A21-AE37-052D9021D8EF}" type="sibTrans" cxnId="{E1F08F80-B807-4279-A59B-8EB20A0069DD}">
      <dgm:prSet/>
      <dgm:spPr/>
      <dgm:t>
        <a:bodyPr/>
        <a:lstStyle/>
        <a:p>
          <a:pPr latinLnBrk="1"/>
          <a:endParaRPr lang="ko-KR" altLang="en-US"/>
        </a:p>
      </dgm:t>
    </dgm:pt>
    <dgm:pt modelId="{E9690221-6698-42F0-B853-8EB03FC2C159}" type="pres">
      <dgm:prSet presAssocID="{22D8AFCC-8390-4797-AB18-E0F1AACD528E}" presName="Name0" presStyleCnt="0">
        <dgm:presLayoutVars>
          <dgm:chMax val="7"/>
          <dgm:chPref val="7"/>
          <dgm:dir/>
        </dgm:presLayoutVars>
      </dgm:prSet>
      <dgm:spPr/>
    </dgm:pt>
    <dgm:pt modelId="{4B3A1195-3778-4A46-BBA8-4F4DC948CD8F}" type="pres">
      <dgm:prSet presAssocID="{22D8AFCC-8390-4797-AB18-E0F1AACD528E}" presName="Name1" presStyleCnt="0"/>
      <dgm:spPr/>
    </dgm:pt>
    <dgm:pt modelId="{E1B3AEE2-2FFD-462D-85CB-8CA3ACE5E46F}" type="pres">
      <dgm:prSet presAssocID="{22D8AFCC-8390-4797-AB18-E0F1AACD528E}" presName="cycle" presStyleCnt="0"/>
      <dgm:spPr/>
    </dgm:pt>
    <dgm:pt modelId="{22C990A1-BF50-4C21-BBB2-EE0D22DA6FC9}" type="pres">
      <dgm:prSet presAssocID="{22D8AFCC-8390-4797-AB18-E0F1AACD528E}" presName="srcNode" presStyleLbl="node1" presStyleIdx="0" presStyleCnt="4"/>
      <dgm:spPr/>
    </dgm:pt>
    <dgm:pt modelId="{17885CD4-F787-4DB9-825D-C387C40C1D24}" type="pres">
      <dgm:prSet presAssocID="{22D8AFCC-8390-4797-AB18-E0F1AACD528E}" presName="conn" presStyleLbl="parChTrans1D2" presStyleIdx="0" presStyleCnt="1"/>
      <dgm:spPr/>
    </dgm:pt>
    <dgm:pt modelId="{7DD334CA-5EF9-47DC-967E-54A3546CCF13}" type="pres">
      <dgm:prSet presAssocID="{22D8AFCC-8390-4797-AB18-E0F1AACD528E}" presName="extraNode" presStyleLbl="node1" presStyleIdx="0" presStyleCnt="4"/>
      <dgm:spPr/>
    </dgm:pt>
    <dgm:pt modelId="{7B0CF079-1533-4C13-8874-DBBD91A9BB40}" type="pres">
      <dgm:prSet presAssocID="{22D8AFCC-8390-4797-AB18-E0F1AACD528E}" presName="dstNode" presStyleLbl="node1" presStyleIdx="0" presStyleCnt="4"/>
      <dgm:spPr/>
    </dgm:pt>
    <dgm:pt modelId="{D2E313E5-567A-4CAF-B342-357478DC0224}" type="pres">
      <dgm:prSet presAssocID="{25476170-3010-4952-8B72-0CC6E23C7359}" presName="text_1" presStyleLbl="node1" presStyleIdx="0" presStyleCnt="4">
        <dgm:presLayoutVars>
          <dgm:bulletEnabled val="1"/>
        </dgm:presLayoutVars>
      </dgm:prSet>
      <dgm:spPr/>
    </dgm:pt>
    <dgm:pt modelId="{D75AE56E-ECCB-4BC0-8426-155F392543F7}" type="pres">
      <dgm:prSet presAssocID="{25476170-3010-4952-8B72-0CC6E23C7359}" presName="accent_1" presStyleCnt="0"/>
      <dgm:spPr/>
    </dgm:pt>
    <dgm:pt modelId="{C4FD4970-7497-4DCF-B5CA-A32A2BC6FC1A}" type="pres">
      <dgm:prSet presAssocID="{25476170-3010-4952-8B72-0CC6E23C7359}" presName="accentRepeatNode" presStyleLbl="solidFgAcc1" presStyleIdx="0" presStyleCnt="4"/>
      <dgm:spPr/>
    </dgm:pt>
    <dgm:pt modelId="{57AFAF93-6599-45AF-B5AD-525FFAD569DC}" type="pres">
      <dgm:prSet presAssocID="{EAA5B1BD-B466-4324-93CA-EF77CC8AF1F0}" presName="text_2" presStyleLbl="node1" presStyleIdx="1" presStyleCnt="4">
        <dgm:presLayoutVars>
          <dgm:bulletEnabled val="1"/>
        </dgm:presLayoutVars>
      </dgm:prSet>
      <dgm:spPr/>
    </dgm:pt>
    <dgm:pt modelId="{50399CE0-753D-4D99-89F3-4B1A0B7F8C89}" type="pres">
      <dgm:prSet presAssocID="{EAA5B1BD-B466-4324-93CA-EF77CC8AF1F0}" presName="accent_2" presStyleCnt="0"/>
      <dgm:spPr/>
    </dgm:pt>
    <dgm:pt modelId="{AF5FE3A8-428A-4E2B-93B5-E635BE5054D4}" type="pres">
      <dgm:prSet presAssocID="{EAA5B1BD-B466-4324-93CA-EF77CC8AF1F0}" presName="accentRepeatNode" presStyleLbl="solidFgAcc1" presStyleIdx="1" presStyleCnt="4"/>
      <dgm:spPr/>
    </dgm:pt>
    <dgm:pt modelId="{79B75F32-6EED-4E39-8682-83B4C2D9A01D}" type="pres">
      <dgm:prSet presAssocID="{511D4962-09B2-43FC-8767-A51CCC8A6886}" presName="text_3" presStyleLbl="node1" presStyleIdx="2" presStyleCnt="4">
        <dgm:presLayoutVars>
          <dgm:bulletEnabled val="1"/>
        </dgm:presLayoutVars>
      </dgm:prSet>
      <dgm:spPr/>
    </dgm:pt>
    <dgm:pt modelId="{BAADCA1B-3F00-4316-8395-25CF813A827A}" type="pres">
      <dgm:prSet presAssocID="{511D4962-09B2-43FC-8767-A51CCC8A6886}" presName="accent_3" presStyleCnt="0"/>
      <dgm:spPr/>
    </dgm:pt>
    <dgm:pt modelId="{212B3FF2-7234-4A90-A33B-2CE9AAC5E6A2}" type="pres">
      <dgm:prSet presAssocID="{511D4962-09B2-43FC-8767-A51CCC8A6886}" presName="accentRepeatNode" presStyleLbl="solidFgAcc1" presStyleIdx="2" presStyleCnt="4"/>
      <dgm:spPr/>
    </dgm:pt>
    <dgm:pt modelId="{0BF8D1C9-804F-4BBB-8D38-12C28CC38C19}" type="pres">
      <dgm:prSet presAssocID="{0F6E5788-EA72-4079-A609-C10C105F1CDA}" presName="text_4" presStyleLbl="node1" presStyleIdx="3" presStyleCnt="4">
        <dgm:presLayoutVars>
          <dgm:bulletEnabled val="1"/>
        </dgm:presLayoutVars>
      </dgm:prSet>
      <dgm:spPr/>
    </dgm:pt>
    <dgm:pt modelId="{FAC2AE02-932A-42B0-A4BA-A304D5D450FC}" type="pres">
      <dgm:prSet presAssocID="{0F6E5788-EA72-4079-A609-C10C105F1CDA}" presName="accent_4" presStyleCnt="0"/>
      <dgm:spPr/>
    </dgm:pt>
    <dgm:pt modelId="{A80196B6-5F70-4BAF-808D-E9F0D0A8AE5B}" type="pres">
      <dgm:prSet presAssocID="{0F6E5788-EA72-4079-A609-C10C105F1CDA}" presName="accentRepeatNode" presStyleLbl="solidFgAcc1" presStyleIdx="3" presStyleCnt="4"/>
      <dgm:spPr/>
    </dgm:pt>
  </dgm:ptLst>
  <dgm:cxnLst>
    <dgm:cxn modelId="{66F34A60-9502-4D59-B8B2-8D3BC39CE2CC}" type="presOf" srcId="{511D4962-09B2-43FC-8767-A51CCC8A6886}" destId="{79B75F32-6EED-4E39-8682-83B4C2D9A01D}" srcOrd="0" destOrd="0" presId="urn:microsoft.com/office/officeart/2008/layout/VerticalCurvedList"/>
    <dgm:cxn modelId="{B64C0562-98D4-4E53-AF4A-35D2807967C8}" srcId="{22D8AFCC-8390-4797-AB18-E0F1AACD528E}" destId="{511D4962-09B2-43FC-8767-A51CCC8A6886}" srcOrd="2" destOrd="0" parTransId="{387EED57-3338-4B53-AD81-F233C59CAED8}" sibTransId="{825B0C9F-1B99-4C96-96A0-0366FA75443D}"/>
    <dgm:cxn modelId="{336D0874-2B37-4D40-8CDE-96D5D99F6B33}" type="presOf" srcId="{22D8AFCC-8390-4797-AB18-E0F1AACD528E}" destId="{E9690221-6698-42F0-B853-8EB03FC2C159}" srcOrd="0" destOrd="0" presId="urn:microsoft.com/office/officeart/2008/layout/VerticalCurvedList"/>
    <dgm:cxn modelId="{CC75D454-230E-41F2-9AA9-583F05916EB8}" srcId="{22D8AFCC-8390-4797-AB18-E0F1AACD528E}" destId="{25476170-3010-4952-8B72-0CC6E23C7359}" srcOrd="0" destOrd="0" parTransId="{CB12B7E9-590C-435E-89D7-0D1FEA80539A}" sibTransId="{1CBC193A-CA4A-4E53-B77E-0133D46728D9}"/>
    <dgm:cxn modelId="{E1F08F80-B807-4279-A59B-8EB20A0069DD}" srcId="{22D8AFCC-8390-4797-AB18-E0F1AACD528E}" destId="{0F6E5788-EA72-4079-A609-C10C105F1CDA}" srcOrd="3" destOrd="0" parTransId="{169217FC-44F4-46A8-BC4A-E90801249C89}" sibTransId="{CB18B45E-6AA5-4A21-AE37-052D9021D8EF}"/>
    <dgm:cxn modelId="{2B79BE9F-5DF3-4460-B161-28FCE5909870}" srcId="{22D8AFCC-8390-4797-AB18-E0F1AACD528E}" destId="{EAA5B1BD-B466-4324-93CA-EF77CC8AF1F0}" srcOrd="1" destOrd="0" parTransId="{BC50A0EA-6179-400F-BCF5-73E22ED4A656}" sibTransId="{6D83822E-6F2F-4F57-94F6-D6D7448534AB}"/>
    <dgm:cxn modelId="{DD8954B7-AB0B-439C-A069-E2A8BB8602E0}" type="presOf" srcId="{25476170-3010-4952-8B72-0CC6E23C7359}" destId="{D2E313E5-567A-4CAF-B342-357478DC0224}" srcOrd="0" destOrd="0" presId="urn:microsoft.com/office/officeart/2008/layout/VerticalCurvedList"/>
    <dgm:cxn modelId="{727FC4BD-8420-4CD8-82C0-66B98800CC61}" type="presOf" srcId="{EAA5B1BD-B466-4324-93CA-EF77CC8AF1F0}" destId="{57AFAF93-6599-45AF-B5AD-525FFAD569DC}" srcOrd="0" destOrd="0" presId="urn:microsoft.com/office/officeart/2008/layout/VerticalCurvedList"/>
    <dgm:cxn modelId="{8907B2C8-F7B7-43A4-B786-E5E9F10DA5B6}" type="presOf" srcId="{0F6E5788-EA72-4079-A609-C10C105F1CDA}" destId="{0BF8D1C9-804F-4BBB-8D38-12C28CC38C19}" srcOrd="0" destOrd="0" presId="urn:microsoft.com/office/officeart/2008/layout/VerticalCurvedList"/>
    <dgm:cxn modelId="{D680E1EE-B145-4B95-86C3-59794C2AA443}" type="presOf" srcId="{1CBC193A-CA4A-4E53-B77E-0133D46728D9}" destId="{17885CD4-F787-4DB9-825D-C387C40C1D24}" srcOrd="0" destOrd="0" presId="urn:microsoft.com/office/officeart/2008/layout/VerticalCurvedList"/>
    <dgm:cxn modelId="{CCDBEDA3-A759-4FDF-A158-A8508D454CB1}" type="presParOf" srcId="{E9690221-6698-42F0-B853-8EB03FC2C159}" destId="{4B3A1195-3778-4A46-BBA8-4F4DC948CD8F}" srcOrd="0" destOrd="0" presId="urn:microsoft.com/office/officeart/2008/layout/VerticalCurvedList"/>
    <dgm:cxn modelId="{CCDAD7DB-15EE-4D6D-95F3-3356CDCE2ADF}" type="presParOf" srcId="{4B3A1195-3778-4A46-BBA8-4F4DC948CD8F}" destId="{E1B3AEE2-2FFD-462D-85CB-8CA3ACE5E46F}" srcOrd="0" destOrd="0" presId="urn:microsoft.com/office/officeart/2008/layout/VerticalCurvedList"/>
    <dgm:cxn modelId="{92FC40A3-CF2C-4791-B5BF-4CCF1DCF8B21}" type="presParOf" srcId="{E1B3AEE2-2FFD-462D-85CB-8CA3ACE5E46F}" destId="{22C990A1-BF50-4C21-BBB2-EE0D22DA6FC9}" srcOrd="0" destOrd="0" presId="urn:microsoft.com/office/officeart/2008/layout/VerticalCurvedList"/>
    <dgm:cxn modelId="{25D47E15-DE34-48A2-B7CD-414D09163C92}" type="presParOf" srcId="{E1B3AEE2-2FFD-462D-85CB-8CA3ACE5E46F}" destId="{17885CD4-F787-4DB9-825D-C387C40C1D24}" srcOrd="1" destOrd="0" presId="urn:microsoft.com/office/officeart/2008/layout/VerticalCurvedList"/>
    <dgm:cxn modelId="{59956CF7-1520-4EFB-9E8C-6340D7FF4AE1}" type="presParOf" srcId="{E1B3AEE2-2FFD-462D-85CB-8CA3ACE5E46F}" destId="{7DD334CA-5EF9-47DC-967E-54A3546CCF13}" srcOrd="2" destOrd="0" presId="urn:microsoft.com/office/officeart/2008/layout/VerticalCurvedList"/>
    <dgm:cxn modelId="{F36186AA-5488-461E-A796-4C40E0ED0978}" type="presParOf" srcId="{E1B3AEE2-2FFD-462D-85CB-8CA3ACE5E46F}" destId="{7B0CF079-1533-4C13-8874-DBBD91A9BB40}" srcOrd="3" destOrd="0" presId="urn:microsoft.com/office/officeart/2008/layout/VerticalCurvedList"/>
    <dgm:cxn modelId="{66C67732-CB5F-4C41-9C81-E37904EC8D3B}" type="presParOf" srcId="{4B3A1195-3778-4A46-BBA8-4F4DC948CD8F}" destId="{D2E313E5-567A-4CAF-B342-357478DC0224}" srcOrd="1" destOrd="0" presId="urn:microsoft.com/office/officeart/2008/layout/VerticalCurvedList"/>
    <dgm:cxn modelId="{197AAA65-99CE-4E03-B099-3223450F660A}" type="presParOf" srcId="{4B3A1195-3778-4A46-BBA8-4F4DC948CD8F}" destId="{D75AE56E-ECCB-4BC0-8426-155F392543F7}" srcOrd="2" destOrd="0" presId="urn:microsoft.com/office/officeart/2008/layout/VerticalCurvedList"/>
    <dgm:cxn modelId="{18B47D90-1F7F-40B8-8576-C0349571F9EA}" type="presParOf" srcId="{D75AE56E-ECCB-4BC0-8426-155F392543F7}" destId="{C4FD4970-7497-4DCF-B5CA-A32A2BC6FC1A}" srcOrd="0" destOrd="0" presId="urn:microsoft.com/office/officeart/2008/layout/VerticalCurvedList"/>
    <dgm:cxn modelId="{55CEED91-5F98-4DD6-AE32-8A76C58E7F17}" type="presParOf" srcId="{4B3A1195-3778-4A46-BBA8-4F4DC948CD8F}" destId="{57AFAF93-6599-45AF-B5AD-525FFAD569DC}" srcOrd="3" destOrd="0" presId="urn:microsoft.com/office/officeart/2008/layout/VerticalCurvedList"/>
    <dgm:cxn modelId="{B507855D-4FC5-480E-9BEE-C210CE1D087E}" type="presParOf" srcId="{4B3A1195-3778-4A46-BBA8-4F4DC948CD8F}" destId="{50399CE0-753D-4D99-89F3-4B1A0B7F8C89}" srcOrd="4" destOrd="0" presId="urn:microsoft.com/office/officeart/2008/layout/VerticalCurvedList"/>
    <dgm:cxn modelId="{F6ED3FCA-DD8F-409A-B390-28B9225C9488}" type="presParOf" srcId="{50399CE0-753D-4D99-89F3-4B1A0B7F8C89}" destId="{AF5FE3A8-428A-4E2B-93B5-E635BE5054D4}" srcOrd="0" destOrd="0" presId="urn:microsoft.com/office/officeart/2008/layout/VerticalCurvedList"/>
    <dgm:cxn modelId="{D428F150-2028-44EA-B343-8627E63F4261}" type="presParOf" srcId="{4B3A1195-3778-4A46-BBA8-4F4DC948CD8F}" destId="{79B75F32-6EED-4E39-8682-83B4C2D9A01D}" srcOrd="5" destOrd="0" presId="urn:microsoft.com/office/officeart/2008/layout/VerticalCurvedList"/>
    <dgm:cxn modelId="{ECEEE1F0-466C-4D07-AF82-2653FC070A7C}" type="presParOf" srcId="{4B3A1195-3778-4A46-BBA8-4F4DC948CD8F}" destId="{BAADCA1B-3F00-4316-8395-25CF813A827A}" srcOrd="6" destOrd="0" presId="urn:microsoft.com/office/officeart/2008/layout/VerticalCurvedList"/>
    <dgm:cxn modelId="{2A7C8711-C8ED-4680-9D0E-0F44961C8FF4}" type="presParOf" srcId="{BAADCA1B-3F00-4316-8395-25CF813A827A}" destId="{212B3FF2-7234-4A90-A33B-2CE9AAC5E6A2}" srcOrd="0" destOrd="0" presId="urn:microsoft.com/office/officeart/2008/layout/VerticalCurvedList"/>
    <dgm:cxn modelId="{D7730A88-B252-45FF-9BB4-CCF4AAF66CA8}" type="presParOf" srcId="{4B3A1195-3778-4A46-BBA8-4F4DC948CD8F}" destId="{0BF8D1C9-804F-4BBB-8D38-12C28CC38C19}" srcOrd="7" destOrd="0" presId="urn:microsoft.com/office/officeart/2008/layout/VerticalCurvedList"/>
    <dgm:cxn modelId="{5ECC887C-6AFD-4A69-8885-C052CE82A078}" type="presParOf" srcId="{4B3A1195-3778-4A46-BBA8-4F4DC948CD8F}" destId="{FAC2AE02-932A-42B0-A4BA-A304D5D450FC}" srcOrd="8" destOrd="0" presId="urn:microsoft.com/office/officeart/2008/layout/VerticalCurvedList"/>
    <dgm:cxn modelId="{3B90AE9E-67C9-464A-B660-30B3A0607B6A}" type="presParOf" srcId="{FAC2AE02-932A-42B0-A4BA-A304D5D450FC}" destId="{A80196B6-5F70-4BAF-808D-E9F0D0A8AE5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685BB3-BCF9-4704-8D13-5E9D0039381A}" type="doc">
      <dgm:prSet loTypeId="urn:microsoft.com/office/officeart/2008/layout/BendingPictureCaptionList" loCatId="picture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D2D267D7-E4BD-4EFF-BD79-23811104FF7B}">
      <dgm:prSet phldrT="[텍스트]"/>
      <dgm:spPr/>
      <dgm:t>
        <a:bodyPr/>
        <a:lstStyle/>
        <a:p>
          <a:pPr latinLnBrk="1"/>
          <a:r>
            <a:rPr lang="ko-KR" altLang="en-US" dirty="0"/>
            <a:t>주판</a:t>
          </a:r>
        </a:p>
      </dgm:t>
    </dgm:pt>
    <dgm:pt modelId="{2EA9FE55-E0CD-410C-A323-3674BDCEBA88}" type="parTrans" cxnId="{CFB49A94-8609-4AA2-A547-BC9D1C2435BC}">
      <dgm:prSet/>
      <dgm:spPr/>
      <dgm:t>
        <a:bodyPr/>
        <a:lstStyle/>
        <a:p>
          <a:pPr latinLnBrk="1"/>
          <a:endParaRPr lang="ko-KR" altLang="en-US"/>
        </a:p>
      </dgm:t>
    </dgm:pt>
    <dgm:pt modelId="{408EF38C-6FC8-4351-9FE9-66DC233F03AA}" type="sibTrans" cxnId="{CFB49A94-8609-4AA2-A547-BC9D1C2435BC}">
      <dgm:prSet/>
      <dgm:spPr/>
      <dgm:t>
        <a:bodyPr/>
        <a:lstStyle/>
        <a:p>
          <a:pPr latinLnBrk="1"/>
          <a:endParaRPr lang="ko-KR" altLang="en-US"/>
        </a:p>
      </dgm:t>
    </dgm:pt>
    <dgm:pt modelId="{1520BF62-D23E-450C-8023-A1DDF0BA9792}">
      <dgm:prSet phldrT="[텍스트]"/>
      <dgm:spPr/>
      <dgm:t>
        <a:bodyPr/>
        <a:lstStyle/>
        <a:p>
          <a:pPr latinLnBrk="1"/>
          <a:r>
            <a:rPr lang="en-US" altLang="ko-KR" dirty="0" err="1"/>
            <a:t>pascaline</a:t>
          </a:r>
          <a:endParaRPr lang="ko-KR" altLang="en-US" dirty="0"/>
        </a:p>
      </dgm:t>
    </dgm:pt>
    <dgm:pt modelId="{9D70793D-CD57-40B4-AFE4-41944F28B9D2}" type="parTrans" cxnId="{58185005-F228-45AF-ACE3-7A7F533F2824}">
      <dgm:prSet/>
      <dgm:spPr/>
      <dgm:t>
        <a:bodyPr/>
        <a:lstStyle/>
        <a:p>
          <a:pPr latinLnBrk="1"/>
          <a:endParaRPr lang="ko-KR" altLang="en-US"/>
        </a:p>
      </dgm:t>
    </dgm:pt>
    <dgm:pt modelId="{F30D112C-4A41-4E00-90ED-6C10B772E4CD}" type="sibTrans" cxnId="{58185005-F228-45AF-ACE3-7A7F533F2824}">
      <dgm:prSet/>
      <dgm:spPr/>
      <dgm:t>
        <a:bodyPr/>
        <a:lstStyle/>
        <a:p>
          <a:pPr latinLnBrk="1"/>
          <a:endParaRPr lang="ko-KR" altLang="en-US"/>
        </a:p>
      </dgm:t>
    </dgm:pt>
    <dgm:pt modelId="{8BF7EB31-7B9B-442F-80DD-1D346C62DA10}">
      <dgm:prSet phldrT="[텍스트]"/>
      <dgm:spPr/>
      <dgm:t>
        <a:bodyPr/>
        <a:lstStyle/>
        <a:p>
          <a:pPr latinLnBrk="1"/>
          <a:r>
            <a:rPr lang="ko-KR" altLang="en-US" dirty="0"/>
            <a:t>라이프니츠계산기</a:t>
          </a:r>
        </a:p>
      </dgm:t>
    </dgm:pt>
    <dgm:pt modelId="{F29354F5-624D-4ABD-9534-E3BF20758B7C}" type="parTrans" cxnId="{514AF25B-9387-4D72-B21C-922D1947AD78}">
      <dgm:prSet/>
      <dgm:spPr/>
      <dgm:t>
        <a:bodyPr/>
        <a:lstStyle/>
        <a:p>
          <a:pPr latinLnBrk="1"/>
          <a:endParaRPr lang="ko-KR" altLang="en-US"/>
        </a:p>
      </dgm:t>
    </dgm:pt>
    <dgm:pt modelId="{E70B6F58-49FB-4B15-B2F3-B668548B1B42}" type="sibTrans" cxnId="{514AF25B-9387-4D72-B21C-922D1947AD78}">
      <dgm:prSet/>
      <dgm:spPr/>
      <dgm:t>
        <a:bodyPr/>
        <a:lstStyle/>
        <a:p>
          <a:pPr latinLnBrk="1"/>
          <a:endParaRPr lang="ko-KR" altLang="en-US"/>
        </a:p>
      </dgm:t>
    </dgm:pt>
    <dgm:pt modelId="{B27ADF0B-C71D-474A-81E6-912DD28CE812}">
      <dgm:prSet phldrT="[텍스트]"/>
      <dgm:spPr/>
      <dgm:t>
        <a:bodyPr/>
        <a:lstStyle/>
        <a:p>
          <a:pPr latinLnBrk="1"/>
          <a:r>
            <a:rPr lang="ko-KR" altLang="en-US" dirty="0"/>
            <a:t>차분기관</a:t>
          </a:r>
        </a:p>
      </dgm:t>
    </dgm:pt>
    <dgm:pt modelId="{0BBD19F0-C291-4340-982A-C87DD24A5458}" type="parTrans" cxnId="{6265DA3B-7BB8-49F5-AB06-B9D663C618A7}">
      <dgm:prSet/>
      <dgm:spPr/>
      <dgm:t>
        <a:bodyPr/>
        <a:lstStyle/>
        <a:p>
          <a:pPr latinLnBrk="1"/>
          <a:endParaRPr lang="ko-KR" altLang="en-US"/>
        </a:p>
      </dgm:t>
    </dgm:pt>
    <dgm:pt modelId="{5B78E930-8D4A-4DAE-9A09-BAA15CA43ADA}" type="sibTrans" cxnId="{6265DA3B-7BB8-49F5-AB06-B9D663C618A7}">
      <dgm:prSet/>
      <dgm:spPr/>
      <dgm:t>
        <a:bodyPr/>
        <a:lstStyle/>
        <a:p>
          <a:pPr latinLnBrk="1"/>
          <a:endParaRPr lang="ko-KR" altLang="en-US"/>
        </a:p>
      </dgm:t>
    </dgm:pt>
    <dgm:pt modelId="{3F2256C6-1106-4A97-99E2-B23123BF0153}">
      <dgm:prSet phldrT="[텍스트]"/>
      <dgm:spPr/>
      <dgm:t>
        <a:bodyPr/>
        <a:lstStyle/>
        <a:p>
          <a:pPr latinLnBrk="1"/>
          <a:r>
            <a:rPr lang="ko-KR" altLang="en-US" dirty="0"/>
            <a:t>해석기관</a:t>
          </a:r>
        </a:p>
      </dgm:t>
    </dgm:pt>
    <dgm:pt modelId="{006AB8D6-605F-461A-8508-5EA695AD7BFF}" type="parTrans" cxnId="{B0CBC18B-A9A0-44AB-A217-29E7D8D2995C}">
      <dgm:prSet/>
      <dgm:spPr/>
      <dgm:t>
        <a:bodyPr/>
        <a:lstStyle/>
        <a:p>
          <a:pPr latinLnBrk="1"/>
          <a:endParaRPr lang="ko-KR" altLang="en-US"/>
        </a:p>
      </dgm:t>
    </dgm:pt>
    <dgm:pt modelId="{59380206-5323-401D-89D4-FCBB8706A042}" type="sibTrans" cxnId="{B0CBC18B-A9A0-44AB-A217-29E7D8D2995C}">
      <dgm:prSet/>
      <dgm:spPr/>
      <dgm:t>
        <a:bodyPr/>
        <a:lstStyle/>
        <a:p>
          <a:pPr latinLnBrk="1"/>
          <a:endParaRPr lang="ko-KR" altLang="en-US"/>
        </a:p>
      </dgm:t>
    </dgm:pt>
    <dgm:pt modelId="{3689C33B-96C8-4F9B-AFCC-B95701D9F857}">
      <dgm:prSet phldrT="[텍스트]"/>
      <dgm:spPr/>
      <dgm:t>
        <a:bodyPr/>
        <a:lstStyle/>
        <a:p>
          <a:pPr latinLnBrk="1"/>
          <a:r>
            <a:rPr lang="ko-KR" altLang="en-US" dirty="0" err="1"/>
            <a:t>애니그마</a:t>
          </a:r>
          <a:endParaRPr lang="ko-KR" altLang="en-US" dirty="0"/>
        </a:p>
      </dgm:t>
    </dgm:pt>
    <dgm:pt modelId="{FAC97663-69B9-4929-917D-84B1B1EF45B4}" type="parTrans" cxnId="{B7F590E8-0BDC-4F85-BB5E-4499A235D115}">
      <dgm:prSet/>
      <dgm:spPr/>
      <dgm:t>
        <a:bodyPr/>
        <a:lstStyle/>
        <a:p>
          <a:pPr latinLnBrk="1"/>
          <a:endParaRPr lang="ko-KR" altLang="en-US"/>
        </a:p>
      </dgm:t>
    </dgm:pt>
    <dgm:pt modelId="{31828282-5286-4D04-BEC9-78B236471329}" type="sibTrans" cxnId="{B7F590E8-0BDC-4F85-BB5E-4499A235D115}">
      <dgm:prSet/>
      <dgm:spPr/>
      <dgm:t>
        <a:bodyPr/>
        <a:lstStyle/>
        <a:p>
          <a:pPr latinLnBrk="1"/>
          <a:endParaRPr lang="ko-KR" altLang="en-US"/>
        </a:p>
      </dgm:t>
    </dgm:pt>
    <dgm:pt modelId="{7DE3699D-4C78-4E55-B660-1BDC34CC330B}">
      <dgm:prSet phldrT="[텍스트]"/>
      <dgm:spPr/>
      <dgm:t>
        <a:bodyPr/>
        <a:lstStyle/>
        <a:p>
          <a:pPr latinLnBrk="1"/>
          <a:r>
            <a:rPr lang="en-US" altLang="ko-KR" dirty="0"/>
            <a:t>ENIAC</a:t>
          </a:r>
          <a:endParaRPr lang="ko-KR" altLang="en-US" dirty="0"/>
        </a:p>
      </dgm:t>
    </dgm:pt>
    <dgm:pt modelId="{DB1C1518-1B79-44E6-8C32-0D2FD5048986}" type="parTrans" cxnId="{127F00A3-8018-470D-B5EE-40287823D6CF}">
      <dgm:prSet/>
      <dgm:spPr/>
      <dgm:t>
        <a:bodyPr/>
        <a:lstStyle/>
        <a:p>
          <a:pPr latinLnBrk="1"/>
          <a:endParaRPr lang="ko-KR" altLang="en-US"/>
        </a:p>
      </dgm:t>
    </dgm:pt>
    <dgm:pt modelId="{50017EEA-CD00-4000-A83A-F6CBFE11E541}" type="sibTrans" cxnId="{127F00A3-8018-470D-B5EE-40287823D6CF}">
      <dgm:prSet/>
      <dgm:spPr/>
      <dgm:t>
        <a:bodyPr/>
        <a:lstStyle/>
        <a:p>
          <a:pPr latinLnBrk="1"/>
          <a:endParaRPr lang="ko-KR" altLang="en-US"/>
        </a:p>
      </dgm:t>
    </dgm:pt>
    <dgm:pt modelId="{94C3117A-445B-4FDC-A173-AF37869899C3}">
      <dgm:prSet phldrT="[텍스트]"/>
      <dgm:spPr/>
      <dgm:t>
        <a:bodyPr/>
        <a:lstStyle/>
        <a:p>
          <a:pPr latinLnBrk="1"/>
          <a:r>
            <a:rPr lang="en-US" altLang="ko-KR" dirty="0"/>
            <a:t>EDSAC</a:t>
          </a:r>
          <a:endParaRPr lang="ko-KR" altLang="en-US" dirty="0"/>
        </a:p>
      </dgm:t>
    </dgm:pt>
    <dgm:pt modelId="{02A428EF-53FA-4494-BD4D-7BCCC0A52B29}" type="parTrans" cxnId="{E9C5EB3B-DCF3-4357-9B0F-C85170D5FA43}">
      <dgm:prSet/>
      <dgm:spPr/>
      <dgm:t>
        <a:bodyPr/>
        <a:lstStyle/>
        <a:p>
          <a:pPr latinLnBrk="1"/>
          <a:endParaRPr lang="ko-KR" altLang="en-US"/>
        </a:p>
      </dgm:t>
    </dgm:pt>
    <dgm:pt modelId="{12EA2B0F-4205-460D-8732-020C53C2D2E2}" type="sibTrans" cxnId="{E9C5EB3B-DCF3-4357-9B0F-C85170D5FA43}">
      <dgm:prSet/>
      <dgm:spPr/>
      <dgm:t>
        <a:bodyPr/>
        <a:lstStyle/>
        <a:p>
          <a:pPr latinLnBrk="1"/>
          <a:endParaRPr lang="ko-KR" altLang="en-US"/>
        </a:p>
      </dgm:t>
    </dgm:pt>
    <dgm:pt modelId="{79DFA20E-C484-47FD-B70B-7EDAC99A32BF}">
      <dgm:prSet phldrT="[텍스트]"/>
      <dgm:spPr/>
      <dgm:t>
        <a:bodyPr/>
        <a:lstStyle/>
        <a:p>
          <a:pPr latinLnBrk="1"/>
          <a:r>
            <a:rPr lang="en-US" altLang="ko-KR" dirty="0"/>
            <a:t>EDVAC</a:t>
          </a:r>
          <a:endParaRPr lang="ko-KR" altLang="en-US" dirty="0"/>
        </a:p>
      </dgm:t>
    </dgm:pt>
    <dgm:pt modelId="{79E4089F-45DB-419D-AC88-85C81177051E}" type="parTrans" cxnId="{B6102738-B3A6-47C5-B27C-FEDF056DA387}">
      <dgm:prSet/>
      <dgm:spPr/>
      <dgm:t>
        <a:bodyPr/>
        <a:lstStyle/>
        <a:p>
          <a:pPr latinLnBrk="1"/>
          <a:endParaRPr lang="ko-KR" altLang="en-US"/>
        </a:p>
      </dgm:t>
    </dgm:pt>
    <dgm:pt modelId="{988FC6B0-BDA6-4AC9-8F64-CB3395975411}" type="sibTrans" cxnId="{B6102738-B3A6-47C5-B27C-FEDF056DA387}">
      <dgm:prSet/>
      <dgm:spPr/>
      <dgm:t>
        <a:bodyPr/>
        <a:lstStyle/>
        <a:p>
          <a:pPr latinLnBrk="1"/>
          <a:endParaRPr lang="ko-KR" altLang="en-US"/>
        </a:p>
      </dgm:t>
    </dgm:pt>
    <dgm:pt modelId="{516200BC-E8B4-41A4-9683-541665B56F67}">
      <dgm:prSet phldrT="[텍스트]"/>
      <dgm:spPr/>
      <dgm:t>
        <a:bodyPr/>
        <a:lstStyle/>
        <a:p>
          <a:pPr latinLnBrk="1"/>
          <a:r>
            <a:rPr lang="ko-KR" altLang="en-US" dirty="0"/>
            <a:t>양자컴퓨터</a:t>
          </a:r>
          <a:br>
            <a:rPr lang="en-US" altLang="ko-KR" dirty="0"/>
          </a:br>
          <a:r>
            <a:rPr lang="en-US" altLang="ko-KR" dirty="0"/>
            <a:t>willow</a:t>
          </a:r>
          <a:endParaRPr lang="ko-KR" altLang="en-US" dirty="0"/>
        </a:p>
      </dgm:t>
    </dgm:pt>
    <dgm:pt modelId="{6CC99642-762D-4AA6-AE33-274FE2EEEE90}" type="parTrans" cxnId="{A2A018BD-4B16-428A-9C42-E3A36C921545}">
      <dgm:prSet/>
      <dgm:spPr/>
      <dgm:t>
        <a:bodyPr/>
        <a:lstStyle/>
        <a:p>
          <a:pPr latinLnBrk="1"/>
          <a:endParaRPr lang="ko-KR" altLang="en-US"/>
        </a:p>
      </dgm:t>
    </dgm:pt>
    <dgm:pt modelId="{2222B747-CC5C-497B-AD80-DFBCED8CBAE6}" type="sibTrans" cxnId="{A2A018BD-4B16-428A-9C42-E3A36C921545}">
      <dgm:prSet/>
      <dgm:spPr/>
      <dgm:t>
        <a:bodyPr/>
        <a:lstStyle/>
        <a:p>
          <a:pPr latinLnBrk="1"/>
          <a:endParaRPr lang="ko-KR" altLang="en-US"/>
        </a:p>
      </dgm:t>
    </dgm:pt>
    <dgm:pt modelId="{F581B657-66E3-4973-8130-5A3A4F4FC125}">
      <dgm:prSet phldrT="[텍스트]"/>
      <dgm:spPr/>
      <dgm:t>
        <a:bodyPr/>
        <a:lstStyle/>
        <a:p>
          <a:pPr latinLnBrk="1"/>
          <a:r>
            <a:rPr lang="en-US" altLang="ko-KR" dirty="0"/>
            <a:t>Bombe</a:t>
          </a:r>
          <a:endParaRPr lang="ko-KR" altLang="en-US" dirty="0"/>
        </a:p>
      </dgm:t>
    </dgm:pt>
    <dgm:pt modelId="{E4F2F372-4B05-4BEB-9881-8EE034812094}" type="parTrans" cxnId="{07174F4A-F4AC-402D-A149-64642AE22B13}">
      <dgm:prSet/>
      <dgm:spPr/>
      <dgm:t>
        <a:bodyPr/>
        <a:lstStyle/>
        <a:p>
          <a:pPr latinLnBrk="1"/>
          <a:endParaRPr lang="ko-KR" altLang="en-US"/>
        </a:p>
      </dgm:t>
    </dgm:pt>
    <dgm:pt modelId="{979792F3-AE2B-482E-883A-894882FBBE0B}" type="sibTrans" cxnId="{07174F4A-F4AC-402D-A149-64642AE22B13}">
      <dgm:prSet/>
      <dgm:spPr/>
      <dgm:t>
        <a:bodyPr/>
        <a:lstStyle/>
        <a:p>
          <a:pPr latinLnBrk="1"/>
          <a:endParaRPr lang="ko-KR" altLang="en-US"/>
        </a:p>
      </dgm:t>
    </dgm:pt>
    <dgm:pt modelId="{94709E10-2646-4380-A591-5ED5EFFFFA1D}" type="pres">
      <dgm:prSet presAssocID="{F9685BB3-BCF9-4704-8D13-5E9D0039381A}" presName="Name0" presStyleCnt="0">
        <dgm:presLayoutVars>
          <dgm:dir/>
          <dgm:resizeHandles val="exact"/>
        </dgm:presLayoutVars>
      </dgm:prSet>
      <dgm:spPr/>
    </dgm:pt>
    <dgm:pt modelId="{7035F553-265F-4ACC-BF8E-309B07C574E2}" type="pres">
      <dgm:prSet presAssocID="{D2D267D7-E4BD-4EFF-BD79-23811104FF7B}" presName="composite" presStyleCnt="0"/>
      <dgm:spPr/>
    </dgm:pt>
    <dgm:pt modelId="{87F80EC9-7B35-4E10-AB1F-19671B0314B0}" type="pres">
      <dgm:prSet presAssocID="{D2D267D7-E4BD-4EFF-BD79-23811104FF7B}" presName="rect1" presStyleLbl="bgImgPlace1" presStyleIdx="0" presStyleCnt="11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4BECC96-699B-4ECD-94A3-471D07878A3B}" type="pres">
      <dgm:prSet presAssocID="{D2D267D7-E4BD-4EFF-BD79-23811104FF7B}" presName="wedgeRectCallout1" presStyleLbl="node1" presStyleIdx="0" presStyleCnt="11">
        <dgm:presLayoutVars>
          <dgm:bulletEnabled val="1"/>
        </dgm:presLayoutVars>
      </dgm:prSet>
      <dgm:spPr/>
    </dgm:pt>
    <dgm:pt modelId="{CBAA0998-0AD7-418C-A8C5-53084F31D927}" type="pres">
      <dgm:prSet presAssocID="{408EF38C-6FC8-4351-9FE9-66DC233F03AA}" presName="sibTrans" presStyleCnt="0"/>
      <dgm:spPr/>
    </dgm:pt>
    <dgm:pt modelId="{E85D9B19-9FB0-4ED5-8240-89EE4C750326}" type="pres">
      <dgm:prSet presAssocID="{1520BF62-D23E-450C-8023-A1DDF0BA9792}" presName="composite" presStyleCnt="0"/>
      <dgm:spPr/>
    </dgm:pt>
    <dgm:pt modelId="{B325DA75-17E2-4636-8AD4-1819E9DB6234}" type="pres">
      <dgm:prSet presAssocID="{1520BF62-D23E-450C-8023-A1DDF0BA9792}" presName="rect1" presStyleLbl="bgImgPlace1" presStyleIdx="1" presStyleCnt="11" custLinFactNeighborY="1549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1F34A2E2-1DB7-4059-90A3-09B7A983624D}" type="pres">
      <dgm:prSet presAssocID="{1520BF62-D23E-450C-8023-A1DDF0BA9792}" presName="wedgeRectCallout1" presStyleLbl="node1" presStyleIdx="1" presStyleCnt="11">
        <dgm:presLayoutVars>
          <dgm:bulletEnabled val="1"/>
        </dgm:presLayoutVars>
      </dgm:prSet>
      <dgm:spPr/>
    </dgm:pt>
    <dgm:pt modelId="{63ED3B70-C809-4DEF-83F8-2E2357A30F2C}" type="pres">
      <dgm:prSet presAssocID="{F30D112C-4A41-4E00-90ED-6C10B772E4CD}" presName="sibTrans" presStyleCnt="0"/>
      <dgm:spPr/>
    </dgm:pt>
    <dgm:pt modelId="{60A9F3D0-C305-4CC4-8A5E-311E3C6E6961}" type="pres">
      <dgm:prSet presAssocID="{8BF7EB31-7B9B-442F-80DD-1D346C62DA10}" presName="composite" presStyleCnt="0"/>
      <dgm:spPr/>
    </dgm:pt>
    <dgm:pt modelId="{336CBD08-7D69-4CA3-A0AD-D2FDCCE035BA}" type="pres">
      <dgm:prSet presAssocID="{8BF7EB31-7B9B-442F-80DD-1D346C62DA10}" presName="rect1" presStyleLbl="bgImgPlace1" presStyleIdx="2" presStyleCnt="11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19E548C-F053-475F-8C07-D771CEFEF4E6}" type="pres">
      <dgm:prSet presAssocID="{8BF7EB31-7B9B-442F-80DD-1D346C62DA10}" presName="wedgeRectCallout1" presStyleLbl="node1" presStyleIdx="2" presStyleCnt="11">
        <dgm:presLayoutVars>
          <dgm:bulletEnabled val="1"/>
        </dgm:presLayoutVars>
      </dgm:prSet>
      <dgm:spPr/>
    </dgm:pt>
    <dgm:pt modelId="{D2DB10A4-12F5-4820-9F7C-92A64CF60156}" type="pres">
      <dgm:prSet presAssocID="{E70B6F58-49FB-4B15-B2F3-B668548B1B42}" presName="sibTrans" presStyleCnt="0"/>
      <dgm:spPr/>
    </dgm:pt>
    <dgm:pt modelId="{02E229A4-FCB8-447A-89BE-921B17AC0C69}" type="pres">
      <dgm:prSet presAssocID="{B27ADF0B-C71D-474A-81E6-912DD28CE812}" presName="composite" presStyleCnt="0"/>
      <dgm:spPr/>
    </dgm:pt>
    <dgm:pt modelId="{35284086-54D7-415D-BFA1-381A8FA5C5C4}" type="pres">
      <dgm:prSet presAssocID="{B27ADF0B-C71D-474A-81E6-912DD28CE812}" presName="rect1" presStyleLbl="bgImgPlace1" presStyleIdx="3" presStyleCnt="11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BD9256B-E057-4476-AA06-A87A561A058D}" type="pres">
      <dgm:prSet presAssocID="{B27ADF0B-C71D-474A-81E6-912DD28CE812}" presName="wedgeRectCallout1" presStyleLbl="node1" presStyleIdx="3" presStyleCnt="11">
        <dgm:presLayoutVars>
          <dgm:bulletEnabled val="1"/>
        </dgm:presLayoutVars>
      </dgm:prSet>
      <dgm:spPr/>
    </dgm:pt>
    <dgm:pt modelId="{2C30B15B-4F79-479F-BABF-54F23E3B9F16}" type="pres">
      <dgm:prSet presAssocID="{5B78E930-8D4A-4DAE-9A09-BAA15CA43ADA}" presName="sibTrans" presStyleCnt="0"/>
      <dgm:spPr/>
    </dgm:pt>
    <dgm:pt modelId="{54E393C0-C2C4-4174-8667-8E81E0BC7ECA}" type="pres">
      <dgm:prSet presAssocID="{3F2256C6-1106-4A97-99E2-B23123BF0153}" presName="composite" presStyleCnt="0"/>
      <dgm:spPr/>
    </dgm:pt>
    <dgm:pt modelId="{357A98C3-8793-4EE9-A6C5-0F04E1E4978A}" type="pres">
      <dgm:prSet presAssocID="{3F2256C6-1106-4A97-99E2-B23123BF0153}" presName="rect1" presStyleLbl="bgImgPlace1" presStyleIdx="4" presStyleCnt="11"/>
      <dgm:spPr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AFE0660-8F37-4EF7-839A-BF9F906EBA12}" type="pres">
      <dgm:prSet presAssocID="{3F2256C6-1106-4A97-99E2-B23123BF0153}" presName="wedgeRectCallout1" presStyleLbl="node1" presStyleIdx="4" presStyleCnt="11">
        <dgm:presLayoutVars>
          <dgm:bulletEnabled val="1"/>
        </dgm:presLayoutVars>
      </dgm:prSet>
      <dgm:spPr/>
    </dgm:pt>
    <dgm:pt modelId="{33F37DD6-3CBF-4B5B-B62D-7E422A35A331}" type="pres">
      <dgm:prSet presAssocID="{59380206-5323-401D-89D4-FCBB8706A042}" presName="sibTrans" presStyleCnt="0"/>
      <dgm:spPr/>
    </dgm:pt>
    <dgm:pt modelId="{8EF15AB9-A337-4AC5-B504-8CAE3E9F0FF2}" type="pres">
      <dgm:prSet presAssocID="{3689C33B-96C8-4F9B-AFCC-B95701D9F857}" presName="composite" presStyleCnt="0"/>
      <dgm:spPr/>
    </dgm:pt>
    <dgm:pt modelId="{59B3223D-4BC5-40EF-9E59-5B4543C227B2}" type="pres">
      <dgm:prSet presAssocID="{3689C33B-96C8-4F9B-AFCC-B95701D9F857}" presName="rect1" presStyleLbl="bgImgPlace1" presStyleIdx="5" presStyleCnt="11"/>
      <dgm:spPr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23E435A-87F5-4F57-BCC8-FDBEFB5AD38E}" type="pres">
      <dgm:prSet presAssocID="{3689C33B-96C8-4F9B-AFCC-B95701D9F857}" presName="wedgeRectCallout1" presStyleLbl="node1" presStyleIdx="5" presStyleCnt="11">
        <dgm:presLayoutVars>
          <dgm:bulletEnabled val="1"/>
        </dgm:presLayoutVars>
      </dgm:prSet>
      <dgm:spPr/>
    </dgm:pt>
    <dgm:pt modelId="{C2D5ED8A-C8ED-4DF1-BE19-257A417DFFF1}" type="pres">
      <dgm:prSet presAssocID="{31828282-5286-4D04-BEC9-78B236471329}" presName="sibTrans" presStyleCnt="0"/>
      <dgm:spPr/>
    </dgm:pt>
    <dgm:pt modelId="{796361D2-1DE1-461C-B9ED-11329FB41AAD}" type="pres">
      <dgm:prSet presAssocID="{F581B657-66E3-4973-8130-5A3A4F4FC125}" presName="composite" presStyleCnt="0"/>
      <dgm:spPr/>
    </dgm:pt>
    <dgm:pt modelId="{AF2AA03C-9162-44FE-9FBA-542489A3C46A}" type="pres">
      <dgm:prSet presAssocID="{F581B657-66E3-4973-8130-5A3A4F4FC125}" presName="rect1" presStyleLbl="bgImgPlace1" presStyleIdx="6" presStyleCnt="11"/>
      <dgm:spPr>
        <a:blipFill dpi="0" rotWithShape="1"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6AE0410-DC13-45BB-979E-EBA7ACDD0CB8}" type="pres">
      <dgm:prSet presAssocID="{F581B657-66E3-4973-8130-5A3A4F4FC125}" presName="wedgeRectCallout1" presStyleLbl="node1" presStyleIdx="6" presStyleCnt="11">
        <dgm:presLayoutVars>
          <dgm:bulletEnabled val="1"/>
        </dgm:presLayoutVars>
      </dgm:prSet>
      <dgm:spPr/>
    </dgm:pt>
    <dgm:pt modelId="{BE62132B-0C90-444E-82AA-A645696667BA}" type="pres">
      <dgm:prSet presAssocID="{979792F3-AE2B-482E-883A-894882FBBE0B}" presName="sibTrans" presStyleCnt="0"/>
      <dgm:spPr/>
    </dgm:pt>
    <dgm:pt modelId="{C25575FD-C355-44A5-B031-5A4EFAF51EA1}" type="pres">
      <dgm:prSet presAssocID="{7DE3699D-4C78-4E55-B660-1BDC34CC330B}" presName="composite" presStyleCnt="0"/>
      <dgm:spPr/>
    </dgm:pt>
    <dgm:pt modelId="{1100874C-1FDF-49DF-8C6B-746A479E0F40}" type="pres">
      <dgm:prSet presAssocID="{7DE3699D-4C78-4E55-B660-1BDC34CC330B}" presName="rect1" presStyleLbl="bgImgPlace1" presStyleIdx="7" presStyleCnt="11"/>
      <dgm:spPr>
        <a:blipFill dpi="0" rotWithShape="1"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F4872DAC-6E2A-4127-92DD-D863C3C00CF1}" type="pres">
      <dgm:prSet presAssocID="{7DE3699D-4C78-4E55-B660-1BDC34CC330B}" presName="wedgeRectCallout1" presStyleLbl="node1" presStyleIdx="7" presStyleCnt="11">
        <dgm:presLayoutVars>
          <dgm:bulletEnabled val="1"/>
        </dgm:presLayoutVars>
      </dgm:prSet>
      <dgm:spPr/>
    </dgm:pt>
    <dgm:pt modelId="{2A295D6E-91FC-465E-BBE8-FFC10870D063}" type="pres">
      <dgm:prSet presAssocID="{50017EEA-CD00-4000-A83A-F6CBFE11E541}" presName="sibTrans" presStyleCnt="0"/>
      <dgm:spPr/>
    </dgm:pt>
    <dgm:pt modelId="{0F952D21-6718-4979-9711-3A5ACD1069BC}" type="pres">
      <dgm:prSet presAssocID="{94C3117A-445B-4FDC-A173-AF37869899C3}" presName="composite" presStyleCnt="0"/>
      <dgm:spPr/>
    </dgm:pt>
    <dgm:pt modelId="{8EC7AC09-0DF8-432B-BB43-6AC14AA99905}" type="pres">
      <dgm:prSet presAssocID="{94C3117A-445B-4FDC-A173-AF37869899C3}" presName="rect1" presStyleLbl="bgImgPlace1" presStyleIdx="8" presStyleCnt="11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2F313BE-F2B3-49F6-8417-50842AB36218}" type="pres">
      <dgm:prSet presAssocID="{94C3117A-445B-4FDC-A173-AF37869899C3}" presName="wedgeRectCallout1" presStyleLbl="node1" presStyleIdx="8" presStyleCnt="11">
        <dgm:presLayoutVars>
          <dgm:bulletEnabled val="1"/>
        </dgm:presLayoutVars>
      </dgm:prSet>
      <dgm:spPr/>
    </dgm:pt>
    <dgm:pt modelId="{F76D0249-5376-4EFD-96DF-A9589F2AC747}" type="pres">
      <dgm:prSet presAssocID="{12EA2B0F-4205-460D-8732-020C53C2D2E2}" presName="sibTrans" presStyleCnt="0"/>
      <dgm:spPr/>
    </dgm:pt>
    <dgm:pt modelId="{4E748E5F-C407-426C-AB39-26D120BA6FDD}" type="pres">
      <dgm:prSet presAssocID="{79DFA20E-C484-47FD-B70B-7EDAC99A32BF}" presName="composite" presStyleCnt="0"/>
      <dgm:spPr/>
    </dgm:pt>
    <dgm:pt modelId="{0695C4DA-D941-4C5E-8283-2B53B83E3F27}" type="pres">
      <dgm:prSet presAssocID="{79DFA20E-C484-47FD-B70B-7EDAC99A32BF}" presName="rect1" presStyleLbl="bgImgPlace1" presStyleIdx="9" presStyleCnt="11"/>
      <dgm:spPr>
        <a:blipFill dpi="0" rotWithShape="1"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54DCC8E-641E-41E8-844C-FC651D6C7282}" type="pres">
      <dgm:prSet presAssocID="{79DFA20E-C484-47FD-B70B-7EDAC99A32BF}" presName="wedgeRectCallout1" presStyleLbl="node1" presStyleIdx="9" presStyleCnt="11">
        <dgm:presLayoutVars>
          <dgm:bulletEnabled val="1"/>
        </dgm:presLayoutVars>
      </dgm:prSet>
      <dgm:spPr/>
    </dgm:pt>
    <dgm:pt modelId="{474B0886-5FBB-4E72-B554-D8D0F414AC73}" type="pres">
      <dgm:prSet presAssocID="{988FC6B0-BDA6-4AC9-8F64-CB3395975411}" presName="sibTrans" presStyleCnt="0"/>
      <dgm:spPr/>
    </dgm:pt>
    <dgm:pt modelId="{1E9FDB8C-3AAB-4E45-BFB6-A391C3D834BA}" type="pres">
      <dgm:prSet presAssocID="{516200BC-E8B4-41A4-9683-541665B56F67}" presName="composite" presStyleCnt="0"/>
      <dgm:spPr/>
    </dgm:pt>
    <dgm:pt modelId="{0CD561AD-9C38-42E0-AC69-C138D8BEEFF9}" type="pres">
      <dgm:prSet presAssocID="{516200BC-E8B4-41A4-9683-541665B56F67}" presName="rect1" presStyleLbl="bgImgPlace1" presStyleIdx="10" presStyleCnt="11"/>
      <dgm:spPr>
        <a:blipFill dpi="0" rotWithShape="1"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BEB3BFC-9725-4950-8429-C919AC2FF348}" type="pres">
      <dgm:prSet presAssocID="{516200BC-E8B4-41A4-9683-541665B56F67}" presName="wedgeRectCallout1" presStyleLbl="node1" presStyleIdx="10" presStyleCnt="11">
        <dgm:presLayoutVars>
          <dgm:bulletEnabled val="1"/>
        </dgm:presLayoutVars>
      </dgm:prSet>
      <dgm:spPr/>
    </dgm:pt>
  </dgm:ptLst>
  <dgm:cxnLst>
    <dgm:cxn modelId="{58185005-F228-45AF-ACE3-7A7F533F2824}" srcId="{F9685BB3-BCF9-4704-8D13-5E9D0039381A}" destId="{1520BF62-D23E-450C-8023-A1DDF0BA9792}" srcOrd="1" destOrd="0" parTransId="{9D70793D-CD57-40B4-AFE4-41944F28B9D2}" sibTransId="{F30D112C-4A41-4E00-90ED-6C10B772E4CD}"/>
    <dgm:cxn modelId="{2F492912-914D-4A73-9D4F-8B0758C29839}" type="presOf" srcId="{3689C33B-96C8-4F9B-AFCC-B95701D9F857}" destId="{223E435A-87F5-4F57-BCC8-FDBEFB5AD38E}" srcOrd="0" destOrd="0" presId="urn:microsoft.com/office/officeart/2008/layout/BendingPictureCaptionList"/>
    <dgm:cxn modelId="{C3A96727-7E3C-4203-80A6-9A1F082A8380}" type="presOf" srcId="{3F2256C6-1106-4A97-99E2-B23123BF0153}" destId="{BAFE0660-8F37-4EF7-839A-BF9F906EBA12}" srcOrd="0" destOrd="0" presId="urn:microsoft.com/office/officeart/2008/layout/BendingPictureCaptionList"/>
    <dgm:cxn modelId="{B6102738-B3A6-47C5-B27C-FEDF056DA387}" srcId="{F9685BB3-BCF9-4704-8D13-5E9D0039381A}" destId="{79DFA20E-C484-47FD-B70B-7EDAC99A32BF}" srcOrd="9" destOrd="0" parTransId="{79E4089F-45DB-419D-AC88-85C81177051E}" sibTransId="{988FC6B0-BDA6-4AC9-8F64-CB3395975411}"/>
    <dgm:cxn modelId="{9EBC1F3B-E183-4AFA-9920-A3DC020F122B}" type="presOf" srcId="{7DE3699D-4C78-4E55-B660-1BDC34CC330B}" destId="{F4872DAC-6E2A-4127-92DD-D863C3C00CF1}" srcOrd="0" destOrd="0" presId="urn:microsoft.com/office/officeart/2008/layout/BendingPictureCaptionList"/>
    <dgm:cxn modelId="{6265DA3B-7BB8-49F5-AB06-B9D663C618A7}" srcId="{F9685BB3-BCF9-4704-8D13-5E9D0039381A}" destId="{B27ADF0B-C71D-474A-81E6-912DD28CE812}" srcOrd="3" destOrd="0" parTransId="{0BBD19F0-C291-4340-982A-C87DD24A5458}" sibTransId="{5B78E930-8D4A-4DAE-9A09-BAA15CA43ADA}"/>
    <dgm:cxn modelId="{E9C5EB3B-DCF3-4357-9B0F-C85170D5FA43}" srcId="{F9685BB3-BCF9-4704-8D13-5E9D0039381A}" destId="{94C3117A-445B-4FDC-A173-AF37869899C3}" srcOrd="8" destOrd="0" parTransId="{02A428EF-53FA-4494-BD4D-7BCCC0A52B29}" sibTransId="{12EA2B0F-4205-460D-8732-020C53C2D2E2}"/>
    <dgm:cxn modelId="{51AB4B3D-1DFC-46B9-9864-4628CF60EE77}" type="presOf" srcId="{B27ADF0B-C71D-474A-81E6-912DD28CE812}" destId="{BBD9256B-E057-4476-AA06-A87A561A058D}" srcOrd="0" destOrd="0" presId="urn:microsoft.com/office/officeart/2008/layout/BendingPictureCaptionList"/>
    <dgm:cxn modelId="{514AF25B-9387-4D72-B21C-922D1947AD78}" srcId="{F9685BB3-BCF9-4704-8D13-5E9D0039381A}" destId="{8BF7EB31-7B9B-442F-80DD-1D346C62DA10}" srcOrd="2" destOrd="0" parTransId="{F29354F5-624D-4ABD-9534-E3BF20758B7C}" sibTransId="{E70B6F58-49FB-4B15-B2F3-B668548B1B42}"/>
    <dgm:cxn modelId="{07174F4A-F4AC-402D-A149-64642AE22B13}" srcId="{F9685BB3-BCF9-4704-8D13-5E9D0039381A}" destId="{F581B657-66E3-4973-8130-5A3A4F4FC125}" srcOrd="6" destOrd="0" parTransId="{E4F2F372-4B05-4BEB-9881-8EE034812094}" sibTransId="{979792F3-AE2B-482E-883A-894882FBBE0B}"/>
    <dgm:cxn modelId="{5351574E-6860-486B-B9E4-0F3370EE2A03}" type="presOf" srcId="{94C3117A-445B-4FDC-A173-AF37869899C3}" destId="{52F313BE-F2B3-49F6-8417-50842AB36218}" srcOrd="0" destOrd="0" presId="urn:microsoft.com/office/officeart/2008/layout/BendingPictureCaptionList"/>
    <dgm:cxn modelId="{B0CBC18B-A9A0-44AB-A217-29E7D8D2995C}" srcId="{F9685BB3-BCF9-4704-8D13-5E9D0039381A}" destId="{3F2256C6-1106-4A97-99E2-B23123BF0153}" srcOrd="4" destOrd="0" parTransId="{006AB8D6-605F-461A-8508-5EA695AD7BFF}" sibTransId="{59380206-5323-401D-89D4-FCBB8706A042}"/>
    <dgm:cxn modelId="{CFB49A94-8609-4AA2-A547-BC9D1C2435BC}" srcId="{F9685BB3-BCF9-4704-8D13-5E9D0039381A}" destId="{D2D267D7-E4BD-4EFF-BD79-23811104FF7B}" srcOrd="0" destOrd="0" parTransId="{2EA9FE55-E0CD-410C-A323-3674BDCEBA88}" sibTransId="{408EF38C-6FC8-4351-9FE9-66DC233F03AA}"/>
    <dgm:cxn modelId="{127F00A3-8018-470D-B5EE-40287823D6CF}" srcId="{F9685BB3-BCF9-4704-8D13-5E9D0039381A}" destId="{7DE3699D-4C78-4E55-B660-1BDC34CC330B}" srcOrd="7" destOrd="0" parTransId="{DB1C1518-1B79-44E6-8C32-0D2FD5048986}" sibTransId="{50017EEA-CD00-4000-A83A-F6CBFE11E541}"/>
    <dgm:cxn modelId="{50335AAA-2565-4BAE-A642-19055D516727}" type="presOf" srcId="{79DFA20E-C484-47FD-B70B-7EDAC99A32BF}" destId="{854DCC8E-641E-41E8-844C-FC651D6C7282}" srcOrd="0" destOrd="0" presId="urn:microsoft.com/office/officeart/2008/layout/BendingPictureCaptionList"/>
    <dgm:cxn modelId="{A2A018BD-4B16-428A-9C42-E3A36C921545}" srcId="{F9685BB3-BCF9-4704-8D13-5E9D0039381A}" destId="{516200BC-E8B4-41A4-9683-541665B56F67}" srcOrd="10" destOrd="0" parTransId="{6CC99642-762D-4AA6-AE33-274FE2EEEE90}" sibTransId="{2222B747-CC5C-497B-AD80-DFBCED8CBAE6}"/>
    <dgm:cxn modelId="{E1C437CC-3505-4055-8AA3-CAEF8EF319B7}" type="presOf" srcId="{F581B657-66E3-4973-8130-5A3A4F4FC125}" destId="{46AE0410-DC13-45BB-979E-EBA7ACDD0CB8}" srcOrd="0" destOrd="0" presId="urn:microsoft.com/office/officeart/2008/layout/BendingPictureCaptionList"/>
    <dgm:cxn modelId="{1118F8D4-0614-4619-9B7C-0813369697BC}" type="presOf" srcId="{1520BF62-D23E-450C-8023-A1DDF0BA9792}" destId="{1F34A2E2-1DB7-4059-90A3-09B7A983624D}" srcOrd="0" destOrd="0" presId="urn:microsoft.com/office/officeart/2008/layout/BendingPictureCaptionList"/>
    <dgm:cxn modelId="{CB4C0DDB-54D2-4FE3-9C7A-59DA04C423C8}" type="presOf" srcId="{516200BC-E8B4-41A4-9683-541665B56F67}" destId="{EBEB3BFC-9725-4950-8429-C919AC2FF348}" srcOrd="0" destOrd="0" presId="urn:microsoft.com/office/officeart/2008/layout/BendingPictureCaptionList"/>
    <dgm:cxn modelId="{541A25E5-0085-4529-9259-4CB27C356AFC}" type="presOf" srcId="{F9685BB3-BCF9-4704-8D13-5E9D0039381A}" destId="{94709E10-2646-4380-A591-5ED5EFFFFA1D}" srcOrd="0" destOrd="0" presId="urn:microsoft.com/office/officeart/2008/layout/BendingPictureCaptionList"/>
    <dgm:cxn modelId="{B7F590E8-0BDC-4F85-BB5E-4499A235D115}" srcId="{F9685BB3-BCF9-4704-8D13-5E9D0039381A}" destId="{3689C33B-96C8-4F9B-AFCC-B95701D9F857}" srcOrd="5" destOrd="0" parTransId="{FAC97663-69B9-4929-917D-84B1B1EF45B4}" sibTransId="{31828282-5286-4D04-BEC9-78B236471329}"/>
    <dgm:cxn modelId="{3FDE90EB-BEA8-414A-A81D-F0084AAC6EDD}" type="presOf" srcId="{D2D267D7-E4BD-4EFF-BD79-23811104FF7B}" destId="{D4BECC96-699B-4ECD-94A3-471D07878A3B}" srcOrd="0" destOrd="0" presId="urn:microsoft.com/office/officeart/2008/layout/BendingPictureCaptionList"/>
    <dgm:cxn modelId="{BF3B92F8-E342-4461-8FE0-EE968EE6067F}" type="presOf" srcId="{8BF7EB31-7B9B-442F-80DD-1D346C62DA10}" destId="{319E548C-F053-475F-8C07-D771CEFEF4E6}" srcOrd="0" destOrd="0" presId="urn:microsoft.com/office/officeart/2008/layout/BendingPictureCaptionList"/>
    <dgm:cxn modelId="{AB0AB19E-0545-4C44-B9DC-C951FF963D00}" type="presParOf" srcId="{94709E10-2646-4380-A591-5ED5EFFFFA1D}" destId="{7035F553-265F-4ACC-BF8E-309B07C574E2}" srcOrd="0" destOrd="0" presId="urn:microsoft.com/office/officeart/2008/layout/BendingPictureCaptionList"/>
    <dgm:cxn modelId="{77142591-DF68-4031-ABB7-FA97915F0781}" type="presParOf" srcId="{7035F553-265F-4ACC-BF8E-309B07C574E2}" destId="{87F80EC9-7B35-4E10-AB1F-19671B0314B0}" srcOrd="0" destOrd="0" presId="urn:microsoft.com/office/officeart/2008/layout/BendingPictureCaptionList"/>
    <dgm:cxn modelId="{53B14148-1A79-4611-813C-FE06839495FF}" type="presParOf" srcId="{7035F553-265F-4ACC-BF8E-309B07C574E2}" destId="{D4BECC96-699B-4ECD-94A3-471D07878A3B}" srcOrd="1" destOrd="0" presId="urn:microsoft.com/office/officeart/2008/layout/BendingPictureCaptionList"/>
    <dgm:cxn modelId="{74287B96-248A-46F3-A0FA-12F66B48976F}" type="presParOf" srcId="{94709E10-2646-4380-A591-5ED5EFFFFA1D}" destId="{CBAA0998-0AD7-418C-A8C5-53084F31D927}" srcOrd="1" destOrd="0" presId="urn:microsoft.com/office/officeart/2008/layout/BendingPictureCaptionList"/>
    <dgm:cxn modelId="{18C61507-0E2B-4EED-8D1B-116FB2E60EEC}" type="presParOf" srcId="{94709E10-2646-4380-A591-5ED5EFFFFA1D}" destId="{E85D9B19-9FB0-4ED5-8240-89EE4C750326}" srcOrd="2" destOrd="0" presId="urn:microsoft.com/office/officeart/2008/layout/BendingPictureCaptionList"/>
    <dgm:cxn modelId="{5BB35383-A324-4EF7-991F-29876B550F86}" type="presParOf" srcId="{E85D9B19-9FB0-4ED5-8240-89EE4C750326}" destId="{B325DA75-17E2-4636-8AD4-1819E9DB6234}" srcOrd="0" destOrd="0" presId="urn:microsoft.com/office/officeart/2008/layout/BendingPictureCaptionList"/>
    <dgm:cxn modelId="{F48A0013-69CE-4B68-B9D8-F35AADC4B324}" type="presParOf" srcId="{E85D9B19-9FB0-4ED5-8240-89EE4C750326}" destId="{1F34A2E2-1DB7-4059-90A3-09B7A983624D}" srcOrd="1" destOrd="0" presId="urn:microsoft.com/office/officeart/2008/layout/BendingPictureCaptionList"/>
    <dgm:cxn modelId="{38C594B1-2306-4A88-ACA1-B22E18FAB5B7}" type="presParOf" srcId="{94709E10-2646-4380-A591-5ED5EFFFFA1D}" destId="{63ED3B70-C809-4DEF-83F8-2E2357A30F2C}" srcOrd="3" destOrd="0" presId="urn:microsoft.com/office/officeart/2008/layout/BendingPictureCaptionList"/>
    <dgm:cxn modelId="{0B2D5359-4E7A-44E8-B7CF-ABBEDDFAAC89}" type="presParOf" srcId="{94709E10-2646-4380-A591-5ED5EFFFFA1D}" destId="{60A9F3D0-C305-4CC4-8A5E-311E3C6E6961}" srcOrd="4" destOrd="0" presId="urn:microsoft.com/office/officeart/2008/layout/BendingPictureCaptionList"/>
    <dgm:cxn modelId="{9B42EE25-C0B0-4428-85E2-651A25B5752C}" type="presParOf" srcId="{60A9F3D0-C305-4CC4-8A5E-311E3C6E6961}" destId="{336CBD08-7D69-4CA3-A0AD-D2FDCCE035BA}" srcOrd="0" destOrd="0" presId="urn:microsoft.com/office/officeart/2008/layout/BendingPictureCaptionList"/>
    <dgm:cxn modelId="{F261EF44-2486-441E-B491-E358470247CD}" type="presParOf" srcId="{60A9F3D0-C305-4CC4-8A5E-311E3C6E6961}" destId="{319E548C-F053-475F-8C07-D771CEFEF4E6}" srcOrd="1" destOrd="0" presId="urn:microsoft.com/office/officeart/2008/layout/BendingPictureCaptionList"/>
    <dgm:cxn modelId="{72BE35AB-3750-4AD2-B9F9-108E7477F277}" type="presParOf" srcId="{94709E10-2646-4380-A591-5ED5EFFFFA1D}" destId="{D2DB10A4-12F5-4820-9F7C-92A64CF60156}" srcOrd="5" destOrd="0" presId="urn:microsoft.com/office/officeart/2008/layout/BendingPictureCaptionList"/>
    <dgm:cxn modelId="{005720E6-CCA2-40D8-9568-B689246452C3}" type="presParOf" srcId="{94709E10-2646-4380-A591-5ED5EFFFFA1D}" destId="{02E229A4-FCB8-447A-89BE-921B17AC0C69}" srcOrd="6" destOrd="0" presId="urn:microsoft.com/office/officeart/2008/layout/BendingPictureCaptionList"/>
    <dgm:cxn modelId="{E7239841-2A33-4153-908F-F2DDAD4C5EA6}" type="presParOf" srcId="{02E229A4-FCB8-447A-89BE-921B17AC0C69}" destId="{35284086-54D7-415D-BFA1-381A8FA5C5C4}" srcOrd="0" destOrd="0" presId="urn:microsoft.com/office/officeart/2008/layout/BendingPictureCaptionList"/>
    <dgm:cxn modelId="{347AE50D-2C65-4AD6-BD26-EFB527FC7E05}" type="presParOf" srcId="{02E229A4-FCB8-447A-89BE-921B17AC0C69}" destId="{BBD9256B-E057-4476-AA06-A87A561A058D}" srcOrd="1" destOrd="0" presId="urn:microsoft.com/office/officeart/2008/layout/BendingPictureCaptionList"/>
    <dgm:cxn modelId="{8939D46C-082B-48D8-A003-E27B5C302BDE}" type="presParOf" srcId="{94709E10-2646-4380-A591-5ED5EFFFFA1D}" destId="{2C30B15B-4F79-479F-BABF-54F23E3B9F16}" srcOrd="7" destOrd="0" presId="urn:microsoft.com/office/officeart/2008/layout/BendingPictureCaptionList"/>
    <dgm:cxn modelId="{EB2FA178-79D0-4E19-951D-C3D074EE7DBB}" type="presParOf" srcId="{94709E10-2646-4380-A591-5ED5EFFFFA1D}" destId="{54E393C0-C2C4-4174-8667-8E81E0BC7ECA}" srcOrd="8" destOrd="0" presId="urn:microsoft.com/office/officeart/2008/layout/BendingPictureCaptionList"/>
    <dgm:cxn modelId="{C658085A-D292-484E-BD70-277717BEA480}" type="presParOf" srcId="{54E393C0-C2C4-4174-8667-8E81E0BC7ECA}" destId="{357A98C3-8793-4EE9-A6C5-0F04E1E4978A}" srcOrd="0" destOrd="0" presId="urn:microsoft.com/office/officeart/2008/layout/BendingPictureCaptionList"/>
    <dgm:cxn modelId="{EFAA6D84-ADA6-4D0F-A8C5-B859492462EA}" type="presParOf" srcId="{54E393C0-C2C4-4174-8667-8E81E0BC7ECA}" destId="{BAFE0660-8F37-4EF7-839A-BF9F906EBA12}" srcOrd="1" destOrd="0" presId="urn:microsoft.com/office/officeart/2008/layout/BendingPictureCaptionList"/>
    <dgm:cxn modelId="{8D43C6C8-2985-459D-95ED-09F72E896606}" type="presParOf" srcId="{94709E10-2646-4380-A591-5ED5EFFFFA1D}" destId="{33F37DD6-3CBF-4B5B-B62D-7E422A35A331}" srcOrd="9" destOrd="0" presId="urn:microsoft.com/office/officeart/2008/layout/BendingPictureCaptionList"/>
    <dgm:cxn modelId="{4CBDFF39-7761-4489-9103-1D99C90C6924}" type="presParOf" srcId="{94709E10-2646-4380-A591-5ED5EFFFFA1D}" destId="{8EF15AB9-A337-4AC5-B504-8CAE3E9F0FF2}" srcOrd="10" destOrd="0" presId="urn:microsoft.com/office/officeart/2008/layout/BendingPictureCaptionList"/>
    <dgm:cxn modelId="{C4CEA5EC-B843-49C4-952D-3939417FAC0A}" type="presParOf" srcId="{8EF15AB9-A337-4AC5-B504-8CAE3E9F0FF2}" destId="{59B3223D-4BC5-40EF-9E59-5B4543C227B2}" srcOrd="0" destOrd="0" presId="urn:microsoft.com/office/officeart/2008/layout/BendingPictureCaptionList"/>
    <dgm:cxn modelId="{5DF07C0F-AD33-443C-876A-28E130DA3DCE}" type="presParOf" srcId="{8EF15AB9-A337-4AC5-B504-8CAE3E9F0FF2}" destId="{223E435A-87F5-4F57-BCC8-FDBEFB5AD38E}" srcOrd="1" destOrd="0" presId="urn:microsoft.com/office/officeart/2008/layout/BendingPictureCaptionList"/>
    <dgm:cxn modelId="{F6790250-C259-4267-ADDE-961BACBF382E}" type="presParOf" srcId="{94709E10-2646-4380-A591-5ED5EFFFFA1D}" destId="{C2D5ED8A-C8ED-4DF1-BE19-257A417DFFF1}" srcOrd="11" destOrd="0" presId="urn:microsoft.com/office/officeart/2008/layout/BendingPictureCaptionList"/>
    <dgm:cxn modelId="{9FD3621F-E412-4E7E-96CB-7A95770FCFC0}" type="presParOf" srcId="{94709E10-2646-4380-A591-5ED5EFFFFA1D}" destId="{796361D2-1DE1-461C-B9ED-11329FB41AAD}" srcOrd="12" destOrd="0" presId="urn:microsoft.com/office/officeart/2008/layout/BendingPictureCaptionList"/>
    <dgm:cxn modelId="{CB3FD2F1-6A14-40CD-BCA5-B80BF18C4E9B}" type="presParOf" srcId="{796361D2-1DE1-461C-B9ED-11329FB41AAD}" destId="{AF2AA03C-9162-44FE-9FBA-542489A3C46A}" srcOrd="0" destOrd="0" presId="urn:microsoft.com/office/officeart/2008/layout/BendingPictureCaptionList"/>
    <dgm:cxn modelId="{51002DF6-8C12-4151-A158-7DEE4E8CB511}" type="presParOf" srcId="{796361D2-1DE1-461C-B9ED-11329FB41AAD}" destId="{46AE0410-DC13-45BB-979E-EBA7ACDD0CB8}" srcOrd="1" destOrd="0" presId="urn:microsoft.com/office/officeart/2008/layout/BendingPictureCaptionList"/>
    <dgm:cxn modelId="{7C66FFDC-A385-4ED6-9531-36F258224742}" type="presParOf" srcId="{94709E10-2646-4380-A591-5ED5EFFFFA1D}" destId="{BE62132B-0C90-444E-82AA-A645696667BA}" srcOrd="13" destOrd="0" presId="urn:microsoft.com/office/officeart/2008/layout/BendingPictureCaptionList"/>
    <dgm:cxn modelId="{157198C4-FC8F-4DEA-9B78-765DE5330924}" type="presParOf" srcId="{94709E10-2646-4380-A591-5ED5EFFFFA1D}" destId="{C25575FD-C355-44A5-B031-5A4EFAF51EA1}" srcOrd="14" destOrd="0" presId="urn:microsoft.com/office/officeart/2008/layout/BendingPictureCaptionList"/>
    <dgm:cxn modelId="{8AC121C7-6592-4F40-925F-A789EEAB81B0}" type="presParOf" srcId="{C25575FD-C355-44A5-B031-5A4EFAF51EA1}" destId="{1100874C-1FDF-49DF-8C6B-746A479E0F40}" srcOrd="0" destOrd="0" presId="urn:microsoft.com/office/officeart/2008/layout/BendingPictureCaptionList"/>
    <dgm:cxn modelId="{892EE299-2C0F-41EC-BBAB-6B63CB47556C}" type="presParOf" srcId="{C25575FD-C355-44A5-B031-5A4EFAF51EA1}" destId="{F4872DAC-6E2A-4127-92DD-D863C3C00CF1}" srcOrd="1" destOrd="0" presId="urn:microsoft.com/office/officeart/2008/layout/BendingPictureCaptionList"/>
    <dgm:cxn modelId="{AF9E3708-A5EC-4600-91AF-DBE0D2C23005}" type="presParOf" srcId="{94709E10-2646-4380-A591-5ED5EFFFFA1D}" destId="{2A295D6E-91FC-465E-BBE8-FFC10870D063}" srcOrd="15" destOrd="0" presId="urn:microsoft.com/office/officeart/2008/layout/BendingPictureCaptionList"/>
    <dgm:cxn modelId="{92B7505E-C83A-439B-9F9A-E8D796B2EBE4}" type="presParOf" srcId="{94709E10-2646-4380-A591-5ED5EFFFFA1D}" destId="{0F952D21-6718-4979-9711-3A5ACD1069BC}" srcOrd="16" destOrd="0" presId="urn:microsoft.com/office/officeart/2008/layout/BendingPictureCaptionList"/>
    <dgm:cxn modelId="{3F37893D-53BE-4050-8990-FF2CE2BE70C1}" type="presParOf" srcId="{0F952D21-6718-4979-9711-3A5ACD1069BC}" destId="{8EC7AC09-0DF8-432B-BB43-6AC14AA99905}" srcOrd="0" destOrd="0" presId="urn:microsoft.com/office/officeart/2008/layout/BendingPictureCaptionList"/>
    <dgm:cxn modelId="{D3EBF392-2DCC-438A-B101-AD035A6D5929}" type="presParOf" srcId="{0F952D21-6718-4979-9711-3A5ACD1069BC}" destId="{52F313BE-F2B3-49F6-8417-50842AB36218}" srcOrd="1" destOrd="0" presId="urn:microsoft.com/office/officeart/2008/layout/BendingPictureCaptionList"/>
    <dgm:cxn modelId="{BD5C63E5-DA78-40F3-A7ED-246DAACC7883}" type="presParOf" srcId="{94709E10-2646-4380-A591-5ED5EFFFFA1D}" destId="{F76D0249-5376-4EFD-96DF-A9589F2AC747}" srcOrd="17" destOrd="0" presId="urn:microsoft.com/office/officeart/2008/layout/BendingPictureCaptionList"/>
    <dgm:cxn modelId="{DB72341D-6A47-4F1A-AA4B-3872F846855A}" type="presParOf" srcId="{94709E10-2646-4380-A591-5ED5EFFFFA1D}" destId="{4E748E5F-C407-426C-AB39-26D120BA6FDD}" srcOrd="18" destOrd="0" presId="urn:microsoft.com/office/officeart/2008/layout/BendingPictureCaptionList"/>
    <dgm:cxn modelId="{08290D7E-54A2-4E12-A1E0-84F65EFC01A3}" type="presParOf" srcId="{4E748E5F-C407-426C-AB39-26D120BA6FDD}" destId="{0695C4DA-D941-4C5E-8283-2B53B83E3F27}" srcOrd="0" destOrd="0" presId="urn:microsoft.com/office/officeart/2008/layout/BendingPictureCaptionList"/>
    <dgm:cxn modelId="{C90321B4-B06D-4AD6-87B0-F7F1EB9262BF}" type="presParOf" srcId="{4E748E5F-C407-426C-AB39-26D120BA6FDD}" destId="{854DCC8E-641E-41E8-844C-FC651D6C7282}" srcOrd="1" destOrd="0" presId="urn:microsoft.com/office/officeart/2008/layout/BendingPictureCaptionList"/>
    <dgm:cxn modelId="{D5B3AAB2-8745-4058-A760-E9564E1376BD}" type="presParOf" srcId="{94709E10-2646-4380-A591-5ED5EFFFFA1D}" destId="{474B0886-5FBB-4E72-B554-D8D0F414AC73}" srcOrd="19" destOrd="0" presId="urn:microsoft.com/office/officeart/2008/layout/BendingPictureCaptionList"/>
    <dgm:cxn modelId="{CA2D4ADF-875E-4B8E-B4C8-1E0C3AE82F42}" type="presParOf" srcId="{94709E10-2646-4380-A591-5ED5EFFFFA1D}" destId="{1E9FDB8C-3AAB-4E45-BFB6-A391C3D834BA}" srcOrd="20" destOrd="0" presId="urn:microsoft.com/office/officeart/2008/layout/BendingPictureCaptionList"/>
    <dgm:cxn modelId="{F9B9777E-6FE7-45E4-BF83-03579703D4C9}" type="presParOf" srcId="{1E9FDB8C-3AAB-4E45-BFB6-A391C3D834BA}" destId="{0CD561AD-9C38-42E0-AC69-C138D8BEEFF9}" srcOrd="0" destOrd="0" presId="urn:microsoft.com/office/officeart/2008/layout/BendingPictureCaptionList"/>
    <dgm:cxn modelId="{B33F2E10-2377-429F-8F1D-4F45B674AD2C}" type="presParOf" srcId="{1E9FDB8C-3AAB-4E45-BFB6-A391C3D834BA}" destId="{EBEB3BFC-9725-4950-8429-C919AC2FF348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8F0ECF-74F2-46BF-A248-F0BB8BDA1E55}" type="doc">
      <dgm:prSet loTypeId="urn:microsoft.com/office/officeart/2005/8/layout/bList2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75457370-242B-4D4C-A9BD-0561AF19B2EC}">
      <dgm:prSet/>
      <dgm:spPr/>
      <dgm:t>
        <a:bodyPr/>
        <a:lstStyle/>
        <a:p>
          <a:pPr latinLnBrk="1"/>
          <a:r>
            <a:rPr lang="ko-KR"/>
            <a:t>자기</a:t>
          </a:r>
          <a:r>
            <a:rPr lang="en-US"/>
            <a:t>(</a:t>
          </a:r>
          <a:r>
            <a:rPr lang="ko-KR"/>
            <a:t>자석</a:t>
          </a:r>
          <a:r>
            <a:rPr lang="en-US"/>
            <a:t>)</a:t>
          </a:r>
          <a:endParaRPr lang="ko-KR"/>
        </a:p>
      </dgm:t>
    </dgm:pt>
    <dgm:pt modelId="{74D0421E-7590-4FA3-A1DF-3696459ABC9D}" type="parTrans" cxnId="{31455854-87F6-483F-B295-D1ACA0E8DEEF}">
      <dgm:prSet/>
      <dgm:spPr/>
      <dgm:t>
        <a:bodyPr/>
        <a:lstStyle/>
        <a:p>
          <a:pPr latinLnBrk="1"/>
          <a:endParaRPr lang="ko-KR" altLang="en-US"/>
        </a:p>
      </dgm:t>
    </dgm:pt>
    <dgm:pt modelId="{D4742084-7485-475C-9D2B-9736EA45F458}" type="sibTrans" cxnId="{31455854-87F6-483F-B295-D1ACA0E8DEEF}">
      <dgm:prSet/>
      <dgm:spPr/>
      <dgm:t>
        <a:bodyPr/>
        <a:lstStyle/>
        <a:p>
          <a:pPr latinLnBrk="1"/>
          <a:endParaRPr lang="ko-KR" altLang="en-US"/>
        </a:p>
      </dgm:t>
    </dgm:pt>
    <dgm:pt modelId="{3D904616-8EAD-4554-9FC0-AFC9B4BE26A0}">
      <dgm:prSet/>
      <dgm:spPr/>
      <dgm:t>
        <a:bodyPr/>
        <a:lstStyle/>
        <a:p>
          <a:pPr latinLnBrk="1"/>
          <a:r>
            <a:rPr lang="en-US"/>
            <a:t>HDD</a:t>
          </a:r>
          <a:endParaRPr lang="ko-KR"/>
        </a:p>
      </dgm:t>
    </dgm:pt>
    <dgm:pt modelId="{BE65E90A-5CD5-4009-8D3F-08272AF127A4}" type="parTrans" cxnId="{212CFFCE-E928-4042-A86E-C772AF45900B}">
      <dgm:prSet/>
      <dgm:spPr/>
      <dgm:t>
        <a:bodyPr/>
        <a:lstStyle/>
        <a:p>
          <a:pPr latinLnBrk="1"/>
          <a:endParaRPr lang="ko-KR" altLang="en-US"/>
        </a:p>
      </dgm:t>
    </dgm:pt>
    <dgm:pt modelId="{44346AAD-974A-448B-9E70-FF30779B5B70}" type="sibTrans" cxnId="{212CFFCE-E928-4042-A86E-C772AF45900B}">
      <dgm:prSet/>
      <dgm:spPr/>
      <dgm:t>
        <a:bodyPr/>
        <a:lstStyle/>
        <a:p>
          <a:pPr latinLnBrk="1"/>
          <a:endParaRPr lang="ko-KR" altLang="en-US"/>
        </a:p>
      </dgm:t>
    </dgm:pt>
    <dgm:pt modelId="{D51A5169-4A6C-40D3-A832-79A8B7CED69A}">
      <dgm:prSet/>
      <dgm:spPr/>
      <dgm:t>
        <a:bodyPr/>
        <a:lstStyle/>
        <a:p>
          <a:pPr latinLnBrk="1"/>
          <a:r>
            <a:rPr lang="en-US"/>
            <a:t>FDD</a:t>
          </a:r>
          <a:endParaRPr lang="ko-KR"/>
        </a:p>
      </dgm:t>
    </dgm:pt>
    <dgm:pt modelId="{E9B09DF4-F889-470B-A03C-652ED8C2565D}" type="parTrans" cxnId="{D7A45474-95DC-4795-B696-54621F3BF08E}">
      <dgm:prSet/>
      <dgm:spPr/>
      <dgm:t>
        <a:bodyPr/>
        <a:lstStyle/>
        <a:p>
          <a:pPr latinLnBrk="1"/>
          <a:endParaRPr lang="ko-KR" altLang="en-US"/>
        </a:p>
      </dgm:t>
    </dgm:pt>
    <dgm:pt modelId="{AFF68F9B-0AB8-4B0F-A743-AFD5A3990CC9}" type="sibTrans" cxnId="{D7A45474-95DC-4795-B696-54621F3BF08E}">
      <dgm:prSet/>
      <dgm:spPr/>
      <dgm:t>
        <a:bodyPr/>
        <a:lstStyle/>
        <a:p>
          <a:pPr latinLnBrk="1"/>
          <a:endParaRPr lang="ko-KR" altLang="en-US"/>
        </a:p>
      </dgm:t>
    </dgm:pt>
    <dgm:pt modelId="{AE1BB9CB-8A91-40D4-9D71-65A1DAEF9D2C}">
      <dgm:prSet/>
      <dgm:spPr/>
      <dgm:t>
        <a:bodyPr/>
        <a:lstStyle/>
        <a:p>
          <a:pPr latinLnBrk="1"/>
          <a:r>
            <a:rPr lang="ko-KR" dirty="0"/>
            <a:t>자기테이프</a:t>
          </a:r>
        </a:p>
      </dgm:t>
    </dgm:pt>
    <dgm:pt modelId="{44CEDDE8-D279-43DE-BD4B-67D00E5B8301}" type="parTrans" cxnId="{601CD87E-0CA1-4C4C-AFBF-43CCF8A9AAE2}">
      <dgm:prSet/>
      <dgm:spPr/>
      <dgm:t>
        <a:bodyPr/>
        <a:lstStyle/>
        <a:p>
          <a:pPr latinLnBrk="1"/>
          <a:endParaRPr lang="ko-KR" altLang="en-US"/>
        </a:p>
      </dgm:t>
    </dgm:pt>
    <dgm:pt modelId="{40DBB902-5C83-4525-84C6-D49C4FDAFB13}" type="sibTrans" cxnId="{601CD87E-0CA1-4C4C-AFBF-43CCF8A9AAE2}">
      <dgm:prSet/>
      <dgm:spPr/>
      <dgm:t>
        <a:bodyPr/>
        <a:lstStyle/>
        <a:p>
          <a:pPr latinLnBrk="1"/>
          <a:endParaRPr lang="ko-KR" altLang="en-US"/>
        </a:p>
      </dgm:t>
    </dgm:pt>
    <dgm:pt modelId="{67C82055-3359-43C4-813B-B7A9B2134FCF}">
      <dgm:prSet/>
      <dgm:spPr/>
      <dgm:t>
        <a:bodyPr/>
        <a:lstStyle/>
        <a:p>
          <a:pPr latinLnBrk="1"/>
          <a:r>
            <a:rPr lang="ko-KR"/>
            <a:t>전기</a:t>
          </a:r>
          <a:r>
            <a:rPr lang="en-US"/>
            <a:t>(</a:t>
          </a:r>
          <a:r>
            <a:rPr lang="ko-KR"/>
            <a:t>전자</a:t>
          </a:r>
          <a:r>
            <a:rPr lang="en-US"/>
            <a:t>)</a:t>
          </a:r>
          <a:endParaRPr lang="ko-KR"/>
        </a:p>
      </dgm:t>
    </dgm:pt>
    <dgm:pt modelId="{863968EA-3862-4483-A9DD-2B0729BEB501}" type="parTrans" cxnId="{966D7BA6-6AE5-40FA-8E81-9568F99AC63C}">
      <dgm:prSet/>
      <dgm:spPr/>
      <dgm:t>
        <a:bodyPr/>
        <a:lstStyle/>
        <a:p>
          <a:pPr latinLnBrk="1"/>
          <a:endParaRPr lang="ko-KR" altLang="en-US"/>
        </a:p>
      </dgm:t>
    </dgm:pt>
    <dgm:pt modelId="{8E0045FC-1C93-4FDF-9DB5-21AB0C3054C2}" type="sibTrans" cxnId="{966D7BA6-6AE5-40FA-8E81-9568F99AC63C}">
      <dgm:prSet/>
      <dgm:spPr/>
      <dgm:t>
        <a:bodyPr/>
        <a:lstStyle/>
        <a:p>
          <a:pPr latinLnBrk="1"/>
          <a:endParaRPr lang="ko-KR" altLang="en-US"/>
        </a:p>
      </dgm:t>
    </dgm:pt>
    <dgm:pt modelId="{0C66B7A4-8836-4591-86C5-0CFEFF2757C8}">
      <dgm:prSet/>
      <dgm:spPr/>
      <dgm:t>
        <a:bodyPr/>
        <a:lstStyle/>
        <a:p>
          <a:pPr latinLnBrk="1"/>
          <a:r>
            <a:rPr lang="en-US"/>
            <a:t>SSD</a:t>
          </a:r>
          <a:endParaRPr lang="ko-KR"/>
        </a:p>
      </dgm:t>
    </dgm:pt>
    <dgm:pt modelId="{8D9BF4B4-4FE3-4505-AD80-7AC78AB76A31}" type="parTrans" cxnId="{3919DA4F-56DB-49D4-A008-BD1125D64386}">
      <dgm:prSet/>
      <dgm:spPr/>
      <dgm:t>
        <a:bodyPr/>
        <a:lstStyle/>
        <a:p>
          <a:pPr latinLnBrk="1"/>
          <a:endParaRPr lang="ko-KR" altLang="en-US"/>
        </a:p>
      </dgm:t>
    </dgm:pt>
    <dgm:pt modelId="{A87E9218-194D-485A-8BAF-AB8FEB7D6CD2}" type="sibTrans" cxnId="{3919DA4F-56DB-49D4-A008-BD1125D64386}">
      <dgm:prSet/>
      <dgm:spPr/>
      <dgm:t>
        <a:bodyPr/>
        <a:lstStyle/>
        <a:p>
          <a:pPr latinLnBrk="1"/>
          <a:endParaRPr lang="ko-KR" altLang="en-US"/>
        </a:p>
      </dgm:t>
    </dgm:pt>
    <dgm:pt modelId="{8E1550D9-17A3-4573-A3EC-E49B541C5F99}">
      <dgm:prSet/>
      <dgm:spPr/>
      <dgm:t>
        <a:bodyPr/>
        <a:lstStyle/>
        <a:p>
          <a:pPr latinLnBrk="1"/>
          <a:r>
            <a:rPr lang="en-US"/>
            <a:t>USB </a:t>
          </a:r>
          <a:r>
            <a:rPr lang="ko-KR"/>
            <a:t>메모리</a:t>
          </a:r>
        </a:p>
      </dgm:t>
    </dgm:pt>
    <dgm:pt modelId="{5B072399-FB8A-4B17-84E2-24A5B82A3D4B}" type="parTrans" cxnId="{8C77DCF5-78E0-40D3-A339-E991BD252563}">
      <dgm:prSet/>
      <dgm:spPr/>
      <dgm:t>
        <a:bodyPr/>
        <a:lstStyle/>
        <a:p>
          <a:pPr latinLnBrk="1"/>
          <a:endParaRPr lang="ko-KR" altLang="en-US"/>
        </a:p>
      </dgm:t>
    </dgm:pt>
    <dgm:pt modelId="{2AD22E24-6788-4DC8-8175-FCA269140D6E}" type="sibTrans" cxnId="{8C77DCF5-78E0-40D3-A339-E991BD252563}">
      <dgm:prSet/>
      <dgm:spPr/>
      <dgm:t>
        <a:bodyPr/>
        <a:lstStyle/>
        <a:p>
          <a:pPr latinLnBrk="1"/>
          <a:endParaRPr lang="ko-KR" altLang="en-US"/>
        </a:p>
      </dgm:t>
    </dgm:pt>
    <dgm:pt modelId="{B6100AEF-1C71-4160-904B-C612569F6487}">
      <dgm:prSet/>
      <dgm:spPr/>
      <dgm:t>
        <a:bodyPr/>
        <a:lstStyle/>
        <a:p>
          <a:pPr latinLnBrk="1"/>
          <a:r>
            <a:rPr lang="ko-KR" dirty="0"/>
            <a:t>광</a:t>
          </a:r>
          <a:r>
            <a:rPr lang="en-US" dirty="0"/>
            <a:t>(</a:t>
          </a:r>
          <a:r>
            <a:rPr lang="ko-KR" dirty="0"/>
            <a:t>빛</a:t>
          </a:r>
          <a:r>
            <a:rPr lang="en-US" dirty="0"/>
            <a:t>)</a:t>
          </a:r>
          <a:endParaRPr lang="ko-KR" dirty="0"/>
        </a:p>
      </dgm:t>
    </dgm:pt>
    <dgm:pt modelId="{4CD51E70-2059-4972-9DD0-5653AACA9E12}" type="parTrans" cxnId="{5EB5B31B-74C3-4363-B1B9-93675C9D6C5F}">
      <dgm:prSet/>
      <dgm:spPr/>
      <dgm:t>
        <a:bodyPr/>
        <a:lstStyle/>
        <a:p>
          <a:pPr latinLnBrk="1"/>
          <a:endParaRPr lang="ko-KR" altLang="en-US"/>
        </a:p>
      </dgm:t>
    </dgm:pt>
    <dgm:pt modelId="{095CD9E3-4411-451F-98D6-74883CADEFE2}" type="sibTrans" cxnId="{5EB5B31B-74C3-4363-B1B9-93675C9D6C5F}">
      <dgm:prSet/>
      <dgm:spPr/>
      <dgm:t>
        <a:bodyPr/>
        <a:lstStyle/>
        <a:p>
          <a:pPr latinLnBrk="1"/>
          <a:endParaRPr lang="ko-KR" altLang="en-US"/>
        </a:p>
      </dgm:t>
    </dgm:pt>
    <dgm:pt modelId="{0378D40E-D51C-437A-9DE6-1A37F05074A1}">
      <dgm:prSet/>
      <dgm:spPr/>
      <dgm:t>
        <a:bodyPr/>
        <a:lstStyle/>
        <a:p>
          <a:pPr latinLnBrk="1"/>
          <a:r>
            <a:rPr lang="en-US" dirty="0"/>
            <a:t>CD</a:t>
          </a:r>
          <a:endParaRPr lang="ko-KR" dirty="0"/>
        </a:p>
      </dgm:t>
    </dgm:pt>
    <dgm:pt modelId="{F6DEE9A6-CCB3-4376-A403-C052446954D4}" type="parTrans" cxnId="{0C975DE8-3B6A-4F9D-8C3C-B1869D8CEBBF}">
      <dgm:prSet/>
      <dgm:spPr/>
      <dgm:t>
        <a:bodyPr/>
        <a:lstStyle/>
        <a:p>
          <a:pPr latinLnBrk="1"/>
          <a:endParaRPr lang="ko-KR" altLang="en-US"/>
        </a:p>
      </dgm:t>
    </dgm:pt>
    <dgm:pt modelId="{51FB53C7-6454-4B71-A566-162823D4E7D6}" type="sibTrans" cxnId="{0C975DE8-3B6A-4F9D-8C3C-B1869D8CEBBF}">
      <dgm:prSet/>
      <dgm:spPr/>
      <dgm:t>
        <a:bodyPr/>
        <a:lstStyle/>
        <a:p>
          <a:pPr latinLnBrk="1"/>
          <a:endParaRPr lang="ko-KR" altLang="en-US"/>
        </a:p>
      </dgm:t>
    </dgm:pt>
    <dgm:pt modelId="{906D9CB4-3523-4331-9AC4-50A51B62812C}">
      <dgm:prSet/>
      <dgm:spPr/>
      <dgm:t>
        <a:bodyPr/>
        <a:lstStyle/>
        <a:p>
          <a:pPr latinLnBrk="1"/>
          <a:r>
            <a:rPr lang="en-US" dirty="0"/>
            <a:t>DVD</a:t>
          </a:r>
          <a:endParaRPr lang="ko-KR" dirty="0"/>
        </a:p>
      </dgm:t>
    </dgm:pt>
    <dgm:pt modelId="{EF36E6DD-AE96-495F-A6BD-87EDFE2B0F21}" type="parTrans" cxnId="{E562859D-0740-41D2-A902-A5E44337AA19}">
      <dgm:prSet/>
      <dgm:spPr/>
      <dgm:t>
        <a:bodyPr/>
        <a:lstStyle/>
        <a:p>
          <a:pPr latinLnBrk="1"/>
          <a:endParaRPr lang="ko-KR" altLang="en-US"/>
        </a:p>
      </dgm:t>
    </dgm:pt>
    <dgm:pt modelId="{011CDE98-C763-41CB-B4CD-5159DD33398F}" type="sibTrans" cxnId="{E562859D-0740-41D2-A902-A5E44337AA19}">
      <dgm:prSet/>
      <dgm:spPr/>
      <dgm:t>
        <a:bodyPr/>
        <a:lstStyle/>
        <a:p>
          <a:pPr latinLnBrk="1"/>
          <a:endParaRPr lang="ko-KR" altLang="en-US"/>
        </a:p>
      </dgm:t>
    </dgm:pt>
    <dgm:pt modelId="{9BDA65A4-70ED-46CF-ADCF-4679A35E40F5}">
      <dgm:prSet/>
      <dgm:spPr/>
      <dgm:t>
        <a:bodyPr/>
        <a:lstStyle/>
        <a:p>
          <a:pPr latinLnBrk="1"/>
          <a:r>
            <a:rPr lang="en-US" dirty="0"/>
            <a:t>Zip-Disk</a:t>
          </a:r>
          <a:endParaRPr lang="ko-KR" dirty="0"/>
        </a:p>
      </dgm:t>
    </dgm:pt>
    <dgm:pt modelId="{81096DBE-4041-4399-AD71-B9FABBCF84F5}" type="parTrans" cxnId="{CCE53ECD-C752-4D8F-9FB8-0A1444DB864B}">
      <dgm:prSet/>
      <dgm:spPr/>
      <dgm:t>
        <a:bodyPr/>
        <a:lstStyle/>
        <a:p>
          <a:pPr latinLnBrk="1"/>
          <a:endParaRPr lang="ko-KR" altLang="en-US"/>
        </a:p>
      </dgm:t>
    </dgm:pt>
    <dgm:pt modelId="{F5C93497-BA96-45A6-8276-EDFC8AE1B021}" type="sibTrans" cxnId="{CCE53ECD-C752-4D8F-9FB8-0A1444DB864B}">
      <dgm:prSet/>
      <dgm:spPr/>
      <dgm:t>
        <a:bodyPr/>
        <a:lstStyle/>
        <a:p>
          <a:pPr latinLnBrk="1"/>
          <a:endParaRPr lang="ko-KR" altLang="en-US"/>
        </a:p>
      </dgm:t>
    </dgm:pt>
    <dgm:pt modelId="{A273360C-7314-4745-907D-ED9B3A6187F3}" type="pres">
      <dgm:prSet presAssocID="{3C8F0ECF-74F2-46BF-A248-F0BB8BDA1E55}" presName="diagram" presStyleCnt="0">
        <dgm:presLayoutVars>
          <dgm:dir/>
          <dgm:animLvl val="lvl"/>
          <dgm:resizeHandles val="exact"/>
        </dgm:presLayoutVars>
      </dgm:prSet>
      <dgm:spPr/>
    </dgm:pt>
    <dgm:pt modelId="{06BC231E-D33C-4AFF-AFF4-4219DB95E464}" type="pres">
      <dgm:prSet presAssocID="{75457370-242B-4D4C-A9BD-0561AF19B2EC}" presName="compNode" presStyleCnt="0"/>
      <dgm:spPr/>
    </dgm:pt>
    <dgm:pt modelId="{94A5E467-3CE2-465B-9765-1453C21C9115}" type="pres">
      <dgm:prSet presAssocID="{75457370-242B-4D4C-A9BD-0561AF19B2EC}" presName="childRect" presStyleLbl="bgAcc1" presStyleIdx="0" presStyleCnt="3">
        <dgm:presLayoutVars>
          <dgm:bulletEnabled val="1"/>
        </dgm:presLayoutVars>
      </dgm:prSet>
      <dgm:spPr/>
    </dgm:pt>
    <dgm:pt modelId="{98934884-0CC9-42A0-8205-178A4E2A9537}" type="pres">
      <dgm:prSet presAssocID="{75457370-242B-4D4C-A9BD-0561AF19B2E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6E0D9B2-9791-43DF-B829-B8F6E5409460}" type="pres">
      <dgm:prSet presAssocID="{75457370-242B-4D4C-A9BD-0561AF19B2EC}" presName="parentRect" presStyleLbl="alignNode1" presStyleIdx="0" presStyleCnt="3"/>
      <dgm:spPr/>
    </dgm:pt>
    <dgm:pt modelId="{9FBA9CD7-4BCB-4B4E-912E-1E7973E0AF01}" type="pres">
      <dgm:prSet presAssocID="{75457370-242B-4D4C-A9BD-0561AF19B2EC}" presName="adorn" presStyleLbl="fgAccFollowNode1" presStyleIdx="0" presStyleCnt="3"/>
      <dgm:spPr/>
    </dgm:pt>
    <dgm:pt modelId="{4A436058-6549-4DA0-9A48-E650448D7044}" type="pres">
      <dgm:prSet presAssocID="{D4742084-7485-475C-9D2B-9736EA45F458}" presName="sibTrans" presStyleLbl="sibTrans2D1" presStyleIdx="0" presStyleCnt="0"/>
      <dgm:spPr/>
    </dgm:pt>
    <dgm:pt modelId="{06E4BB1D-63CD-43C5-83D8-F53C2B5DE573}" type="pres">
      <dgm:prSet presAssocID="{B6100AEF-1C71-4160-904B-C612569F6487}" presName="compNode" presStyleCnt="0"/>
      <dgm:spPr/>
    </dgm:pt>
    <dgm:pt modelId="{0717B13D-1AB6-43A4-8055-52DC8583C6FA}" type="pres">
      <dgm:prSet presAssocID="{B6100AEF-1C71-4160-904B-C612569F6487}" presName="childRect" presStyleLbl="bgAcc1" presStyleIdx="1" presStyleCnt="3">
        <dgm:presLayoutVars>
          <dgm:bulletEnabled val="1"/>
        </dgm:presLayoutVars>
      </dgm:prSet>
      <dgm:spPr/>
    </dgm:pt>
    <dgm:pt modelId="{A0522353-F427-4C98-8DF6-4A83A25DC23C}" type="pres">
      <dgm:prSet presAssocID="{B6100AEF-1C71-4160-904B-C612569F648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D0096A7-A721-408F-80BE-7E1256B37F37}" type="pres">
      <dgm:prSet presAssocID="{B6100AEF-1C71-4160-904B-C612569F6487}" presName="parentRect" presStyleLbl="alignNode1" presStyleIdx="1" presStyleCnt="3"/>
      <dgm:spPr/>
    </dgm:pt>
    <dgm:pt modelId="{65714B43-3141-437B-8898-2CE77A390160}" type="pres">
      <dgm:prSet presAssocID="{B6100AEF-1C71-4160-904B-C612569F6487}" presName="adorn" presStyleLbl="fgAccFollowNode1" presStyleIdx="1" presStyleCnt="3"/>
      <dgm:spPr/>
    </dgm:pt>
    <dgm:pt modelId="{5F2B6C05-5295-4AE4-9B5F-37853285F0D4}" type="pres">
      <dgm:prSet presAssocID="{095CD9E3-4411-451F-98D6-74883CADEFE2}" presName="sibTrans" presStyleLbl="sibTrans2D1" presStyleIdx="0" presStyleCnt="0"/>
      <dgm:spPr/>
    </dgm:pt>
    <dgm:pt modelId="{24C62485-BE40-4492-8223-40184AB72C36}" type="pres">
      <dgm:prSet presAssocID="{67C82055-3359-43C4-813B-B7A9B2134FCF}" presName="compNode" presStyleCnt="0"/>
      <dgm:spPr/>
    </dgm:pt>
    <dgm:pt modelId="{2F991D2C-C41B-47D6-8E8D-87C49D8BA32D}" type="pres">
      <dgm:prSet presAssocID="{67C82055-3359-43C4-813B-B7A9B2134FCF}" presName="childRect" presStyleLbl="bgAcc1" presStyleIdx="2" presStyleCnt="3">
        <dgm:presLayoutVars>
          <dgm:bulletEnabled val="1"/>
        </dgm:presLayoutVars>
      </dgm:prSet>
      <dgm:spPr/>
    </dgm:pt>
    <dgm:pt modelId="{A875EC4F-4B05-4A34-AC0E-AE3425D2150B}" type="pres">
      <dgm:prSet presAssocID="{67C82055-3359-43C4-813B-B7A9B2134FCF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E3071BC-DE9F-4C13-AE6C-9FD310F288FB}" type="pres">
      <dgm:prSet presAssocID="{67C82055-3359-43C4-813B-B7A9B2134FCF}" presName="parentRect" presStyleLbl="alignNode1" presStyleIdx="2" presStyleCnt="3"/>
      <dgm:spPr/>
    </dgm:pt>
    <dgm:pt modelId="{DBDBE908-238C-4733-B4ED-20EEFA16C6F1}" type="pres">
      <dgm:prSet presAssocID="{67C82055-3359-43C4-813B-B7A9B2134FCF}" presName="adorn" presStyleLbl="fgAccFollowNode1" presStyleIdx="2" presStyleCnt="3"/>
      <dgm:spPr/>
    </dgm:pt>
  </dgm:ptLst>
  <dgm:cxnLst>
    <dgm:cxn modelId="{46A7FC04-C98F-46AA-9E7B-F2ACA1117F6C}" type="presOf" srcId="{3C8F0ECF-74F2-46BF-A248-F0BB8BDA1E55}" destId="{A273360C-7314-4745-907D-ED9B3A6187F3}" srcOrd="0" destOrd="0" presId="urn:microsoft.com/office/officeart/2005/8/layout/bList2"/>
    <dgm:cxn modelId="{658DC705-8F04-4975-8E4B-6F9D5DFDB976}" type="presOf" srcId="{D51A5169-4A6C-40D3-A832-79A8B7CED69A}" destId="{94A5E467-3CE2-465B-9765-1453C21C9115}" srcOrd="0" destOrd="1" presId="urn:microsoft.com/office/officeart/2005/8/layout/bList2"/>
    <dgm:cxn modelId="{8FB86118-0B31-45A0-9C93-B89556F2BC42}" type="presOf" srcId="{8E1550D9-17A3-4573-A3EC-E49B541C5F99}" destId="{2F991D2C-C41B-47D6-8E8D-87C49D8BA32D}" srcOrd="0" destOrd="1" presId="urn:microsoft.com/office/officeart/2005/8/layout/bList2"/>
    <dgm:cxn modelId="{5EB5B31B-74C3-4363-B1B9-93675C9D6C5F}" srcId="{3C8F0ECF-74F2-46BF-A248-F0BB8BDA1E55}" destId="{B6100AEF-1C71-4160-904B-C612569F6487}" srcOrd="1" destOrd="0" parTransId="{4CD51E70-2059-4972-9DD0-5653AACA9E12}" sibTransId="{095CD9E3-4411-451F-98D6-74883CADEFE2}"/>
    <dgm:cxn modelId="{8ABB351C-BC5E-48C6-881B-06496DD17620}" type="presOf" srcId="{D4742084-7485-475C-9D2B-9736EA45F458}" destId="{4A436058-6549-4DA0-9A48-E650448D7044}" srcOrd="0" destOrd="0" presId="urn:microsoft.com/office/officeart/2005/8/layout/bList2"/>
    <dgm:cxn modelId="{5A029F3B-88C2-489A-BCCD-AA54E9791D95}" type="presOf" srcId="{3D904616-8EAD-4554-9FC0-AFC9B4BE26A0}" destId="{94A5E467-3CE2-465B-9765-1453C21C9115}" srcOrd="0" destOrd="0" presId="urn:microsoft.com/office/officeart/2005/8/layout/bList2"/>
    <dgm:cxn modelId="{E4EF7C43-CB11-479D-815F-738869268C5E}" type="presOf" srcId="{67C82055-3359-43C4-813B-B7A9B2134FCF}" destId="{A875EC4F-4B05-4A34-AC0E-AE3425D2150B}" srcOrd="0" destOrd="0" presId="urn:microsoft.com/office/officeart/2005/8/layout/bList2"/>
    <dgm:cxn modelId="{ED37B963-796E-4270-AE80-D9D1682E9503}" type="presOf" srcId="{095CD9E3-4411-451F-98D6-74883CADEFE2}" destId="{5F2B6C05-5295-4AE4-9B5F-37853285F0D4}" srcOrd="0" destOrd="0" presId="urn:microsoft.com/office/officeart/2005/8/layout/bList2"/>
    <dgm:cxn modelId="{DA34E867-8E68-4847-8D6F-BD83608ADE4E}" type="presOf" srcId="{75457370-242B-4D4C-A9BD-0561AF19B2EC}" destId="{98934884-0CC9-42A0-8205-178A4E2A9537}" srcOrd="0" destOrd="0" presId="urn:microsoft.com/office/officeart/2005/8/layout/bList2"/>
    <dgm:cxn modelId="{A11CA068-06DB-4D1E-9EEB-E3A214C0B61F}" type="presOf" srcId="{B6100AEF-1C71-4160-904B-C612569F6487}" destId="{5D0096A7-A721-408F-80BE-7E1256B37F37}" srcOrd="1" destOrd="0" presId="urn:microsoft.com/office/officeart/2005/8/layout/bList2"/>
    <dgm:cxn modelId="{3919DA4F-56DB-49D4-A008-BD1125D64386}" srcId="{67C82055-3359-43C4-813B-B7A9B2134FCF}" destId="{0C66B7A4-8836-4591-86C5-0CFEFF2757C8}" srcOrd="0" destOrd="0" parTransId="{8D9BF4B4-4FE3-4505-AD80-7AC78AB76A31}" sibTransId="{A87E9218-194D-485A-8BAF-AB8FEB7D6CD2}"/>
    <dgm:cxn modelId="{F6674271-34DE-4805-8A6E-8B9F38095C9E}" type="presOf" srcId="{906D9CB4-3523-4331-9AC4-50A51B62812C}" destId="{0717B13D-1AB6-43A4-8055-52DC8583C6FA}" srcOrd="0" destOrd="1" presId="urn:microsoft.com/office/officeart/2005/8/layout/bList2"/>
    <dgm:cxn modelId="{D7A45474-95DC-4795-B696-54621F3BF08E}" srcId="{75457370-242B-4D4C-A9BD-0561AF19B2EC}" destId="{D51A5169-4A6C-40D3-A832-79A8B7CED69A}" srcOrd="1" destOrd="0" parTransId="{E9B09DF4-F889-470B-A03C-652ED8C2565D}" sibTransId="{AFF68F9B-0AB8-4B0F-A743-AFD5A3990CC9}"/>
    <dgm:cxn modelId="{31455854-87F6-483F-B295-D1ACA0E8DEEF}" srcId="{3C8F0ECF-74F2-46BF-A248-F0BB8BDA1E55}" destId="{75457370-242B-4D4C-A9BD-0561AF19B2EC}" srcOrd="0" destOrd="0" parTransId="{74D0421E-7590-4FA3-A1DF-3696459ABC9D}" sibTransId="{D4742084-7485-475C-9D2B-9736EA45F458}"/>
    <dgm:cxn modelId="{601CD87E-0CA1-4C4C-AFBF-43CCF8A9AAE2}" srcId="{75457370-242B-4D4C-A9BD-0561AF19B2EC}" destId="{AE1BB9CB-8A91-40D4-9D71-65A1DAEF9D2C}" srcOrd="2" destOrd="0" parTransId="{44CEDDE8-D279-43DE-BD4B-67D00E5B8301}" sibTransId="{40DBB902-5C83-4525-84C6-D49C4FDAFB13}"/>
    <dgm:cxn modelId="{74FFA681-3AB7-4A6F-9637-01E930B3CEE9}" type="presOf" srcId="{B6100AEF-1C71-4160-904B-C612569F6487}" destId="{A0522353-F427-4C98-8DF6-4A83A25DC23C}" srcOrd="0" destOrd="0" presId="urn:microsoft.com/office/officeart/2005/8/layout/bList2"/>
    <dgm:cxn modelId="{E562859D-0740-41D2-A902-A5E44337AA19}" srcId="{B6100AEF-1C71-4160-904B-C612569F6487}" destId="{906D9CB4-3523-4331-9AC4-50A51B62812C}" srcOrd="1" destOrd="0" parTransId="{EF36E6DD-AE96-495F-A6BD-87EDFE2B0F21}" sibTransId="{011CDE98-C763-41CB-B4CD-5159DD33398F}"/>
    <dgm:cxn modelId="{966D7BA6-6AE5-40FA-8E81-9568F99AC63C}" srcId="{3C8F0ECF-74F2-46BF-A248-F0BB8BDA1E55}" destId="{67C82055-3359-43C4-813B-B7A9B2134FCF}" srcOrd="2" destOrd="0" parTransId="{863968EA-3862-4483-A9DD-2B0729BEB501}" sibTransId="{8E0045FC-1C93-4FDF-9DB5-21AB0C3054C2}"/>
    <dgm:cxn modelId="{EC7E70C9-D514-4363-9FBF-9427C43BC7C3}" type="presOf" srcId="{67C82055-3359-43C4-813B-B7A9B2134FCF}" destId="{CE3071BC-DE9F-4C13-AE6C-9FD310F288FB}" srcOrd="1" destOrd="0" presId="urn:microsoft.com/office/officeart/2005/8/layout/bList2"/>
    <dgm:cxn modelId="{CCE53ECD-C752-4D8F-9FB8-0A1444DB864B}" srcId="{B6100AEF-1C71-4160-904B-C612569F6487}" destId="{9BDA65A4-70ED-46CF-ADCF-4679A35E40F5}" srcOrd="2" destOrd="0" parTransId="{81096DBE-4041-4399-AD71-B9FABBCF84F5}" sibTransId="{F5C93497-BA96-45A6-8276-EDFC8AE1B021}"/>
    <dgm:cxn modelId="{212CFFCE-E928-4042-A86E-C772AF45900B}" srcId="{75457370-242B-4D4C-A9BD-0561AF19B2EC}" destId="{3D904616-8EAD-4554-9FC0-AFC9B4BE26A0}" srcOrd="0" destOrd="0" parTransId="{BE65E90A-5CD5-4009-8D3F-08272AF127A4}" sibTransId="{44346AAD-974A-448B-9E70-FF30779B5B70}"/>
    <dgm:cxn modelId="{61789CD3-B2C8-4A65-BAFA-D86466A2DAD3}" type="presOf" srcId="{9BDA65A4-70ED-46CF-ADCF-4679A35E40F5}" destId="{0717B13D-1AB6-43A4-8055-52DC8583C6FA}" srcOrd="0" destOrd="2" presId="urn:microsoft.com/office/officeart/2005/8/layout/bList2"/>
    <dgm:cxn modelId="{D821E9DF-BC00-4C9D-A7E3-27CB7F5DC801}" type="presOf" srcId="{0C66B7A4-8836-4591-86C5-0CFEFF2757C8}" destId="{2F991D2C-C41B-47D6-8E8D-87C49D8BA32D}" srcOrd="0" destOrd="0" presId="urn:microsoft.com/office/officeart/2005/8/layout/bList2"/>
    <dgm:cxn modelId="{56CC9FE3-158C-4CEC-BB9C-A6034B12C99A}" type="presOf" srcId="{AE1BB9CB-8A91-40D4-9D71-65A1DAEF9D2C}" destId="{94A5E467-3CE2-465B-9765-1453C21C9115}" srcOrd="0" destOrd="2" presId="urn:microsoft.com/office/officeart/2005/8/layout/bList2"/>
    <dgm:cxn modelId="{0C975DE8-3B6A-4F9D-8C3C-B1869D8CEBBF}" srcId="{B6100AEF-1C71-4160-904B-C612569F6487}" destId="{0378D40E-D51C-437A-9DE6-1A37F05074A1}" srcOrd="0" destOrd="0" parTransId="{F6DEE9A6-CCB3-4376-A403-C052446954D4}" sibTransId="{51FB53C7-6454-4B71-A566-162823D4E7D6}"/>
    <dgm:cxn modelId="{FAF7B5EF-40D3-41AD-ADC6-DC64CF8F0987}" type="presOf" srcId="{0378D40E-D51C-437A-9DE6-1A37F05074A1}" destId="{0717B13D-1AB6-43A4-8055-52DC8583C6FA}" srcOrd="0" destOrd="0" presId="urn:microsoft.com/office/officeart/2005/8/layout/bList2"/>
    <dgm:cxn modelId="{FDF57EF1-4453-46B6-8E0C-F7C3552DC71E}" type="presOf" srcId="{75457370-242B-4D4C-A9BD-0561AF19B2EC}" destId="{96E0D9B2-9791-43DF-B829-B8F6E5409460}" srcOrd="1" destOrd="0" presId="urn:microsoft.com/office/officeart/2005/8/layout/bList2"/>
    <dgm:cxn modelId="{8C77DCF5-78E0-40D3-A339-E991BD252563}" srcId="{67C82055-3359-43C4-813B-B7A9B2134FCF}" destId="{8E1550D9-17A3-4573-A3EC-E49B541C5F99}" srcOrd="1" destOrd="0" parTransId="{5B072399-FB8A-4B17-84E2-24A5B82A3D4B}" sibTransId="{2AD22E24-6788-4DC8-8175-FCA269140D6E}"/>
    <dgm:cxn modelId="{58BE9A64-66A8-4CAC-AD9F-8BD1DA834EAF}" type="presParOf" srcId="{A273360C-7314-4745-907D-ED9B3A6187F3}" destId="{06BC231E-D33C-4AFF-AFF4-4219DB95E464}" srcOrd="0" destOrd="0" presId="urn:microsoft.com/office/officeart/2005/8/layout/bList2"/>
    <dgm:cxn modelId="{202B8382-2956-4670-8F4A-F9F72B86B526}" type="presParOf" srcId="{06BC231E-D33C-4AFF-AFF4-4219DB95E464}" destId="{94A5E467-3CE2-465B-9765-1453C21C9115}" srcOrd="0" destOrd="0" presId="urn:microsoft.com/office/officeart/2005/8/layout/bList2"/>
    <dgm:cxn modelId="{A55D1F6E-9E69-4093-8C69-C2EB18A266D8}" type="presParOf" srcId="{06BC231E-D33C-4AFF-AFF4-4219DB95E464}" destId="{98934884-0CC9-42A0-8205-178A4E2A9537}" srcOrd="1" destOrd="0" presId="urn:microsoft.com/office/officeart/2005/8/layout/bList2"/>
    <dgm:cxn modelId="{8D2E4C04-1954-4093-A63A-D080C89E4890}" type="presParOf" srcId="{06BC231E-D33C-4AFF-AFF4-4219DB95E464}" destId="{96E0D9B2-9791-43DF-B829-B8F6E5409460}" srcOrd="2" destOrd="0" presId="urn:microsoft.com/office/officeart/2005/8/layout/bList2"/>
    <dgm:cxn modelId="{6D074625-E02F-444A-88CC-C193A58BFB56}" type="presParOf" srcId="{06BC231E-D33C-4AFF-AFF4-4219DB95E464}" destId="{9FBA9CD7-4BCB-4B4E-912E-1E7973E0AF01}" srcOrd="3" destOrd="0" presId="urn:microsoft.com/office/officeart/2005/8/layout/bList2"/>
    <dgm:cxn modelId="{4AD939BA-6E9C-4F4E-8488-C2DB0D6CCD7D}" type="presParOf" srcId="{A273360C-7314-4745-907D-ED9B3A6187F3}" destId="{4A436058-6549-4DA0-9A48-E650448D7044}" srcOrd="1" destOrd="0" presId="urn:microsoft.com/office/officeart/2005/8/layout/bList2"/>
    <dgm:cxn modelId="{2B1AA3C3-304B-4794-B3F3-8F705D2BFDD2}" type="presParOf" srcId="{A273360C-7314-4745-907D-ED9B3A6187F3}" destId="{06E4BB1D-63CD-43C5-83D8-F53C2B5DE573}" srcOrd="2" destOrd="0" presId="urn:microsoft.com/office/officeart/2005/8/layout/bList2"/>
    <dgm:cxn modelId="{9BE02081-5532-4229-BB19-5908E5508C3B}" type="presParOf" srcId="{06E4BB1D-63CD-43C5-83D8-F53C2B5DE573}" destId="{0717B13D-1AB6-43A4-8055-52DC8583C6FA}" srcOrd="0" destOrd="0" presId="urn:microsoft.com/office/officeart/2005/8/layout/bList2"/>
    <dgm:cxn modelId="{2BC40DDD-1011-4475-B1A7-385A57E7BDC6}" type="presParOf" srcId="{06E4BB1D-63CD-43C5-83D8-F53C2B5DE573}" destId="{A0522353-F427-4C98-8DF6-4A83A25DC23C}" srcOrd="1" destOrd="0" presId="urn:microsoft.com/office/officeart/2005/8/layout/bList2"/>
    <dgm:cxn modelId="{9C7450FB-A119-4B5C-ABAC-CB91AED2E81D}" type="presParOf" srcId="{06E4BB1D-63CD-43C5-83D8-F53C2B5DE573}" destId="{5D0096A7-A721-408F-80BE-7E1256B37F37}" srcOrd="2" destOrd="0" presId="urn:microsoft.com/office/officeart/2005/8/layout/bList2"/>
    <dgm:cxn modelId="{939245CF-1964-4AC8-8D5C-0E9862DB60EC}" type="presParOf" srcId="{06E4BB1D-63CD-43C5-83D8-F53C2B5DE573}" destId="{65714B43-3141-437B-8898-2CE77A390160}" srcOrd="3" destOrd="0" presId="urn:microsoft.com/office/officeart/2005/8/layout/bList2"/>
    <dgm:cxn modelId="{B20F14A9-DBC7-4415-BE5A-7669C11364F4}" type="presParOf" srcId="{A273360C-7314-4745-907D-ED9B3A6187F3}" destId="{5F2B6C05-5295-4AE4-9B5F-37853285F0D4}" srcOrd="3" destOrd="0" presId="urn:microsoft.com/office/officeart/2005/8/layout/bList2"/>
    <dgm:cxn modelId="{D77FCF55-A26F-46E4-ACC4-76862403ACE9}" type="presParOf" srcId="{A273360C-7314-4745-907D-ED9B3A6187F3}" destId="{24C62485-BE40-4492-8223-40184AB72C36}" srcOrd="4" destOrd="0" presId="urn:microsoft.com/office/officeart/2005/8/layout/bList2"/>
    <dgm:cxn modelId="{81FB5913-5DFB-4BF9-8D29-7F2A6A20A9BF}" type="presParOf" srcId="{24C62485-BE40-4492-8223-40184AB72C36}" destId="{2F991D2C-C41B-47D6-8E8D-87C49D8BA32D}" srcOrd="0" destOrd="0" presId="urn:microsoft.com/office/officeart/2005/8/layout/bList2"/>
    <dgm:cxn modelId="{C91E44AC-B654-46D5-983D-59AEEC4914FA}" type="presParOf" srcId="{24C62485-BE40-4492-8223-40184AB72C36}" destId="{A875EC4F-4B05-4A34-AC0E-AE3425D2150B}" srcOrd="1" destOrd="0" presId="urn:microsoft.com/office/officeart/2005/8/layout/bList2"/>
    <dgm:cxn modelId="{AB02B3FF-8B3E-4D01-AED3-00B2B1254592}" type="presParOf" srcId="{24C62485-BE40-4492-8223-40184AB72C36}" destId="{CE3071BC-DE9F-4C13-AE6C-9FD310F288FB}" srcOrd="2" destOrd="0" presId="urn:microsoft.com/office/officeart/2005/8/layout/bList2"/>
    <dgm:cxn modelId="{D3E78926-4F74-4A74-AB07-217E430001CD}" type="presParOf" srcId="{24C62485-BE40-4492-8223-40184AB72C36}" destId="{DBDBE908-238C-4733-B4ED-20EEFA16C6F1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83A2C1-3759-41CF-87C6-9308E60A5817}" type="doc">
      <dgm:prSet loTypeId="urn:microsoft.com/office/officeart/2005/8/layout/hList1" loCatId="list" qsTypeId="urn:microsoft.com/office/officeart/2005/8/quickstyle/simple4" qsCatId="simple" csTypeId="urn:microsoft.com/office/officeart/2005/8/colors/colorful5" csCatId="colorful" phldr="1"/>
      <dgm:spPr/>
    </dgm:pt>
    <dgm:pt modelId="{C406B253-C8AE-4341-96F0-04442375EB28}">
      <dgm:prSet phldrT="[텍스트]"/>
      <dgm:spPr/>
      <dgm:t>
        <a:bodyPr/>
        <a:lstStyle/>
        <a:p>
          <a:pPr latinLnBrk="1"/>
          <a:r>
            <a:rPr lang="ko-KR" altLang="en-US" dirty="0" err="1"/>
            <a:t>기본입력장치</a:t>
          </a:r>
          <a:endParaRPr lang="ko-KR" altLang="en-US" dirty="0"/>
        </a:p>
      </dgm:t>
    </dgm:pt>
    <dgm:pt modelId="{7F29306B-7BEE-49CF-92A2-DE48EFEA8351}" type="parTrans" cxnId="{4366B50A-A584-4841-92A3-E2B16CA3C5FA}">
      <dgm:prSet/>
      <dgm:spPr/>
      <dgm:t>
        <a:bodyPr/>
        <a:lstStyle/>
        <a:p>
          <a:pPr latinLnBrk="1"/>
          <a:endParaRPr lang="ko-KR" altLang="en-US"/>
        </a:p>
      </dgm:t>
    </dgm:pt>
    <dgm:pt modelId="{13635D8D-5127-47E1-96A6-526302E83C83}" type="sibTrans" cxnId="{4366B50A-A584-4841-92A3-E2B16CA3C5FA}">
      <dgm:prSet/>
      <dgm:spPr/>
      <dgm:t>
        <a:bodyPr/>
        <a:lstStyle/>
        <a:p>
          <a:pPr latinLnBrk="1"/>
          <a:endParaRPr lang="ko-KR" altLang="en-US"/>
        </a:p>
      </dgm:t>
    </dgm:pt>
    <dgm:pt modelId="{F568B756-FD2A-4092-808F-5A548E439746}">
      <dgm:prSet phldrT="[텍스트]"/>
      <dgm:spPr/>
      <dgm:t>
        <a:bodyPr/>
        <a:lstStyle/>
        <a:p>
          <a:pPr latinLnBrk="1"/>
          <a:r>
            <a:rPr lang="ko-KR" altLang="en-US" dirty="0"/>
            <a:t>기타 입력장치</a:t>
          </a:r>
        </a:p>
      </dgm:t>
    </dgm:pt>
    <dgm:pt modelId="{2AD2F192-E516-4A07-9A10-6EF9D35A656D}" type="parTrans" cxnId="{6955ADF7-7556-4110-9F07-0E0444B90894}">
      <dgm:prSet/>
      <dgm:spPr/>
      <dgm:t>
        <a:bodyPr/>
        <a:lstStyle/>
        <a:p>
          <a:pPr latinLnBrk="1"/>
          <a:endParaRPr lang="ko-KR" altLang="en-US"/>
        </a:p>
      </dgm:t>
    </dgm:pt>
    <dgm:pt modelId="{B7401939-3D31-4693-9C7B-CC3E8837756E}" type="sibTrans" cxnId="{6955ADF7-7556-4110-9F07-0E0444B90894}">
      <dgm:prSet/>
      <dgm:spPr/>
      <dgm:t>
        <a:bodyPr/>
        <a:lstStyle/>
        <a:p>
          <a:pPr latinLnBrk="1"/>
          <a:endParaRPr lang="ko-KR" altLang="en-US"/>
        </a:p>
      </dgm:t>
    </dgm:pt>
    <dgm:pt modelId="{02A6B561-5159-4E5A-B7A2-E18482521997}">
      <dgm:prSet phldrT="[텍스트]"/>
      <dgm:spPr/>
      <dgm:t>
        <a:bodyPr/>
        <a:lstStyle/>
        <a:p>
          <a:pPr latinLnBrk="1"/>
          <a:r>
            <a:rPr lang="ko-KR" altLang="en-US" dirty="0"/>
            <a:t>키보드</a:t>
          </a:r>
        </a:p>
      </dgm:t>
    </dgm:pt>
    <dgm:pt modelId="{5BA057F3-18DC-4FD4-95E5-B09B8E10E994}" type="parTrans" cxnId="{BA21C818-313B-4BE8-80E9-22671255A15B}">
      <dgm:prSet/>
      <dgm:spPr/>
      <dgm:t>
        <a:bodyPr/>
        <a:lstStyle/>
        <a:p>
          <a:pPr latinLnBrk="1"/>
          <a:endParaRPr lang="ko-KR" altLang="en-US"/>
        </a:p>
      </dgm:t>
    </dgm:pt>
    <dgm:pt modelId="{194F5440-6164-4F27-8DB9-9E439A9B98DC}" type="sibTrans" cxnId="{BA21C818-313B-4BE8-80E9-22671255A15B}">
      <dgm:prSet/>
      <dgm:spPr/>
      <dgm:t>
        <a:bodyPr/>
        <a:lstStyle/>
        <a:p>
          <a:pPr latinLnBrk="1"/>
          <a:endParaRPr lang="ko-KR" altLang="en-US"/>
        </a:p>
      </dgm:t>
    </dgm:pt>
    <dgm:pt modelId="{CFB808B8-F8BC-4E7D-BEDE-00ADA8056820}">
      <dgm:prSet/>
      <dgm:spPr/>
      <dgm:t>
        <a:bodyPr/>
        <a:lstStyle/>
        <a:p>
          <a:pPr latinLnBrk="1"/>
          <a:r>
            <a:rPr lang="ko-KR" altLang="en-US" dirty="0"/>
            <a:t>마우스</a:t>
          </a:r>
          <a:endParaRPr lang="en-US" altLang="ko-KR" dirty="0"/>
        </a:p>
      </dgm:t>
    </dgm:pt>
    <dgm:pt modelId="{10CD5588-DF53-43C3-88E6-A1B82E4F67E0}" type="parTrans" cxnId="{B2232161-49D5-42B5-AF12-FCF1F46AB438}">
      <dgm:prSet/>
      <dgm:spPr/>
      <dgm:t>
        <a:bodyPr/>
        <a:lstStyle/>
        <a:p>
          <a:pPr latinLnBrk="1"/>
          <a:endParaRPr lang="ko-KR" altLang="en-US"/>
        </a:p>
      </dgm:t>
    </dgm:pt>
    <dgm:pt modelId="{EBE609EF-FF5C-4C8D-863F-9A6BC12AA011}" type="sibTrans" cxnId="{B2232161-49D5-42B5-AF12-FCF1F46AB438}">
      <dgm:prSet/>
      <dgm:spPr/>
      <dgm:t>
        <a:bodyPr/>
        <a:lstStyle/>
        <a:p>
          <a:pPr latinLnBrk="1"/>
          <a:endParaRPr lang="ko-KR" altLang="en-US"/>
        </a:p>
      </dgm:t>
    </dgm:pt>
    <dgm:pt modelId="{09CFFCB0-2B42-4321-A304-5642766145C3}">
      <dgm:prSet/>
      <dgm:spPr/>
      <dgm:t>
        <a:bodyPr/>
        <a:lstStyle/>
        <a:p>
          <a:pPr latinLnBrk="1"/>
          <a:r>
            <a:rPr lang="ko-KR" altLang="en-US" dirty="0" err="1"/>
            <a:t>트랙볼</a:t>
          </a:r>
          <a:endParaRPr lang="en-US" altLang="ko-KR" dirty="0"/>
        </a:p>
      </dgm:t>
    </dgm:pt>
    <dgm:pt modelId="{869D92D7-20D1-49DB-AA0A-C0E4A5F9EC50}" type="parTrans" cxnId="{9EECD702-1334-41FC-9EB9-180C96C829D8}">
      <dgm:prSet/>
      <dgm:spPr/>
      <dgm:t>
        <a:bodyPr/>
        <a:lstStyle/>
        <a:p>
          <a:pPr latinLnBrk="1"/>
          <a:endParaRPr lang="ko-KR" altLang="en-US"/>
        </a:p>
      </dgm:t>
    </dgm:pt>
    <dgm:pt modelId="{6727FBCA-32C4-4918-BC02-4D82229131FC}" type="sibTrans" cxnId="{9EECD702-1334-41FC-9EB9-180C96C829D8}">
      <dgm:prSet/>
      <dgm:spPr/>
      <dgm:t>
        <a:bodyPr/>
        <a:lstStyle/>
        <a:p>
          <a:pPr latinLnBrk="1"/>
          <a:endParaRPr lang="ko-KR" altLang="en-US"/>
        </a:p>
      </dgm:t>
    </dgm:pt>
    <dgm:pt modelId="{BB04A4A7-6BAF-41D3-819F-6B3BC3865B8F}">
      <dgm:prSet/>
      <dgm:spPr/>
      <dgm:t>
        <a:bodyPr/>
        <a:lstStyle/>
        <a:p>
          <a:pPr latinLnBrk="1"/>
          <a:r>
            <a:rPr lang="ko-KR" altLang="en-US"/>
            <a:t>터치패드</a:t>
          </a:r>
          <a:endParaRPr lang="en-US" altLang="ko-KR" dirty="0"/>
        </a:p>
      </dgm:t>
    </dgm:pt>
    <dgm:pt modelId="{367E7EFA-039F-4E01-BE9D-6D812909C700}" type="parTrans" cxnId="{78272675-D474-484D-AA07-6EA78B72CE3F}">
      <dgm:prSet/>
      <dgm:spPr/>
      <dgm:t>
        <a:bodyPr/>
        <a:lstStyle/>
        <a:p>
          <a:pPr latinLnBrk="1"/>
          <a:endParaRPr lang="ko-KR" altLang="en-US"/>
        </a:p>
      </dgm:t>
    </dgm:pt>
    <dgm:pt modelId="{45666D33-4834-40CA-9B0F-737B4056331E}" type="sibTrans" cxnId="{78272675-D474-484D-AA07-6EA78B72CE3F}">
      <dgm:prSet/>
      <dgm:spPr/>
      <dgm:t>
        <a:bodyPr/>
        <a:lstStyle/>
        <a:p>
          <a:pPr latinLnBrk="1"/>
          <a:endParaRPr lang="ko-KR" altLang="en-US"/>
        </a:p>
      </dgm:t>
    </dgm:pt>
    <dgm:pt modelId="{1830B035-CE34-4D47-B0E1-C9E21F8C989B}">
      <dgm:prSet/>
      <dgm:spPr/>
      <dgm:t>
        <a:bodyPr/>
        <a:lstStyle/>
        <a:p>
          <a:pPr latinLnBrk="1"/>
          <a:r>
            <a:rPr lang="ko-KR" altLang="en-US"/>
            <a:t>음성</a:t>
          </a:r>
          <a:endParaRPr lang="en-US" altLang="ko-KR" dirty="0"/>
        </a:p>
      </dgm:t>
    </dgm:pt>
    <dgm:pt modelId="{98641D22-7566-452C-A723-D5829B7E8716}" type="parTrans" cxnId="{3BE3E74B-E297-4457-83DC-3BB7250FE3CD}">
      <dgm:prSet/>
      <dgm:spPr/>
      <dgm:t>
        <a:bodyPr/>
        <a:lstStyle/>
        <a:p>
          <a:pPr latinLnBrk="1"/>
          <a:endParaRPr lang="ko-KR" altLang="en-US"/>
        </a:p>
      </dgm:t>
    </dgm:pt>
    <dgm:pt modelId="{F1B47E10-0322-4B2C-88AE-CBE33BA3EE11}" type="sibTrans" cxnId="{3BE3E74B-E297-4457-83DC-3BB7250FE3CD}">
      <dgm:prSet/>
      <dgm:spPr/>
      <dgm:t>
        <a:bodyPr/>
        <a:lstStyle/>
        <a:p>
          <a:pPr latinLnBrk="1"/>
          <a:endParaRPr lang="ko-KR" altLang="en-US"/>
        </a:p>
      </dgm:t>
    </dgm:pt>
    <dgm:pt modelId="{19C5FF32-D986-411B-81EC-2553F3C136ED}">
      <dgm:prSet phldrT="[텍스트]"/>
      <dgm:spPr/>
      <dgm:t>
        <a:bodyPr/>
        <a:lstStyle/>
        <a:p>
          <a:pPr latinLnBrk="1"/>
          <a:r>
            <a:rPr lang="en-US" altLang="ko-KR" dirty="0"/>
            <a:t>OMR </a:t>
          </a:r>
          <a:br>
            <a:rPr lang="en-US" altLang="ko-KR" dirty="0"/>
          </a:br>
          <a:r>
            <a:rPr lang="en-US" altLang="ko-KR" dirty="0"/>
            <a:t>(O</a:t>
          </a:r>
          <a:r>
            <a:rPr lang="en-US" b="0" i="0" dirty="0"/>
            <a:t>ptical Mark Recognition)</a:t>
          </a:r>
          <a:endParaRPr lang="ko-KR" altLang="en-US" dirty="0"/>
        </a:p>
      </dgm:t>
    </dgm:pt>
    <dgm:pt modelId="{FAEE5142-584F-4EAD-819E-6C47FBDC9C7B}" type="parTrans" cxnId="{619FA8E0-43C6-487E-9DB3-7C1847D845E7}">
      <dgm:prSet/>
      <dgm:spPr/>
      <dgm:t>
        <a:bodyPr/>
        <a:lstStyle/>
        <a:p>
          <a:pPr latinLnBrk="1"/>
          <a:endParaRPr lang="ko-KR" altLang="en-US"/>
        </a:p>
      </dgm:t>
    </dgm:pt>
    <dgm:pt modelId="{E97C0253-0069-4319-908E-A0AFC09215A4}" type="sibTrans" cxnId="{619FA8E0-43C6-487E-9DB3-7C1847D845E7}">
      <dgm:prSet/>
      <dgm:spPr/>
      <dgm:t>
        <a:bodyPr/>
        <a:lstStyle/>
        <a:p>
          <a:pPr latinLnBrk="1"/>
          <a:endParaRPr lang="ko-KR" altLang="en-US"/>
        </a:p>
      </dgm:t>
    </dgm:pt>
    <dgm:pt modelId="{1EB30EC3-8311-4C22-A47E-7E4F08B89BB4}">
      <dgm:prSet/>
      <dgm:spPr/>
      <dgm:t>
        <a:bodyPr/>
        <a:lstStyle/>
        <a:p>
          <a:pPr latinLnBrk="1"/>
          <a:r>
            <a:rPr lang="en-US" altLang="ko-KR" dirty="0"/>
            <a:t>OCR</a:t>
          </a:r>
          <a:br>
            <a:rPr lang="en-US" altLang="ko-KR" dirty="0"/>
          </a:br>
          <a:r>
            <a:rPr lang="en-US" altLang="ko-KR" dirty="0"/>
            <a:t>(</a:t>
          </a:r>
          <a:r>
            <a:rPr lang="en-US" b="0" i="0" dirty="0"/>
            <a:t>Optical Character Recognition)</a:t>
          </a:r>
          <a:endParaRPr lang="en-US" altLang="ko-KR" dirty="0"/>
        </a:p>
      </dgm:t>
    </dgm:pt>
    <dgm:pt modelId="{8660F5F4-2043-4B78-9E0F-2C36F7BEBF8D}" type="parTrans" cxnId="{B586E324-A9D4-4524-BD9E-8EFBF581BDFB}">
      <dgm:prSet/>
      <dgm:spPr/>
      <dgm:t>
        <a:bodyPr/>
        <a:lstStyle/>
        <a:p>
          <a:pPr latinLnBrk="1"/>
          <a:endParaRPr lang="ko-KR" altLang="en-US"/>
        </a:p>
      </dgm:t>
    </dgm:pt>
    <dgm:pt modelId="{16B8116C-E5B9-489E-B5E1-2E345E5DBA40}" type="sibTrans" cxnId="{B586E324-A9D4-4524-BD9E-8EFBF581BDFB}">
      <dgm:prSet/>
      <dgm:spPr/>
      <dgm:t>
        <a:bodyPr/>
        <a:lstStyle/>
        <a:p>
          <a:pPr latinLnBrk="1"/>
          <a:endParaRPr lang="ko-KR" altLang="en-US"/>
        </a:p>
      </dgm:t>
    </dgm:pt>
    <dgm:pt modelId="{A9800E0C-2D5B-4856-9E2C-983B0CA299A3}">
      <dgm:prSet/>
      <dgm:spPr/>
      <dgm:t>
        <a:bodyPr/>
        <a:lstStyle/>
        <a:p>
          <a:pPr latinLnBrk="1"/>
          <a:r>
            <a:rPr lang="en-US" altLang="ko-KR" dirty="0"/>
            <a:t>MICR</a:t>
          </a:r>
          <a:br>
            <a:rPr lang="en-US" altLang="ko-KR" dirty="0"/>
          </a:br>
          <a:r>
            <a:rPr lang="en-US" altLang="ko-KR" dirty="0"/>
            <a:t>(</a:t>
          </a:r>
          <a:r>
            <a:rPr lang="en-US" b="0" i="0" dirty="0"/>
            <a:t>Magnetic ink character recognition)</a:t>
          </a:r>
          <a:endParaRPr lang="en-US" altLang="ko-KR" dirty="0"/>
        </a:p>
      </dgm:t>
    </dgm:pt>
    <dgm:pt modelId="{172E9FA3-16C2-4B6F-AF49-2358CC3DD3DC}" type="parTrans" cxnId="{97BC2CC9-4239-4491-9CFE-246347C027AB}">
      <dgm:prSet/>
      <dgm:spPr/>
      <dgm:t>
        <a:bodyPr/>
        <a:lstStyle/>
        <a:p>
          <a:pPr latinLnBrk="1"/>
          <a:endParaRPr lang="ko-KR" altLang="en-US"/>
        </a:p>
      </dgm:t>
    </dgm:pt>
    <dgm:pt modelId="{E5B1E14F-B88B-480E-B6B9-FA9B6D1DE76E}" type="sibTrans" cxnId="{97BC2CC9-4239-4491-9CFE-246347C027AB}">
      <dgm:prSet/>
      <dgm:spPr/>
      <dgm:t>
        <a:bodyPr/>
        <a:lstStyle/>
        <a:p>
          <a:pPr latinLnBrk="1"/>
          <a:endParaRPr lang="ko-KR" altLang="en-US"/>
        </a:p>
      </dgm:t>
    </dgm:pt>
    <dgm:pt modelId="{6E740F9F-E3EA-4707-BE0E-BA6C437F06ED}">
      <dgm:prSet/>
      <dgm:spPr/>
      <dgm:t>
        <a:bodyPr/>
        <a:lstStyle/>
        <a:p>
          <a:pPr latinLnBrk="1"/>
          <a:r>
            <a:rPr lang="en-US" altLang="ko-KR" dirty="0"/>
            <a:t>Scanner</a:t>
          </a:r>
        </a:p>
      </dgm:t>
    </dgm:pt>
    <dgm:pt modelId="{3E235F59-62E2-42DF-9754-A2DE5641581A}" type="parTrans" cxnId="{857863BE-F30B-46BD-9E2D-6F328F456793}">
      <dgm:prSet/>
      <dgm:spPr/>
      <dgm:t>
        <a:bodyPr/>
        <a:lstStyle/>
        <a:p>
          <a:pPr latinLnBrk="1"/>
          <a:endParaRPr lang="ko-KR" altLang="en-US"/>
        </a:p>
      </dgm:t>
    </dgm:pt>
    <dgm:pt modelId="{06FF0D55-0E80-4683-94C7-1C4B0D32C127}" type="sibTrans" cxnId="{857863BE-F30B-46BD-9E2D-6F328F456793}">
      <dgm:prSet/>
      <dgm:spPr/>
      <dgm:t>
        <a:bodyPr/>
        <a:lstStyle/>
        <a:p>
          <a:pPr latinLnBrk="1"/>
          <a:endParaRPr lang="ko-KR" altLang="en-US"/>
        </a:p>
      </dgm:t>
    </dgm:pt>
    <dgm:pt modelId="{45AAE24F-7821-4596-8058-2B7AC8254C6A}">
      <dgm:prSet/>
      <dgm:spPr/>
      <dgm:t>
        <a:bodyPr/>
        <a:lstStyle/>
        <a:p>
          <a:pPr latinLnBrk="1"/>
          <a:r>
            <a:rPr lang="ko-KR" altLang="en-US"/>
            <a:t>카메라</a:t>
          </a:r>
          <a:endParaRPr lang="en-US" altLang="ko-KR" dirty="0"/>
        </a:p>
      </dgm:t>
    </dgm:pt>
    <dgm:pt modelId="{53186008-52D8-4F55-AD4C-29F8871E847D}" type="parTrans" cxnId="{4A85A610-6C20-4393-ADE8-C9A667ABFCCB}">
      <dgm:prSet/>
      <dgm:spPr/>
      <dgm:t>
        <a:bodyPr/>
        <a:lstStyle/>
        <a:p>
          <a:pPr latinLnBrk="1"/>
          <a:endParaRPr lang="ko-KR" altLang="en-US"/>
        </a:p>
      </dgm:t>
    </dgm:pt>
    <dgm:pt modelId="{6676F7DD-477D-4717-B1FC-0196C91850E3}" type="sibTrans" cxnId="{4A85A610-6C20-4393-ADE8-C9A667ABFCCB}">
      <dgm:prSet/>
      <dgm:spPr/>
      <dgm:t>
        <a:bodyPr/>
        <a:lstStyle/>
        <a:p>
          <a:pPr latinLnBrk="1"/>
          <a:endParaRPr lang="ko-KR" altLang="en-US"/>
        </a:p>
      </dgm:t>
    </dgm:pt>
    <dgm:pt modelId="{36758AE5-7377-4E86-A841-22332D6059A9}" type="pres">
      <dgm:prSet presAssocID="{2D83A2C1-3759-41CF-87C6-9308E60A5817}" presName="Name0" presStyleCnt="0">
        <dgm:presLayoutVars>
          <dgm:dir/>
          <dgm:animLvl val="lvl"/>
          <dgm:resizeHandles val="exact"/>
        </dgm:presLayoutVars>
      </dgm:prSet>
      <dgm:spPr/>
    </dgm:pt>
    <dgm:pt modelId="{1B6B881D-86F6-46E7-BC2A-FA3D6FA91A36}" type="pres">
      <dgm:prSet presAssocID="{C406B253-C8AE-4341-96F0-04442375EB28}" presName="composite" presStyleCnt="0"/>
      <dgm:spPr/>
    </dgm:pt>
    <dgm:pt modelId="{25B1F5B8-1C5B-4261-90E6-911F06EAF81B}" type="pres">
      <dgm:prSet presAssocID="{C406B253-C8AE-4341-96F0-04442375EB2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C768C12-AB03-402C-A900-09E5DC20E8CD}" type="pres">
      <dgm:prSet presAssocID="{C406B253-C8AE-4341-96F0-04442375EB28}" presName="desTx" presStyleLbl="alignAccFollowNode1" presStyleIdx="0" presStyleCnt="2">
        <dgm:presLayoutVars>
          <dgm:bulletEnabled val="1"/>
        </dgm:presLayoutVars>
      </dgm:prSet>
      <dgm:spPr/>
    </dgm:pt>
    <dgm:pt modelId="{AFFC1848-DC4C-4AFF-98F9-6358AB70754C}" type="pres">
      <dgm:prSet presAssocID="{13635D8D-5127-47E1-96A6-526302E83C83}" presName="space" presStyleCnt="0"/>
      <dgm:spPr/>
    </dgm:pt>
    <dgm:pt modelId="{FFB40D87-7AE5-4FD7-8BA9-28431C8CD4BF}" type="pres">
      <dgm:prSet presAssocID="{F568B756-FD2A-4092-808F-5A548E439746}" presName="composite" presStyleCnt="0"/>
      <dgm:spPr/>
    </dgm:pt>
    <dgm:pt modelId="{53512F7A-BC00-418C-B55B-46E3F2125675}" type="pres">
      <dgm:prSet presAssocID="{F568B756-FD2A-4092-808F-5A548E43974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0263E5B-A5E6-4854-B1CC-2C98264F1EA6}" type="pres">
      <dgm:prSet presAssocID="{F568B756-FD2A-4092-808F-5A548E43974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9EECD702-1334-41FC-9EB9-180C96C829D8}" srcId="{C406B253-C8AE-4341-96F0-04442375EB28}" destId="{09CFFCB0-2B42-4321-A304-5642766145C3}" srcOrd="2" destOrd="0" parTransId="{869D92D7-20D1-49DB-AA0A-C0E4A5F9EC50}" sibTransId="{6727FBCA-32C4-4918-BC02-4D82229131FC}"/>
    <dgm:cxn modelId="{4366B50A-A584-4841-92A3-E2B16CA3C5FA}" srcId="{2D83A2C1-3759-41CF-87C6-9308E60A5817}" destId="{C406B253-C8AE-4341-96F0-04442375EB28}" srcOrd="0" destOrd="0" parTransId="{7F29306B-7BEE-49CF-92A2-DE48EFEA8351}" sibTransId="{13635D8D-5127-47E1-96A6-526302E83C83}"/>
    <dgm:cxn modelId="{4A85A610-6C20-4393-ADE8-C9A667ABFCCB}" srcId="{F568B756-FD2A-4092-808F-5A548E439746}" destId="{45AAE24F-7821-4596-8058-2B7AC8254C6A}" srcOrd="4" destOrd="0" parTransId="{53186008-52D8-4F55-AD4C-29F8871E847D}" sibTransId="{6676F7DD-477D-4717-B1FC-0196C91850E3}"/>
    <dgm:cxn modelId="{EC36F917-A2B4-4957-9A3D-A54D4D7AB3D9}" type="presOf" srcId="{02A6B561-5159-4E5A-B7A2-E18482521997}" destId="{2C768C12-AB03-402C-A900-09E5DC20E8CD}" srcOrd="0" destOrd="0" presId="urn:microsoft.com/office/officeart/2005/8/layout/hList1"/>
    <dgm:cxn modelId="{BA21C818-313B-4BE8-80E9-22671255A15B}" srcId="{C406B253-C8AE-4341-96F0-04442375EB28}" destId="{02A6B561-5159-4E5A-B7A2-E18482521997}" srcOrd="0" destOrd="0" parTransId="{5BA057F3-18DC-4FD4-95E5-B09B8E10E994}" sibTransId="{194F5440-6164-4F27-8DB9-9E439A9B98DC}"/>
    <dgm:cxn modelId="{0D37EE19-00DA-469A-AA9A-CEE4312F9B99}" type="presOf" srcId="{2D83A2C1-3759-41CF-87C6-9308E60A5817}" destId="{36758AE5-7377-4E86-A841-22332D6059A9}" srcOrd="0" destOrd="0" presId="urn:microsoft.com/office/officeart/2005/8/layout/hList1"/>
    <dgm:cxn modelId="{B586E324-A9D4-4524-BD9E-8EFBF581BDFB}" srcId="{F568B756-FD2A-4092-808F-5A548E439746}" destId="{1EB30EC3-8311-4C22-A47E-7E4F08B89BB4}" srcOrd="1" destOrd="0" parTransId="{8660F5F4-2043-4B78-9E0F-2C36F7BEBF8D}" sibTransId="{16B8116C-E5B9-489E-B5E1-2E345E5DBA40}"/>
    <dgm:cxn modelId="{30F3D42E-5783-4C3A-B076-C2AA14446403}" type="presOf" srcId="{6E740F9F-E3EA-4707-BE0E-BA6C437F06ED}" destId="{30263E5B-A5E6-4854-B1CC-2C98264F1EA6}" srcOrd="0" destOrd="3" presId="urn:microsoft.com/office/officeart/2005/8/layout/hList1"/>
    <dgm:cxn modelId="{C16F7838-11E9-4B5C-9953-F98FB93D80E2}" type="presOf" srcId="{09CFFCB0-2B42-4321-A304-5642766145C3}" destId="{2C768C12-AB03-402C-A900-09E5DC20E8CD}" srcOrd="0" destOrd="2" presId="urn:microsoft.com/office/officeart/2005/8/layout/hList1"/>
    <dgm:cxn modelId="{B2232161-49D5-42B5-AF12-FCF1F46AB438}" srcId="{C406B253-C8AE-4341-96F0-04442375EB28}" destId="{CFB808B8-F8BC-4E7D-BEDE-00ADA8056820}" srcOrd="1" destOrd="0" parTransId="{10CD5588-DF53-43C3-88E6-A1B82E4F67E0}" sibTransId="{EBE609EF-FF5C-4C8D-863F-9A6BC12AA011}"/>
    <dgm:cxn modelId="{8C0A2043-91C4-4BF8-80DC-8D8E15059218}" type="presOf" srcId="{BB04A4A7-6BAF-41D3-819F-6B3BC3865B8F}" destId="{2C768C12-AB03-402C-A900-09E5DC20E8CD}" srcOrd="0" destOrd="3" presId="urn:microsoft.com/office/officeart/2005/8/layout/hList1"/>
    <dgm:cxn modelId="{1D477944-7AE1-4F09-A6B4-89422DF7F85B}" type="presOf" srcId="{45AAE24F-7821-4596-8058-2B7AC8254C6A}" destId="{30263E5B-A5E6-4854-B1CC-2C98264F1EA6}" srcOrd="0" destOrd="4" presId="urn:microsoft.com/office/officeart/2005/8/layout/hList1"/>
    <dgm:cxn modelId="{3BE3E74B-E297-4457-83DC-3BB7250FE3CD}" srcId="{C406B253-C8AE-4341-96F0-04442375EB28}" destId="{1830B035-CE34-4D47-B0E1-C9E21F8C989B}" srcOrd="4" destOrd="0" parTransId="{98641D22-7566-452C-A723-D5829B7E8716}" sibTransId="{F1B47E10-0322-4B2C-88AE-CBE33BA3EE11}"/>
    <dgm:cxn modelId="{2D5C6651-F732-41D7-A66C-074D9DE31391}" type="presOf" srcId="{1830B035-CE34-4D47-B0E1-C9E21F8C989B}" destId="{2C768C12-AB03-402C-A900-09E5DC20E8CD}" srcOrd="0" destOrd="4" presId="urn:microsoft.com/office/officeart/2005/8/layout/hList1"/>
    <dgm:cxn modelId="{78272675-D474-484D-AA07-6EA78B72CE3F}" srcId="{C406B253-C8AE-4341-96F0-04442375EB28}" destId="{BB04A4A7-6BAF-41D3-819F-6B3BC3865B8F}" srcOrd="3" destOrd="0" parTransId="{367E7EFA-039F-4E01-BE9D-6D812909C700}" sibTransId="{45666D33-4834-40CA-9B0F-737B4056331E}"/>
    <dgm:cxn modelId="{700C6B56-9912-494A-A024-04A0E9CA046A}" type="presOf" srcId="{A9800E0C-2D5B-4856-9E2C-983B0CA299A3}" destId="{30263E5B-A5E6-4854-B1CC-2C98264F1EA6}" srcOrd="0" destOrd="2" presId="urn:microsoft.com/office/officeart/2005/8/layout/hList1"/>
    <dgm:cxn modelId="{D96C3F87-79E8-4BF8-A3BF-FB8CF996D67D}" type="presOf" srcId="{CFB808B8-F8BC-4E7D-BEDE-00ADA8056820}" destId="{2C768C12-AB03-402C-A900-09E5DC20E8CD}" srcOrd="0" destOrd="1" presId="urn:microsoft.com/office/officeart/2005/8/layout/hList1"/>
    <dgm:cxn modelId="{AFC3389B-411E-47E5-90B3-DED508B8E7B3}" type="presOf" srcId="{C406B253-C8AE-4341-96F0-04442375EB28}" destId="{25B1F5B8-1C5B-4261-90E6-911F06EAF81B}" srcOrd="0" destOrd="0" presId="urn:microsoft.com/office/officeart/2005/8/layout/hList1"/>
    <dgm:cxn modelId="{DB4483AA-0E38-4ACD-9388-FA3581C6A1AE}" type="presOf" srcId="{1EB30EC3-8311-4C22-A47E-7E4F08B89BB4}" destId="{30263E5B-A5E6-4854-B1CC-2C98264F1EA6}" srcOrd="0" destOrd="1" presId="urn:microsoft.com/office/officeart/2005/8/layout/hList1"/>
    <dgm:cxn modelId="{2D684FB0-B068-4550-82A1-344FE2244BF0}" type="presOf" srcId="{F568B756-FD2A-4092-808F-5A548E439746}" destId="{53512F7A-BC00-418C-B55B-46E3F2125675}" srcOrd="0" destOrd="0" presId="urn:microsoft.com/office/officeart/2005/8/layout/hList1"/>
    <dgm:cxn modelId="{857863BE-F30B-46BD-9E2D-6F328F456793}" srcId="{F568B756-FD2A-4092-808F-5A548E439746}" destId="{6E740F9F-E3EA-4707-BE0E-BA6C437F06ED}" srcOrd="3" destOrd="0" parTransId="{3E235F59-62E2-42DF-9754-A2DE5641581A}" sibTransId="{06FF0D55-0E80-4683-94C7-1C4B0D32C127}"/>
    <dgm:cxn modelId="{97BC2CC9-4239-4491-9CFE-246347C027AB}" srcId="{F568B756-FD2A-4092-808F-5A548E439746}" destId="{A9800E0C-2D5B-4856-9E2C-983B0CA299A3}" srcOrd="2" destOrd="0" parTransId="{172E9FA3-16C2-4B6F-AF49-2358CC3DD3DC}" sibTransId="{E5B1E14F-B88B-480E-B6B9-FA9B6D1DE76E}"/>
    <dgm:cxn modelId="{619FA8E0-43C6-487E-9DB3-7C1847D845E7}" srcId="{F568B756-FD2A-4092-808F-5A548E439746}" destId="{19C5FF32-D986-411B-81EC-2553F3C136ED}" srcOrd="0" destOrd="0" parTransId="{FAEE5142-584F-4EAD-819E-6C47FBDC9C7B}" sibTransId="{E97C0253-0069-4319-908E-A0AFC09215A4}"/>
    <dgm:cxn modelId="{381901F5-34B1-4D3A-A28F-08727444263E}" type="presOf" srcId="{19C5FF32-D986-411B-81EC-2553F3C136ED}" destId="{30263E5B-A5E6-4854-B1CC-2C98264F1EA6}" srcOrd="0" destOrd="0" presId="urn:microsoft.com/office/officeart/2005/8/layout/hList1"/>
    <dgm:cxn modelId="{6955ADF7-7556-4110-9F07-0E0444B90894}" srcId="{2D83A2C1-3759-41CF-87C6-9308E60A5817}" destId="{F568B756-FD2A-4092-808F-5A548E439746}" srcOrd="1" destOrd="0" parTransId="{2AD2F192-E516-4A07-9A10-6EF9D35A656D}" sibTransId="{B7401939-3D31-4693-9C7B-CC3E8837756E}"/>
    <dgm:cxn modelId="{2DBC7312-9119-46E2-9CDB-013F88D35709}" type="presParOf" srcId="{36758AE5-7377-4E86-A841-22332D6059A9}" destId="{1B6B881D-86F6-46E7-BC2A-FA3D6FA91A36}" srcOrd="0" destOrd="0" presId="urn:microsoft.com/office/officeart/2005/8/layout/hList1"/>
    <dgm:cxn modelId="{9719D803-7270-41E4-A65C-8699B7F72DE9}" type="presParOf" srcId="{1B6B881D-86F6-46E7-BC2A-FA3D6FA91A36}" destId="{25B1F5B8-1C5B-4261-90E6-911F06EAF81B}" srcOrd="0" destOrd="0" presId="urn:microsoft.com/office/officeart/2005/8/layout/hList1"/>
    <dgm:cxn modelId="{FFFF44FC-C2E5-4CE8-9DBD-BB74D1B1234A}" type="presParOf" srcId="{1B6B881D-86F6-46E7-BC2A-FA3D6FA91A36}" destId="{2C768C12-AB03-402C-A900-09E5DC20E8CD}" srcOrd="1" destOrd="0" presId="urn:microsoft.com/office/officeart/2005/8/layout/hList1"/>
    <dgm:cxn modelId="{C789B078-4C06-4D12-925A-27043E33BD61}" type="presParOf" srcId="{36758AE5-7377-4E86-A841-22332D6059A9}" destId="{AFFC1848-DC4C-4AFF-98F9-6358AB70754C}" srcOrd="1" destOrd="0" presId="urn:microsoft.com/office/officeart/2005/8/layout/hList1"/>
    <dgm:cxn modelId="{88CB1075-0361-4834-9888-1B3AE923B279}" type="presParOf" srcId="{36758AE5-7377-4E86-A841-22332D6059A9}" destId="{FFB40D87-7AE5-4FD7-8BA9-28431C8CD4BF}" srcOrd="2" destOrd="0" presId="urn:microsoft.com/office/officeart/2005/8/layout/hList1"/>
    <dgm:cxn modelId="{F566F9E6-D366-4C03-8F14-689AAC20CD9D}" type="presParOf" srcId="{FFB40D87-7AE5-4FD7-8BA9-28431C8CD4BF}" destId="{53512F7A-BC00-418C-B55B-46E3F2125675}" srcOrd="0" destOrd="0" presId="urn:microsoft.com/office/officeart/2005/8/layout/hList1"/>
    <dgm:cxn modelId="{3EF975AB-6748-4719-9FD5-99C9A9091C57}" type="presParOf" srcId="{FFB40D87-7AE5-4FD7-8BA9-28431C8CD4BF}" destId="{30263E5B-A5E6-4854-B1CC-2C98264F1EA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83A2C1-3759-41CF-87C6-9308E60A5817}" type="doc">
      <dgm:prSet loTypeId="urn:microsoft.com/office/officeart/2005/8/layout/hList1" loCatId="list" qsTypeId="urn:microsoft.com/office/officeart/2005/8/quickstyle/simple4" qsCatId="simple" csTypeId="urn:microsoft.com/office/officeart/2005/8/colors/colorful5" csCatId="colorful" phldr="1"/>
      <dgm:spPr/>
    </dgm:pt>
    <dgm:pt modelId="{C406B253-C8AE-4341-96F0-04442375EB28}">
      <dgm:prSet phldrT="[텍스트]"/>
      <dgm:spPr/>
      <dgm:t>
        <a:bodyPr/>
        <a:lstStyle/>
        <a:p>
          <a:pPr latinLnBrk="1"/>
          <a:r>
            <a:rPr lang="ko-KR" altLang="en-US" dirty="0"/>
            <a:t>표시장치</a:t>
          </a:r>
          <a:r>
            <a:rPr lang="en-US" altLang="ko-KR" dirty="0"/>
            <a:t>(Display)</a:t>
          </a:r>
          <a:endParaRPr lang="ko-KR" altLang="en-US" dirty="0"/>
        </a:p>
      </dgm:t>
    </dgm:pt>
    <dgm:pt modelId="{7F29306B-7BEE-49CF-92A2-DE48EFEA8351}" type="parTrans" cxnId="{4366B50A-A584-4841-92A3-E2B16CA3C5FA}">
      <dgm:prSet/>
      <dgm:spPr/>
      <dgm:t>
        <a:bodyPr/>
        <a:lstStyle/>
        <a:p>
          <a:pPr latinLnBrk="1"/>
          <a:endParaRPr lang="ko-KR" altLang="en-US"/>
        </a:p>
      </dgm:t>
    </dgm:pt>
    <dgm:pt modelId="{13635D8D-5127-47E1-96A6-526302E83C83}" type="sibTrans" cxnId="{4366B50A-A584-4841-92A3-E2B16CA3C5FA}">
      <dgm:prSet/>
      <dgm:spPr/>
      <dgm:t>
        <a:bodyPr/>
        <a:lstStyle/>
        <a:p>
          <a:pPr latinLnBrk="1"/>
          <a:endParaRPr lang="ko-KR" altLang="en-US"/>
        </a:p>
      </dgm:t>
    </dgm:pt>
    <dgm:pt modelId="{F568B756-FD2A-4092-808F-5A548E439746}">
      <dgm:prSet phldrT="[텍스트]"/>
      <dgm:spPr/>
      <dgm:t>
        <a:bodyPr/>
        <a:lstStyle/>
        <a:p>
          <a:pPr latinLnBrk="1"/>
          <a:r>
            <a:rPr lang="ko-KR" altLang="en-US" dirty="0"/>
            <a:t>인쇄장치</a:t>
          </a:r>
          <a:r>
            <a:rPr lang="en-US" altLang="ko-KR" dirty="0"/>
            <a:t>(printer)</a:t>
          </a:r>
          <a:endParaRPr lang="ko-KR" altLang="en-US" dirty="0"/>
        </a:p>
      </dgm:t>
    </dgm:pt>
    <dgm:pt modelId="{2AD2F192-E516-4A07-9A10-6EF9D35A656D}" type="parTrans" cxnId="{6955ADF7-7556-4110-9F07-0E0444B90894}">
      <dgm:prSet/>
      <dgm:spPr/>
      <dgm:t>
        <a:bodyPr/>
        <a:lstStyle/>
        <a:p>
          <a:pPr latinLnBrk="1"/>
          <a:endParaRPr lang="ko-KR" altLang="en-US"/>
        </a:p>
      </dgm:t>
    </dgm:pt>
    <dgm:pt modelId="{B7401939-3D31-4693-9C7B-CC3E8837756E}" type="sibTrans" cxnId="{6955ADF7-7556-4110-9F07-0E0444B90894}">
      <dgm:prSet/>
      <dgm:spPr/>
      <dgm:t>
        <a:bodyPr/>
        <a:lstStyle/>
        <a:p>
          <a:pPr latinLnBrk="1"/>
          <a:endParaRPr lang="ko-KR" altLang="en-US"/>
        </a:p>
      </dgm:t>
    </dgm:pt>
    <dgm:pt modelId="{02A6B561-5159-4E5A-B7A2-E18482521997}">
      <dgm:prSet phldrT="[텍스트]"/>
      <dgm:spPr/>
      <dgm:t>
        <a:bodyPr/>
        <a:lstStyle/>
        <a:p>
          <a:pPr latinLnBrk="1"/>
          <a:r>
            <a:rPr lang="en-US" altLang="ko-KR" dirty="0"/>
            <a:t>CRT (</a:t>
          </a:r>
          <a:r>
            <a:rPr lang="ko-KR" altLang="en-US" dirty="0"/>
            <a:t>음극선관</a:t>
          </a:r>
          <a:r>
            <a:rPr lang="en-US" altLang="ko-KR" dirty="0"/>
            <a:t>)</a:t>
          </a:r>
          <a:br>
            <a:rPr lang="en-US" altLang="ko-KR" dirty="0"/>
          </a:br>
          <a:r>
            <a:rPr lang="en-US" altLang="ko-KR" dirty="0" err="1"/>
            <a:t>Cathod</a:t>
          </a:r>
          <a:r>
            <a:rPr lang="en-US" altLang="ko-KR" dirty="0"/>
            <a:t> Ray Tube</a:t>
          </a:r>
          <a:endParaRPr lang="ko-KR" altLang="en-US" dirty="0"/>
        </a:p>
      </dgm:t>
    </dgm:pt>
    <dgm:pt modelId="{5BA057F3-18DC-4FD4-95E5-B09B8E10E994}" type="parTrans" cxnId="{BA21C818-313B-4BE8-80E9-22671255A15B}">
      <dgm:prSet/>
      <dgm:spPr/>
      <dgm:t>
        <a:bodyPr/>
        <a:lstStyle/>
        <a:p>
          <a:pPr latinLnBrk="1"/>
          <a:endParaRPr lang="ko-KR" altLang="en-US"/>
        </a:p>
      </dgm:t>
    </dgm:pt>
    <dgm:pt modelId="{194F5440-6164-4F27-8DB9-9E439A9B98DC}" type="sibTrans" cxnId="{BA21C818-313B-4BE8-80E9-22671255A15B}">
      <dgm:prSet/>
      <dgm:spPr/>
      <dgm:t>
        <a:bodyPr/>
        <a:lstStyle/>
        <a:p>
          <a:pPr latinLnBrk="1"/>
          <a:endParaRPr lang="ko-KR" altLang="en-US"/>
        </a:p>
      </dgm:t>
    </dgm:pt>
    <dgm:pt modelId="{19C5FF32-D986-411B-81EC-2553F3C136ED}">
      <dgm:prSet phldrT="[텍스트]"/>
      <dgm:spPr/>
      <dgm:t>
        <a:bodyPr/>
        <a:lstStyle/>
        <a:p>
          <a:pPr latinLnBrk="1"/>
          <a:r>
            <a:rPr lang="ko-KR" altLang="en-US" dirty="0"/>
            <a:t>잉크젯 프린터</a:t>
          </a:r>
          <a:r>
            <a:rPr lang="en-US" altLang="ko-KR" dirty="0"/>
            <a:t>(inkjet)</a:t>
          </a:r>
          <a:endParaRPr lang="ko-KR" altLang="en-US" dirty="0"/>
        </a:p>
      </dgm:t>
    </dgm:pt>
    <dgm:pt modelId="{FAEE5142-584F-4EAD-819E-6C47FBDC9C7B}" type="parTrans" cxnId="{619FA8E0-43C6-487E-9DB3-7C1847D845E7}">
      <dgm:prSet/>
      <dgm:spPr/>
      <dgm:t>
        <a:bodyPr/>
        <a:lstStyle/>
        <a:p>
          <a:pPr latinLnBrk="1"/>
          <a:endParaRPr lang="ko-KR" altLang="en-US"/>
        </a:p>
      </dgm:t>
    </dgm:pt>
    <dgm:pt modelId="{E97C0253-0069-4319-908E-A0AFC09215A4}" type="sibTrans" cxnId="{619FA8E0-43C6-487E-9DB3-7C1847D845E7}">
      <dgm:prSet/>
      <dgm:spPr/>
      <dgm:t>
        <a:bodyPr/>
        <a:lstStyle/>
        <a:p>
          <a:pPr latinLnBrk="1"/>
          <a:endParaRPr lang="ko-KR" altLang="en-US"/>
        </a:p>
      </dgm:t>
    </dgm:pt>
    <dgm:pt modelId="{0B523E77-ECCE-4F9E-B9FA-F79897E3DA91}">
      <dgm:prSet/>
      <dgm:spPr/>
      <dgm:t>
        <a:bodyPr/>
        <a:lstStyle/>
        <a:p>
          <a:pPr latinLnBrk="1"/>
          <a:r>
            <a:rPr lang="en-US" altLang="ko-KR" dirty="0"/>
            <a:t>LCD (</a:t>
          </a:r>
          <a:r>
            <a:rPr lang="ko-KR" altLang="en-US" dirty="0"/>
            <a:t>액정</a:t>
          </a:r>
          <a:r>
            <a:rPr lang="en-US" altLang="ko-KR" dirty="0"/>
            <a:t>)</a:t>
          </a:r>
          <a:br>
            <a:rPr lang="en-US" altLang="ko-KR" dirty="0"/>
          </a:br>
          <a:r>
            <a:rPr lang="en-US" altLang="ko-KR" dirty="0"/>
            <a:t>Liquid Crystal Display)</a:t>
          </a:r>
        </a:p>
      </dgm:t>
    </dgm:pt>
    <dgm:pt modelId="{603047B3-C7E0-4201-A630-16873E35AD4C}" type="parTrans" cxnId="{C72C5026-B7C0-4C50-B921-0E1608E001CA}">
      <dgm:prSet/>
      <dgm:spPr/>
      <dgm:t>
        <a:bodyPr/>
        <a:lstStyle/>
        <a:p>
          <a:pPr latinLnBrk="1"/>
          <a:endParaRPr lang="ko-KR" altLang="en-US"/>
        </a:p>
      </dgm:t>
    </dgm:pt>
    <dgm:pt modelId="{9F99C992-EF19-4B8A-88FB-DF3EA91B5F37}" type="sibTrans" cxnId="{C72C5026-B7C0-4C50-B921-0E1608E001CA}">
      <dgm:prSet/>
      <dgm:spPr/>
      <dgm:t>
        <a:bodyPr/>
        <a:lstStyle/>
        <a:p>
          <a:pPr latinLnBrk="1"/>
          <a:endParaRPr lang="ko-KR" altLang="en-US"/>
        </a:p>
      </dgm:t>
    </dgm:pt>
    <dgm:pt modelId="{D71146F2-B78B-478A-AE1F-BA7ED8230360}">
      <dgm:prSet/>
      <dgm:spPr/>
      <dgm:t>
        <a:bodyPr/>
        <a:lstStyle/>
        <a:p>
          <a:pPr latinLnBrk="1"/>
          <a:r>
            <a:rPr lang="en-US" altLang="ko-KR" dirty="0"/>
            <a:t>PDP (</a:t>
          </a:r>
          <a:r>
            <a:rPr lang="ko-KR" altLang="en-US" dirty="0"/>
            <a:t>플라즈마</a:t>
          </a:r>
          <a:r>
            <a:rPr lang="en-US" altLang="ko-KR" dirty="0"/>
            <a:t>)</a:t>
          </a:r>
          <a:br>
            <a:rPr lang="en-US" altLang="ko-KR" dirty="0"/>
          </a:br>
          <a:r>
            <a:rPr lang="en-US" b="0" i="0" dirty="0"/>
            <a:t>plasma display</a:t>
          </a:r>
          <a:endParaRPr lang="en-US" altLang="ko-KR" dirty="0"/>
        </a:p>
      </dgm:t>
    </dgm:pt>
    <dgm:pt modelId="{D13F1E1D-B1B7-4784-9FD2-CA8B299F8EB1}" type="parTrans" cxnId="{7F044B1B-6E55-4B88-BDE6-BC56C2A8B3C4}">
      <dgm:prSet/>
      <dgm:spPr/>
      <dgm:t>
        <a:bodyPr/>
        <a:lstStyle/>
        <a:p>
          <a:pPr latinLnBrk="1"/>
          <a:endParaRPr lang="ko-KR" altLang="en-US"/>
        </a:p>
      </dgm:t>
    </dgm:pt>
    <dgm:pt modelId="{27E22B43-2CB5-4D47-B39A-9B772F3FD113}" type="sibTrans" cxnId="{7F044B1B-6E55-4B88-BDE6-BC56C2A8B3C4}">
      <dgm:prSet/>
      <dgm:spPr/>
      <dgm:t>
        <a:bodyPr/>
        <a:lstStyle/>
        <a:p>
          <a:pPr latinLnBrk="1"/>
          <a:endParaRPr lang="ko-KR" altLang="en-US"/>
        </a:p>
      </dgm:t>
    </dgm:pt>
    <dgm:pt modelId="{05D3F15D-8477-47C2-9FB3-5D5024A95B5E}">
      <dgm:prSet/>
      <dgm:spPr/>
      <dgm:t>
        <a:bodyPr/>
        <a:lstStyle/>
        <a:p>
          <a:pPr latinLnBrk="1"/>
          <a:r>
            <a:rPr lang="ko-KR" altLang="en-US" dirty="0"/>
            <a:t>레이저 프린터</a:t>
          </a:r>
          <a:r>
            <a:rPr lang="en-US" altLang="ko-KR" dirty="0"/>
            <a:t>(Laser)</a:t>
          </a:r>
        </a:p>
      </dgm:t>
    </dgm:pt>
    <dgm:pt modelId="{CE68C319-E553-4C86-9B36-9183FFB7AEF5}" type="parTrans" cxnId="{C57C8CFA-1C95-4021-9CD8-14E7422AF179}">
      <dgm:prSet/>
      <dgm:spPr/>
      <dgm:t>
        <a:bodyPr/>
        <a:lstStyle/>
        <a:p>
          <a:pPr latinLnBrk="1"/>
          <a:endParaRPr lang="ko-KR" altLang="en-US"/>
        </a:p>
      </dgm:t>
    </dgm:pt>
    <dgm:pt modelId="{AFF53AC8-16BD-4C9F-AC6D-FF8462EFD4A5}" type="sibTrans" cxnId="{C57C8CFA-1C95-4021-9CD8-14E7422AF179}">
      <dgm:prSet/>
      <dgm:spPr/>
      <dgm:t>
        <a:bodyPr/>
        <a:lstStyle/>
        <a:p>
          <a:pPr latinLnBrk="1"/>
          <a:endParaRPr lang="ko-KR" altLang="en-US"/>
        </a:p>
      </dgm:t>
    </dgm:pt>
    <dgm:pt modelId="{87DF6BD3-1D53-4FB7-B465-D5FEF4A7CAD9}">
      <dgm:prSet/>
      <dgm:spPr/>
      <dgm:t>
        <a:bodyPr/>
        <a:lstStyle/>
        <a:p>
          <a:pPr latinLnBrk="1"/>
          <a:r>
            <a:rPr lang="ko-KR" altLang="en-US" dirty="0"/>
            <a:t>감열 프린터</a:t>
          </a:r>
          <a:endParaRPr lang="en-US" altLang="ko-KR" dirty="0"/>
        </a:p>
      </dgm:t>
    </dgm:pt>
    <dgm:pt modelId="{F87BC754-FE1C-4511-86B3-2993A1AE402D}" type="parTrans" cxnId="{BC5DC283-D816-4342-8FF2-01DECCF03712}">
      <dgm:prSet/>
      <dgm:spPr/>
      <dgm:t>
        <a:bodyPr/>
        <a:lstStyle/>
        <a:p>
          <a:pPr latinLnBrk="1"/>
          <a:endParaRPr lang="ko-KR" altLang="en-US"/>
        </a:p>
      </dgm:t>
    </dgm:pt>
    <dgm:pt modelId="{50C24BD3-92A9-44D8-ABF4-4343EE978726}" type="sibTrans" cxnId="{BC5DC283-D816-4342-8FF2-01DECCF03712}">
      <dgm:prSet/>
      <dgm:spPr/>
      <dgm:t>
        <a:bodyPr/>
        <a:lstStyle/>
        <a:p>
          <a:pPr latinLnBrk="1"/>
          <a:endParaRPr lang="ko-KR" altLang="en-US"/>
        </a:p>
      </dgm:t>
    </dgm:pt>
    <dgm:pt modelId="{DD27FEA4-36C3-465E-8334-0C70147A45A5}">
      <dgm:prSet/>
      <dgm:spPr/>
      <dgm:t>
        <a:bodyPr/>
        <a:lstStyle/>
        <a:p>
          <a:pPr latinLnBrk="1"/>
          <a:r>
            <a:rPr lang="en-US" altLang="ko-KR" dirty="0"/>
            <a:t>3D </a:t>
          </a:r>
          <a:r>
            <a:rPr lang="ko-KR" altLang="en-US" dirty="0"/>
            <a:t>프린터</a:t>
          </a:r>
          <a:endParaRPr lang="en-US" altLang="ko-KR" dirty="0"/>
        </a:p>
      </dgm:t>
    </dgm:pt>
    <dgm:pt modelId="{80867B98-1804-419E-B198-3C7EFC909717}" type="parTrans" cxnId="{EDD2EC6B-D84B-4D85-B603-15A3066CA88B}">
      <dgm:prSet/>
      <dgm:spPr/>
      <dgm:t>
        <a:bodyPr/>
        <a:lstStyle/>
        <a:p>
          <a:pPr latinLnBrk="1"/>
          <a:endParaRPr lang="ko-KR" altLang="en-US"/>
        </a:p>
      </dgm:t>
    </dgm:pt>
    <dgm:pt modelId="{C74BE2F6-31D2-4ADA-8F2C-CD0162233F96}" type="sibTrans" cxnId="{EDD2EC6B-D84B-4D85-B603-15A3066CA88B}">
      <dgm:prSet/>
      <dgm:spPr/>
      <dgm:t>
        <a:bodyPr/>
        <a:lstStyle/>
        <a:p>
          <a:pPr latinLnBrk="1"/>
          <a:endParaRPr lang="ko-KR" altLang="en-US"/>
        </a:p>
      </dgm:t>
    </dgm:pt>
    <dgm:pt modelId="{5D4E7496-86B7-4260-BD81-C1CD0EC11585}">
      <dgm:prSet/>
      <dgm:spPr/>
      <dgm:t>
        <a:bodyPr/>
        <a:lstStyle/>
        <a:p>
          <a:pPr latinLnBrk="1"/>
          <a:r>
            <a:rPr lang="en-US" altLang="ko-KR" dirty="0"/>
            <a:t>OLED(</a:t>
          </a:r>
          <a:r>
            <a:rPr lang="ko-KR" altLang="en-US" dirty="0"/>
            <a:t>유기발광 다이오드</a:t>
          </a:r>
          <a:r>
            <a:rPr lang="en-US" altLang="ko-KR" dirty="0"/>
            <a:t>)</a:t>
          </a:r>
          <a:br>
            <a:rPr lang="en-US" altLang="ko-KR" dirty="0"/>
          </a:br>
          <a:r>
            <a:rPr lang="en-US" altLang="ko-KR" dirty="0"/>
            <a:t>O</a:t>
          </a:r>
          <a:r>
            <a:rPr lang="en-US" b="0" i="0" dirty="0"/>
            <a:t>rganic Light-Emitting Diode</a:t>
          </a:r>
          <a:endParaRPr lang="en-US" altLang="ko-KR" dirty="0"/>
        </a:p>
      </dgm:t>
    </dgm:pt>
    <dgm:pt modelId="{77793570-5C6E-43BD-9861-ABDE5A85DE23}" type="parTrans" cxnId="{13FF7DDB-D28C-43BA-8CE2-E59109927DAD}">
      <dgm:prSet/>
      <dgm:spPr/>
      <dgm:t>
        <a:bodyPr/>
        <a:lstStyle/>
        <a:p>
          <a:pPr latinLnBrk="1"/>
          <a:endParaRPr lang="ko-KR" altLang="en-US"/>
        </a:p>
      </dgm:t>
    </dgm:pt>
    <dgm:pt modelId="{71349519-8BAD-433F-BA31-A3E3F432795A}" type="sibTrans" cxnId="{13FF7DDB-D28C-43BA-8CE2-E59109927DAD}">
      <dgm:prSet/>
      <dgm:spPr/>
      <dgm:t>
        <a:bodyPr/>
        <a:lstStyle/>
        <a:p>
          <a:pPr latinLnBrk="1"/>
          <a:endParaRPr lang="ko-KR" altLang="en-US"/>
        </a:p>
      </dgm:t>
    </dgm:pt>
    <dgm:pt modelId="{36758AE5-7377-4E86-A841-22332D6059A9}" type="pres">
      <dgm:prSet presAssocID="{2D83A2C1-3759-41CF-87C6-9308E60A5817}" presName="Name0" presStyleCnt="0">
        <dgm:presLayoutVars>
          <dgm:dir/>
          <dgm:animLvl val="lvl"/>
          <dgm:resizeHandles val="exact"/>
        </dgm:presLayoutVars>
      </dgm:prSet>
      <dgm:spPr/>
    </dgm:pt>
    <dgm:pt modelId="{1B6B881D-86F6-46E7-BC2A-FA3D6FA91A36}" type="pres">
      <dgm:prSet presAssocID="{C406B253-C8AE-4341-96F0-04442375EB28}" presName="composite" presStyleCnt="0"/>
      <dgm:spPr/>
    </dgm:pt>
    <dgm:pt modelId="{25B1F5B8-1C5B-4261-90E6-911F06EAF81B}" type="pres">
      <dgm:prSet presAssocID="{C406B253-C8AE-4341-96F0-04442375EB2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C768C12-AB03-402C-A900-09E5DC20E8CD}" type="pres">
      <dgm:prSet presAssocID="{C406B253-C8AE-4341-96F0-04442375EB28}" presName="desTx" presStyleLbl="alignAccFollowNode1" presStyleIdx="0" presStyleCnt="2">
        <dgm:presLayoutVars>
          <dgm:bulletEnabled val="1"/>
        </dgm:presLayoutVars>
      </dgm:prSet>
      <dgm:spPr/>
    </dgm:pt>
    <dgm:pt modelId="{AFFC1848-DC4C-4AFF-98F9-6358AB70754C}" type="pres">
      <dgm:prSet presAssocID="{13635D8D-5127-47E1-96A6-526302E83C83}" presName="space" presStyleCnt="0"/>
      <dgm:spPr/>
    </dgm:pt>
    <dgm:pt modelId="{FFB40D87-7AE5-4FD7-8BA9-28431C8CD4BF}" type="pres">
      <dgm:prSet presAssocID="{F568B756-FD2A-4092-808F-5A548E439746}" presName="composite" presStyleCnt="0"/>
      <dgm:spPr/>
    </dgm:pt>
    <dgm:pt modelId="{53512F7A-BC00-418C-B55B-46E3F2125675}" type="pres">
      <dgm:prSet presAssocID="{F568B756-FD2A-4092-808F-5A548E43974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0263E5B-A5E6-4854-B1CC-2C98264F1EA6}" type="pres">
      <dgm:prSet presAssocID="{F568B756-FD2A-4092-808F-5A548E43974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366B50A-A584-4841-92A3-E2B16CA3C5FA}" srcId="{2D83A2C1-3759-41CF-87C6-9308E60A5817}" destId="{C406B253-C8AE-4341-96F0-04442375EB28}" srcOrd="0" destOrd="0" parTransId="{7F29306B-7BEE-49CF-92A2-DE48EFEA8351}" sibTransId="{13635D8D-5127-47E1-96A6-526302E83C83}"/>
    <dgm:cxn modelId="{454E0816-0B08-43A0-981C-418DD80B1045}" type="presOf" srcId="{D71146F2-B78B-478A-AE1F-BA7ED8230360}" destId="{2C768C12-AB03-402C-A900-09E5DC20E8CD}" srcOrd="0" destOrd="2" presId="urn:microsoft.com/office/officeart/2005/8/layout/hList1"/>
    <dgm:cxn modelId="{EC36F917-A2B4-4957-9A3D-A54D4D7AB3D9}" type="presOf" srcId="{02A6B561-5159-4E5A-B7A2-E18482521997}" destId="{2C768C12-AB03-402C-A900-09E5DC20E8CD}" srcOrd="0" destOrd="0" presId="urn:microsoft.com/office/officeart/2005/8/layout/hList1"/>
    <dgm:cxn modelId="{BA21C818-313B-4BE8-80E9-22671255A15B}" srcId="{C406B253-C8AE-4341-96F0-04442375EB28}" destId="{02A6B561-5159-4E5A-B7A2-E18482521997}" srcOrd="0" destOrd="0" parTransId="{5BA057F3-18DC-4FD4-95E5-B09B8E10E994}" sibTransId="{194F5440-6164-4F27-8DB9-9E439A9B98DC}"/>
    <dgm:cxn modelId="{3A332219-8B2C-4B3E-8CC0-F502970E5E94}" type="presOf" srcId="{05D3F15D-8477-47C2-9FB3-5D5024A95B5E}" destId="{30263E5B-A5E6-4854-B1CC-2C98264F1EA6}" srcOrd="0" destOrd="1" presId="urn:microsoft.com/office/officeart/2005/8/layout/hList1"/>
    <dgm:cxn modelId="{0D37EE19-00DA-469A-AA9A-CEE4312F9B99}" type="presOf" srcId="{2D83A2C1-3759-41CF-87C6-9308E60A5817}" destId="{36758AE5-7377-4E86-A841-22332D6059A9}" srcOrd="0" destOrd="0" presId="urn:microsoft.com/office/officeart/2005/8/layout/hList1"/>
    <dgm:cxn modelId="{7F044B1B-6E55-4B88-BDE6-BC56C2A8B3C4}" srcId="{C406B253-C8AE-4341-96F0-04442375EB28}" destId="{D71146F2-B78B-478A-AE1F-BA7ED8230360}" srcOrd="2" destOrd="0" parTransId="{D13F1E1D-B1B7-4784-9FD2-CA8B299F8EB1}" sibTransId="{27E22B43-2CB5-4D47-B39A-9B772F3FD113}"/>
    <dgm:cxn modelId="{C72C5026-B7C0-4C50-B921-0E1608E001CA}" srcId="{C406B253-C8AE-4341-96F0-04442375EB28}" destId="{0B523E77-ECCE-4F9E-B9FA-F79897E3DA91}" srcOrd="1" destOrd="0" parTransId="{603047B3-C7E0-4201-A630-16873E35AD4C}" sibTransId="{9F99C992-EF19-4B8A-88FB-DF3EA91B5F37}"/>
    <dgm:cxn modelId="{EDD2EC6B-D84B-4D85-B603-15A3066CA88B}" srcId="{F568B756-FD2A-4092-808F-5A548E439746}" destId="{DD27FEA4-36C3-465E-8334-0C70147A45A5}" srcOrd="3" destOrd="0" parTransId="{80867B98-1804-419E-B198-3C7EFC909717}" sibTransId="{C74BE2F6-31D2-4ADA-8F2C-CD0162233F96}"/>
    <dgm:cxn modelId="{03E9AD52-CDED-4E7D-8199-01D1ABAE0B10}" type="presOf" srcId="{DD27FEA4-36C3-465E-8334-0C70147A45A5}" destId="{30263E5B-A5E6-4854-B1CC-2C98264F1EA6}" srcOrd="0" destOrd="3" presId="urn:microsoft.com/office/officeart/2005/8/layout/hList1"/>
    <dgm:cxn modelId="{934BDE82-AD41-470F-BB00-C82137CC7BCF}" type="presOf" srcId="{0B523E77-ECCE-4F9E-B9FA-F79897E3DA91}" destId="{2C768C12-AB03-402C-A900-09E5DC20E8CD}" srcOrd="0" destOrd="1" presId="urn:microsoft.com/office/officeart/2005/8/layout/hList1"/>
    <dgm:cxn modelId="{BC5DC283-D816-4342-8FF2-01DECCF03712}" srcId="{F568B756-FD2A-4092-808F-5A548E439746}" destId="{87DF6BD3-1D53-4FB7-B465-D5FEF4A7CAD9}" srcOrd="2" destOrd="0" parTransId="{F87BC754-FE1C-4511-86B3-2993A1AE402D}" sibTransId="{50C24BD3-92A9-44D8-ABF4-4343EE978726}"/>
    <dgm:cxn modelId="{AFC3389B-411E-47E5-90B3-DED508B8E7B3}" type="presOf" srcId="{C406B253-C8AE-4341-96F0-04442375EB28}" destId="{25B1F5B8-1C5B-4261-90E6-911F06EAF81B}" srcOrd="0" destOrd="0" presId="urn:microsoft.com/office/officeart/2005/8/layout/hList1"/>
    <dgm:cxn modelId="{2D684FB0-B068-4550-82A1-344FE2244BF0}" type="presOf" srcId="{F568B756-FD2A-4092-808F-5A548E439746}" destId="{53512F7A-BC00-418C-B55B-46E3F2125675}" srcOrd="0" destOrd="0" presId="urn:microsoft.com/office/officeart/2005/8/layout/hList1"/>
    <dgm:cxn modelId="{7D401FCE-C110-4BC8-A887-2460388F162A}" type="presOf" srcId="{87DF6BD3-1D53-4FB7-B465-D5FEF4A7CAD9}" destId="{30263E5B-A5E6-4854-B1CC-2C98264F1EA6}" srcOrd="0" destOrd="2" presId="urn:microsoft.com/office/officeart/2005/8/layout/hList1"/>
    <dgm:cxn modelId="{13FF7DDB-D28C-43BA-8CE2-E59109927DAD}" srcId="{C406B253-C8AE-4341-96F0-04442375EB28}" destId="{5D4E7496-86B7-4260-BD81-C1CD0EC11585}" srcOrd="3" destOrd="0" parTransId="{77793570-5C6E-43BD-9861-ABDE5A85DE23}" sibTransId="{71349519-8BAD-433F-BA31-A3E3F432795A}"/>
    <dgm:cxn modelId="{874EFFDB-C335-45CA-A185-36C293273A4B}" type="presOf" srcId="{5D4E7496-86B7-4260-BD81-C1CD0EC11585}" destId="{2C768C12-AB03-402C-A900-09E5DC20E8CD}" srcOrd="0" destOrd="3" presId="urn:microsoft.com/office/officeart/2005/8/layout/hList1"/>
    <dgm:cxn modelId="{619FA8E0-43C6-487E-9DB3-7C1847D845E7}" srcId="{F568B756-FD2A-4092-808F-5A548E439746}" destId="{19C5FF32-D986-411B-81EC-2553F3C136ED}" srcOrd="0" destOrd="0" parTransId="{FAEE5142-584F-4EAD-819E-6C47FBDC9C7B}" sibTransId="{E97C0253-0069-4319-908E-A0AFC09215A4}"/>
    <dgm:cxn modelId="{381901F5-34B1-4D3A-A28F-08727444263E}" type="presOf" srcId="{19C5FF32-D986-411B-81EC-2553F3C136ED}" destId="{30263E5B-A5E6-4854-B1CC-2C98264F1EA6}" srcOrd="0" destOrd="0" presId="urn:microsoft.com/office/officeart/2005/8/layout/hList1"/>
    <dgm:cxn modelId="{6955ADF7-7556-4110-9F07-0E0444B90894}" srcId="{2D83A2C1-3759-41CF-87C6-9308E60A5817}" destId="{F568B756-FD2A-4092-808F-5A548E439746}" srcOrd="1" destOrd="0" parTransId="{2AD2F192-E516-4A07-9A10-6EF9D35A656D}" sibTransId="{B7401939-3D31-4693-9C7B-CC3E8837756E}"/>
    <dgm:cxn modelId="{C57C8CFA-1C95-4021-9CD8-14E7422AF179}" srcId="{F568B756-FD2A-4092-808F-5A548E439746}" destId="{05D3F15D-8477-47C2-9FB3-5D5024A95B5E}" srcOrd="1" destOrd="0" parTransId="{CE68C319-E553-4C86-9B36-9183FFB7AEF5}" sibTransId="{AFF53AC8-16BD-4C9F-AC6D-FF8462EFD4A5}"/>
    <dgm:cxn modelId="{2DBC7312-9119-46E2-9CDB-013F88D35709}" type="presParOf" srcId="{36758AE5-7377-4E86-A841-22332D6059A9}" destId="{1B6B881D-86F6-46E7-BC2A-FA3D6FA91A36}" srcOrd="0" destOrd="0" presId="urn:microsoft.com/office/officeart/2005/8/layout/hList1"/>
    <dgm:cxn modelId="{9719D803-7270-41E4-A65C-8699B7F72DE9}" type="presParOf" srcId="{1B6B881D-86F6-46E7-BC2A-FA3D6FA91A36}" destId="{25B1F5B8-1C5B-4261-90E6-911F06EAF81B}" srcOrd="0" destOrd="0" presId="urn:microsoft.com/office/officeart/2005/8/layout/hList1"/>
    <dgm:cxn modelId="{FFFF44FC-C2E5-4CE8-9DBD-BB74D1B1234A}" type="presParOf" srcId="{1B6B881D-86F6-46E7-BC2A-FA3D6FA91A36}" destId="{2C768C12-AB03-402C-A900-09E5DC20E8CD}" srcOrd="1" destOrd="0" presId="urn:microsoft.com/office/officeart/2005/8/layout/hList1"/>
    <dgm:cxn modelId="{C789B078-4C06-4D12-925A-27043E33BD61}" type="presParOf" srcId="{36758AE5-7377-4E86-A841-22332D6059A9}" destId="{AFFC1848-DC4C-4AFF-98F9-6358AB70754C}" srcOrd="1" destOrd="0" presId="urn:microsoft.com/office/officeart/2005/8/layout/hList1"/>
    <dgm:cxn modelId="{88CB1075-0361-4834-9888-1B3AE923B279}" type="presParOf" srcId="{36758AE5-7377-4E86-A841-22332D6059A9}" destId="{FFB40D87-7AE5-4FD7-8BA9-28431C8CD4BF}" srcOrd="2" destOrd="0" presId="urn:microsoft.com/office/officeart/2005/8/layout/hList1"/>
    <dgm:cxn modelId="{F566F9E6-D366-4C03-8F14-689AAC20CD9D}" type="presParOf" srcId="{FFB40D87-7AE5-4FD7-8BA9-28431C8CD4BF}" destId="{53512F7A-BC00-418C-B55B-46E3F2125675}" srcOrd="0" destOrd="0" presId="urn:microsoft.com/office/officeart/2005/8/layout/hList1"/>
    <dgm:cxn modelId="{3EF975AB-6748-4719-9FD5-99C9A9091C57}" type="presParOf" srcId="{FFB40D87-7AE5-4FD7-8BA9-28431C8CD4BF}" destId="{30263E5B-A5E6-4854-B1CC-2C98264F1EA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E264CB3-CA1B-4458-9809-62888B6B572C}" type="doc">
      <dgm:prSet loTypeId="urn:microsoft.com/office/officeart/2008/layout/HexagonCluster" loCatId="picture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F2E0AAAC-52EC-4FD6-8E4C-B8718B19F90E}">
      <dgm:prSet phldrT="[텍스트]"/>
      <dgm:spPr/>
      <dgm:t>
        <a:bodyPr/>
        <a:lstStyle/>
        <a:p>
          <a:pPr latinLnBrk="1"/>
          <a:r>
            <a:rPr lang="ko-KR" altLang="en-US"/>
            <a:t>그래픽 카드</a:t>
          </a:r>
          <a:br>
            <a:rPr lang="en-US" altLang="ko-KR"/>
          </a:br>
          <a:r>
            <a:rPr lang="en-US" altLang="ko-KR"/>
            <a:t>(VGA)</a:t>
          </a:r>
          <a:endParaRPr lang="ko-KR" altLang="en-US" dirty="0"/>
        </a:p>
      </dgm:t>
    </dgm:pt>
    <dgm:pt modelId="{92D5172E-A0FE-46E2-8D68-A543C844F0E2}" type="parTrans" cxnId="{F35257D6-A3BC-455B-867E-C09255004D6F}">
      <dgm:prSet/>
      <dgm:spPr/>
      <dgm:t>
        <a:bodyPr/>
        <a:lstStyle/>
        <a:p>
          <a:pPr latinLnBrk="1"/>
          <a:endParaRPr lang="ko-KR" altLang="en-US"/>
        </a:p>
      </dgm:t>
    </dgm:pt>
    <dgm:pt modelId="{9A5561AC-F653-4425-AE07-AB0FA33FC9C8}" type="sibTrans" cxnId="{F35257D6-A3BC-455B-867E-C09255004D6F}">
      <dgm:prSet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pPr latinLnBrk="1"/>
          <a:endParaRPr lang="ko-KR" altLang="en-US"/>
        </a:p>
      </dgm:t>
    </dgm:pt>
    <dgm:pt modelId="{77826C30-990A-4687-A5F0-F18EAC33CF48}">
      <dgm:prSet phldrT="[텍스트]"/>
      <dgm:spPr/>
      <dgm:t>
        <a:bodyPr/>
        <a:lstStyle/>
        <a:p>
          <a:pPr latinLnBrk="1"/>
          <a:r>
            <a:rPr lang="ko-KR" altLang="en-US" dirty="0"/>
            <a:t>랜 카드</a:t>
          </a:r>
        </a:p>
      </dgm:t>
    </dgm:pt>
    <dgm:pt modelId="{45F3BBE6-37AE-41F8-AD1A-88DA87A764D4}" type="parTrans" cxnId="{A6EAB49E-8C07-4799-B233-E428D9498B8A}">
      <dgm:prSet/>
      <dgm:spPr/>
      <dgm:t>
        <a:bodyPr/>
        <a:lstStyle/>
        <a:p>
          <a:pPr latinLnBrk="1"/>
          <a:endParaRPr lang="ko-KR" altLang="en-US"/>
        </a:p>
      </dgm:t>
    </dgm:pt>
    <dgm:pt modelId="{08AA1DF1-D6F4-499E-8B9E-99EF21D27234}" type="sibTrans" cxnId="{A6EAB49E-8C07-4799-B233-E428D9498B8A}">
      <dgm:prSet/>
      <dgm:spPr>
        <a:blipFill>
          <a:blip xmlns:r="http://schemas.openxmlformats.org/officeDocument/2006/relationships" r:embed="rId2"/>
          <a:srcRect/>
          <a:stretch>
            <a:fillRect l="-18000" r="-18000"/>
          </a:stretch>
        </a:blipFill>
      </dgm:spPr>
      <dgm:t>
        <a:bodyPr/>
        <a:lstStyle/>
        <a:p>
          <a:pPr latinLnBrk="1"/>
          <a:endParaRPr lang="ko-KR" altLang="en-US"/>
        </a:p>
      </dgm:t>
    </dgm:pt>
    <dgm:pt modelId="{83DF8531-8384-458B-A84E-702562E62AC3}">
      <dgm:prSet phldrT="[텍스트]"/>
      <dgm:spPr/>
      <dgm:t>
        <a:bodyPr/>
        <a:lstStyle/>
        <a:p>
          <a:pPr latinLnBrk="1"/>
          <a:r>
            <a:rPr lang="ko-KR" altLang="en-US"/>
            <a:t>사운드 </a:t>
          </a:r>
          <a:r>
            <a:rPr lang="ko-KR" altLang="en-US" dirty="0"/>
            <a:t>카드</a:t>
          </a:r>
        </a:p>
      </dgm:t>
    </dgm:pt>
    <dgm:pt modelId="{8FFB4A46-3854-422D-B527-11E56D13BF40}" type="parTrans" cxnId="{379F7CD2-223A-4A2C-8AA2-6161EE314495}">
      <dgm:prSet/>
      <dgm:spPr/>
      <dgm:t>
        <a:bodyPr/>
        <a:lstStyle/>
        <a:p>
          <a:pPr latinLnBrk="1"/>
          <a:endParaRPr lang="ko-KR" altLang="en-US"/>
        </a:p>
      </dgm:t>
    </dgm:pt>
    <dgm:pt modelId="{0EC4890F-49A0-4745-B9F4-595A35AE5BBC}" type="sibTrans" cxnId="{379F7CD2-223A-4A2C-8AA2-6161EE314495}">
      <dgm:prSet/>
      <dgm:spPr>
        <a:blipFill>
          <a:blip xmlns:r="http://schemas.openxmlformats.org/officeDocument/2006/relationships" r:embed="rId3"/>
          <a:srcRect/>
          <a:stretch>
            <a:fillRect l="-28000" r="-28000"/>
          </a:stretch>
        </a:blipFill>
      </dgm:spPr>
      <dgm:t>
        <a:bodyPr/>
        <a:lstStyle/>
        <a:p>
          <a:pPr latinLnBrk="1"/>
          <a:endParaRPr lang="ko-KR" altLang="en-US"/>
        </a:p>
      </dgm:t>
    </dgm:pt>
    <dgm:pt modelId="{A54F4A7E-1089-42CB-9969-FAA747902199}" type="pres">
      <dgm:prSet presAssocID="{7E264CB3-CA1B-4458-9809-62888B6B572C}" presName="Name0" presStyleCnt="0">
        <dgm:presLayoutVars>
          <dgm:chMax val="21"/>
          <dgm:chPref val="21"/>
        </dgm:presLayoutVars>
      </dgm:prSet>
      <dgm:spPr/>
    </dgm:pt>
    <dgm:pt modelId="{0E3BA1AF-9C32-4D9E-9901-FCB3C7A8B418}" type="pres">
      <dgm:prSet presAssocID="{F2E0AAAC-52EC-4FD6-8E4C-B8718B19F90E}" presName="text1" presStyleCnt="0"/>
      <dgm:spPr/>
    </dgm:pt>
    <dgm:pt modelId="{73FF2AC6-7EF1-461B-9177-EEEB66924A71}" type="pres">
      <dgm:prSet presAssocID="{F2E0AAAC-52EC-4FD6-8E4C-B8718B19F90E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58E1561-1AC6-4890-A9E1-6C72CD3C7A8A}" type="pres">
      <dgm:prSet presAssocID="{F2E0AAAC-52EC-4FD6-8E4C-B8718B19F90E}" presName="textaccent1" presStyleCnt="0"/>
      <dgm:spPr/>
    </dgm:pt>
    <dgm:pt modelId="{D423EB89-4E33-4444-BC9F-373EBA560704}" type="pres">
      <dgm:prSet presAssocID="{F2E0AAAC-52EC-4FD6-8E4C-B8718B19F90E}" presName="accentRepeatNode" presStyleLbl="solidAlignAcc1" presStyleIdx="0" presStyleCnt="6"/>
      <dgm:spPr/>
    </dgm:pt>
    <dgm:pt modelId="{69A30C1D-8989-482C-A9AC-860BAF41D4D6}" type="pres">
      <dgm:prSet presAssocID="{9A5561AC-F653-4425-AE07-AB0FA33FC9C8}" presName="image1" presStyleCnt="0"/>
      <dgm:spPr/>
    </dgm:pt>
    <dgm:pt modelId="{8111F597-C850-4CF5-AAE6-7A4A044BEE1B}" type="pres">
      <dgm:prSet presAssocID="{9A5561AC-F653-4425-AE07-AB0FA33FC9C8}" presName="imageRepeatNode" presStyleLbl="alignAcc1" presStyleIdx="0" presStyleCnt="3"/>
      <dgm:spPr/>
    </dgm:pt>
    <dgm:pt modelId="{F8447626-87F6-4CDF-8550-C4F8302BFA0A}" type="pres">
      <dgm:prSet presAssocID="{9A5561AC-F653-4425-AE07-AB0FA33FC9C8}" presName="imageaccent1" presStyleCnt="0"/>
      <dgm:spPr/>
    </dgm:pt>
    <dgm:pt modelId="{DA70922C-55CB-41DC-A749-9BA1EFBB66F6}" type="pres">
      <dgm:prSet presAssocID="{9A5561AC-F653-4425-AE07-AB0FA33FC9C8}" presName="accentRepeatNode" presStyleLbl="solidAlignAcc1" presStyleIdx="1" presStyleCnt="6"/>
      <dgm:spPr/>
    </dgm:pt>
    <dgm:pt modelId="{AABE2DB9-3680-498F-BF45-65FCA16B3472}" type="pres">
      <dgm:prSet presAssocID="{77826C30-990A-4687-A5F0-F18EAC33CF48}" presName="text2" presStyleCnt="0"/>
      <dgm:spPr/>
    </dgm:pt>
    <dgm:pt modelId="{9C88F3B1-EAB5-4433-B1EE-7EE9A43E2E9D}" type="pres">
      <dgm:prSet presAssocID="{77826C30-990A-4687-A5F0-F18EAC33CF48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2FBE9D1-27EF-42C8-805B-AC704559F371}" type="pres">
      <dgm:prSet presAssocID="{77826C30-990A-4687-A5F0-F18EAC33CF48}" presName="textaccent2" presStyleCnt="0"/>
      <dgm:spPr/>
    </dgm:pt>
    <dgm:pt modelId="{B63E7DF6-3FAD-4B7C-9336-759C4DD48BD6}" type="pres">
      <dgm:prSet presAssocID="{77826C30-990A-4687-A5F0-F18EAC33CF48}" presName="accentRepeatNode" presStyleLbl="solidAlignAcc1" presStyleIdx="2" presStyleCnt="6"/>
      <dgm:spPr/>
    </dgm:pt>
    <dgm:pt modelId="{1FF72DDF-147E-47CD-9617-241BB0C6BBCA}" type="pres">
      <dgm:prSet presAssocID="{08AA1DF1-D6F4-499E-8B9E-99EF21D27234}" presName="image2" presStyleCnt="0"/>
      <dgm:spPr/>
    </dgm:pt>
    <dgm:pt modelId="{B93ABAFD-C6D6-4866-BCFE-D55F61E258E7}" type="pres">
      <dgm:prSet presAssocID="{08AA1DF1-D6F4-499E-8B9E-99EF21D27234}" presName="imageRepeatNode" presStyleLbl="alignAcc1" presStyleIdx="1" presStyleCnt="3"/>
      <dgm:spPr/>
    </dgm:pt>
    <dgm:pt modelId="{B1C8F399-F050-4A58-92B5-49BEDB0AA709}" type="pres">
      <dgm:prSet presAssocID="{08AA1DF1-D6F4-499E-8B9E-99EF21D27234}" presName="imageaccent2" presStyleCnt="0"/>
      <dgm:spPr/>
    </dgm:pt>
    <dgm:pt modelId="{53763C20-1D74-4B76-94C2-8530D55482F6}" type="pres">
      <dgm:prSet presAssocID="{08AA1DF1-D6F4-499E-8B9E-99EF21D27234}" presName="accentRepeatNode" presStyleLbl="solidAlignAcc1" presStyleIdx="3" presStyleCnt="6"/>
      <dgm:spPr/>
    </dgm:pt>
    <dgm:pt modelId="{283F0CB5-0267-41BF-BA8F-D67400D6A075}" type="pres">
      <dgm:prSet presAssocID="{83DF8531-8384-458B-A84E-702562E62AC3}" presName="text3" presStyleCnt="0"/>
      <dgm:spPr/>
    </dgm:pt>
    <dgm:pt modelId="{378ABC9A-BDCA-4743-8264-C21348D15A52}" type="pres">
      <dgm:prSet presAssocID="{83DF8531-8384-458B-A84E-702562E62AC3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01B6D74-6639-45C2-AC3A-589F706A19BF}" type="pres">
      <dgm:prSet presAssocID="{83DF8531-8384-458B-A84E-702562E62AC3}" presName="textaccent3" presStyleCnt="0"/>
      <dgm:spPr/>
    </dgm:pt>
    <dgm:pt modelId="{8A9B6C36-AB08-4EA0-AAD5-E56755697BC4}" type="pres">
      <dgm:prSet presAssocID="{83DF8531-8384-458B-A84E-702562E62AC3}" presName="accentRepeatNode" presStyleLbl="solidAlignAcc1" presStyleIdx="4" presStyleCnt="6"/>
      <dgm:spPr/>
    </dgm:pt>
    <dgm:pt modelId="{86BA6AF8-E8DB-431E-993F-537ED2CC35EF}" type="pres">
      <dgm:prSet presAssocID="{0EC4890F-49A0-4745-B9F4-595A35AE5BBC}" presName="image3" presStyleCnt="0"/>
      <dgm:spPr/>
    </dgm:pt>
    <dgm:pt modelId="{760589BB-1744-4FC4-870C-3B659E1F64E0}" type="pres">
      <dgm:prSet presAssocID="{0EC4890F-49A0-4745-B9F4-595A35AE5BBC}" presName="imageRepeatNode" presStyleLbl="alignAcc1" presStyleIdx="2" presStyleCnt="3"/>
      <dgm:spPr/>
    </dgm:pt>
    <dgm:pt modelId="{F1C264B3-9257-43F1-A0D4-9391566C01BB}" type="pres">
      <dgm:prSet presAssocID="{0EC4890F-49A0-4745-B9F4-595A35AE5BBC}" presName="imageaccent3" presStyleCnt="0"/>
      <dgm:spPr/>
    </dgm:pt>
    <dgm:pt modelId="{3FF74945-AD8C-4FF6-8944-942302290A28}" type="pres">
      <dgm:prSet presAssocID="{0EC4890F-49A0-4745-B9F4-595A35AE5BBC}" presName="accentRepeatNode" presStyleLbl="solidAlignAcc1" presStyleIdx="5" presStyleCnt="6"/>
      <dgm:spPr/>
    </dgm:pt>
  </dgm:ptLst>
  <dgm:cxnLst>
    <dgm:cxn modelId="{90F4BE35-A0CB-4075-9D8D-5ADD671AA91A}" type="presOf" srcId="{08AA1DF1-D6F4-499E-8B9E-99EF21D27234}" destId="{B93ABAFD-C6D6-4866-BCFE-D55F61E258E7}" srcOrd="0" destOrd="0" presId="urn:microsoft.com/office/officeart/2008/layout/HexagonCluster"/>
    <dgm:cxn modelId="{123E8D4A-6548-43BC-AFE0-6AB3693A77A2}" type="presOf" srcId="{83DF8531-8384-458B-A84E-702562E62AC3}" destId="{378ABC9A-BDCA-4743-8264-C21348D15A52}" srcOrd="0" destOrd="0" presId="urn:microsoft.com/office/officeart/2008/layout/HexagonCluster"/>
    <dgm:cxn modelId="{4EB69987-1BB5-424C-BE74-40F359034FC6}" type="presOf" srcId="{F2E0AAAC-52EC-4FD6-8E4C-B8718B19F90E}" destId="{73FF2AC6-7EF1-461B-9177-EEEB66924A71}" srcOrd="0" destOrd="0" presId="urn:microsoft.com/office/officeart/2008/layout/HexagonCluster"/>
    <dgm:cxn modelId="{2F56E996-7D4F-4E9A-AEC6-E08BC9100517}" type="presOf" srcId="{9A5561AC-F653-4425-AE07-AB0FA33FC9C8}" destId="{8111F597-C850-4CF5-AAE6-7A4A044BEE1B}" srcOrd="0" destOrd="0" presId="urn:microsoft.com/office/officeart/2008/layout/HexagonCluster"/>
    <dgm:cxn modelId="{A6EAB49E-8C07-4799-B233-E428D9498B8A}" srcId="{7E264CB3-CA1B-4458-9809-62888B6B572C}" destId="{77826C30-990A-4687-A5F0-F18EAC33CF48}" srcOrd="1" destOrd="0" parTransId="{45F3BBE6-37AE-41F8-AD1A-88DA87A764D4}" sibTransId="{08AA1DF1-D6F4-499E-8B9E-99EF21D27234}"/>
    <dgm:cxn modelId="{379F7CD2-223A-4A2C-8AA2-6161EE314495}" srcId="{7E264CB3-CA1B-4458-9809-62888B6B572C}" destId="{83DF8531-8384-458B-A84E-702562E62AC3}" srcOrd="2" destOrd="0" parTransId="{8FFB4A46-3854-422D-B527-11E56D13BF40}" sibTransId="{0EC4890F-49A0-4745-B9F4-595A35AE5BBC}"/>
    <dgm:cxn modelId="{F35257D6-A3BC-455B-867E-C09255004D6F}" srcId="{7E264CB3-CA1B-4458-9809-62888B6B572C}" destId="{F2E0AAAC-52EC-4FD6-8E4C-B8718B19F90E}" srcOrd="0" destOrd="0" parTransId="{92D5172E-A0FE-46E2-8D68-A543C844F0E2}" sibTransId="{9A5561AC-F653-4425-AE07-AB0FA33FC9C8}"/>
    <dgm:cxn modelId="{429CFED8-E522-4101-81BD-383B67A2F113}" type="presOf" srcId="{77826C30-990A-4687-A5F0-F18EAC33CF48}" destId="{9C88F3B1-EAB5-4433-B1EE-7EE9A43E2E9D}" srcOrd="0" destOrd="0" presId="urn:microsoft.com/office/officeart/2008/layout/HexagonCluster"/>
    <dgm:cxn modelId="{87BE37EC-0F79-45E1-AFCE-EA10382AF142}" type="presOf" srcId="{7E264CB3-CA1B-4458-9809-62888B6B572C}" destId="{A54F4A7E-1089-42CB-9969-FAA747902199}" srcOrd="0" destOrd="0" presId="urn:microsoft.com/office/officeart/2008/layout/HexagonCluster"/>
    <dgm:cxn modelId="{A9949CF3-A7E9-4DE6-ABBB-FA3D94135A6B}" type="presOf" srcId="{0EC4890F-49A0-4745-B9F4-595A35AE5BBC}" destId="{760589BB-1744-4FC4-870C-3B659E1F64E0}" srcOrd="0" destOrd="0" presId="urn:microsoft.com/office/officeart/2008/layout/HexagonCluster"/>
    <dgm:cxn modelId="{3B20D7B3-1077-4E82-A035-9A74547D2BDC}" type="presParOf" srcId="{A54F4A7E-1089-42CB-9969-FAA747902199}" destId="{0E3BA1AF-9C32-4D9E-9901-FCB3C7A8B418}" srcOrd="0" destOrd="0" presId="urn:microsoft.com/office/officeart/2008/layout/HexagonCluster"/>
    <dgm:cxn modelId="{448DFF10-C1A8-477A-813F-D2B7A23B8FEE}" type="presParOf" srcId="{0E3BA1AF-9C32-4D9E-9901-FCB3C7A8B418}" destId="{73FF2AC6-7EF1-461B-9177-EEEB66924A71}" srcOrd="0" destOrd="0" presId="urn:microsoft.com/office/officeart/2008/layout/HexagonCluster"/>
    <dgm:cxn modelId="{62707705-8B1E-424E-ACB1-F32BE46BC508}" type="presParOf" srcId="{A54F4A7E-1089-42CB-9969-FAA747902199}" destId="{058E1561-1AC6-4890-A9E1-6C72CD3C7A8A}" srcOrd="1" destOrd="0" presId="urn:microsoft.com/office/officeart/2008/layout/HexagonCluster"/>
    <dgm:cxn modelId="{8B92D397-E3F1-4480-9059-8C5153CCC09B}" type="presParOf" srcId="{058E1561-1AC6-4890-A9E1-6C72CD3C7A8A}" destId="{D423EB89-4E33-4444-BC9F-373EBA560704}" srcOrd="0" destOrd="0" presId="urn:microsoft.com/office/officeart/2008/layout/HexagonCluster"/>
    <dgm:cxn modelId="{CBBC4F97-4A94-4A39-9774-A9ADE6E30173}" type="presParOf" srcId="{A54F4A7E-1089-42CB-9969-FAA747902199}" destId="{69A30C1D-8989-482C-A9AC-860BAF41D4D6}" srcOrd="2" destOrd="0" presId="urn:microsoft.com/office/officeart/2008/layout/HexagonCluster"/>
    <dgm:cxn modelId="{7B2C1CEC-4C0E-4FF3-8556-22038DBA0AA7}" type="presParOf" srcId="{69A30C1D-8989-482C-A9AC-860BAF41D4D6}" destId="{8111F597-C850-4CF5-AAE6-7A4A044BEE1B}" srcOrd="0" destOrd="0" presId="urn:microsoft.com/office/officeart/2008/layout/HexagonCluster"/>
    <dgm:cxn modelId="{2FBB72FE-85A3-43C1-BAFF-F24604A4F2E1}" type="presParOf" srcId="{A54F4A7E-1089-42CB-9969-FAA747902199}" destId="{F8447626-87F6-4CDF-8550-C4F8302BFA0A}" srcOrd="3" destOrd="0" presId="urn:microsoft.com/office/officeart/2008/layout/HexagonCluster"/>
    <dgm:cxn modelId="{015FD6FB-68FA-4D7B-8741-F24C44C307BA}" type="presParOf" srcId="{F8447626-87F6-4CDF-8550-C4F8302BFA0A}" destId="{DA70922C-55CB-41DC-A749-9BA1EFBB66F6}" srcOrd="0" destOrd="0" presId="urn:microsoft.com/office/officeart/2008/layout/HexagonCluster"/>
    <dgm:cxn modelId="{A473DD19-D53A-4230-95BD-C7D73C9D1F75}" type="presParOf" srcId="{A54F4A7E-1089-42CB-9969-FAA747902199}" destId="{AABE2DB9-3680-498F-BF45-65FCA16B3472}" srcOrd="4" destOrd="0" presId="urn:microsoft.com/office/officeart/2008/layout/HexagonCluster"/>
    <dgm:cxn modelId="{6F254A29-A3C0-40BD-9E52-AEFFCC6FE26C}" type="presParOf" srcId="{AABE2DB9-3680-498F-BF45-65FCA16B3472}" destId="{9C88F3B1-EAB5-4433-B1EE-7EE9A43E2E9D}" srcOrd="0" destOrd="0" presId="urn:microsoft.com/office/officeart/2008/layout/HexagonCluster"/>
    <dgm:cxn modelId="{739FB23A-E98E-4457-8E50-4BC6D6C7C569}" type="presParOf" srcId="{A54F4A7E-1089-42CB-9969-FAA747902199}" destId="{92FBE9D1-27EF-42C8-805B-AC704559F371}" srcOrd="5" destOrd="0" presId="urn:microsoft.com/office/officeart/2008/layout/HexagonCluster"/>
    <dgm:cxn modelId="{D8531A09-1420-47A4-ADA5-74AEC76CC716}" type="presParOf" srcId="{92FBE9D1-27EF-42C8-805B-AC704559F371}" destId="{B63E7DF6-3FAD-4B7C-9336-759C4DD48BD6}" srcOrd="0" destOrd="0" presId="urn:microsoft.com/office/officeart/2008/layout/HexagonCluster"/>
    <dgm:cxn modelId="{84ED2D68-62AF-4C34-8457-8422526E45B1}" type="presParOf" srcId="{A54F4A7E-1089-42CB-9969-FAA747902199}" destId="{1FF72DDF-147E-47CD-9617-241BB0C6BBCA}" srcOrd="6" destOrd="0" presId="urn:microsoft.com/office/officeart/2008/layout/HexagonCluster"/>
    <dgm:cxn modelId="{6983AE84-AF76-4183-AF96-1EFD78FFDF09}" type="presParOf" srcId="{1FF72DDF-147E-47CD-9617-241BB0C6BBCA}" destId="{B93ABAFD-C6D6-4866-BCFE-D55F61E258E7}" srcOrd="0" destOrd="0" presId="urn:microsoft.com/office/officeart/2008/layout/HexagonCluster"/>
    <dgm:cxn modelId="{44FC2730-7E93-4FB7-A7D7-9142C3379E9C}" type="presParOf" srcId="{A54F4A7E-1089-42CB-9969-FAA747902199}" destId="{B1C8F399-F050-4A58-92B5-49BEDB0AA709}" srcOrd="7" destOrd="0" presId="urn:microsoft.com/office/officeart/2008/layout/HexagonCluster"/>
    <dgm:cxn modelId="{03370195-56C1-4778-9A41-B457B38BF918}" type="presParOf" srcId="{B1C8F399-F050-4A58-92B5-49BEDB0AA709}" destId="{53763C20-1D74-4B76-94C2-8530D55482F6}" srcOrd="0" destOrd="0" presId="urn:microsoft.com/office/officeart/2008/layout/HexagonCluster"/>
    <dgm:cxn modelId="{0F4D894B-54FC-4276-941D-24D73E4504D5}" type="presParOf" srcId="{A54F4A7E-1089-42CB-9969-FAA747902199}" destId="{283F0CB5-0267-41BF-BA8F-D67400D6A075}" srcOrd="8" destOrd="0" presId="urn:microsoft.com/office/officeart/2008/layout/HexagonCluster"/>
    <dgm:cxn modelId="{ED043E5E-1F72-43BE-9D35-4F9FF4FEB11B}" type="presParOf" srcId="{283F0CB5-0267-41BF-BA8F-D67400D6A075}" destId="{378ABC9A-BDCA-4743-8264-C21348D15A52}" srcOrd="0" destOrd="0" presId="urn:microsoft.com/office/officeart/2008/layout/HexagonCluster"/>
    <dgm:cxn modelId="{0424B489-9115-4D2E-BE94-A5370BE22825}" type="presParOf" srcId="{A54F4A7E-1089-42CB-9969-FAA747902199}" destId="{301B6D74-6639-45C2-AC3A-589F706A19BF}" srcOrd="9" destOrd="0" presId="urn:microsoft.com/office/officeart/2008/layout/HexagonCluster"/>
    <dgm:cxn modelId="{C454F349-F59A-4885-8854-A5539352AFC8}" type="presParOf" srcId="{301B6D74-6639-45C2-AC3A-589F706A19BF}" destId="{8A9B6C36-AB08-4EA0-AAD5-E56755697BC4}" srcOrd="0" destOrd="0" presId="urn:microsoft.com/office/officeart/2008/layout/HexagonCluster"/>
    <dgm:cxn modelId="{9CA42B5F-38F7-4A89-B537-44B6DA1F0D2C}" type="presParOf" srcId="{A54F4A7E-1089-42CB-9969-FAA747902199}" destId="{86BA6AF8-E8DB-431E-993F-537ED2CC35EF}" srcOrd="10" destOrd="0" presId="urn:microsoft.com/office/officeart/2008/layout/HexagonCluster"/>
    <dgm:cxn modelId="{3F1D3C4D-A6A6-4397-BEDF-3FD8D73AA817}" type="presParOf" srcId="{86BA6AF8-E8DB-431E-993F-537ED2CC35EF}" destId="{760589BB-1744-4FC4-870C-3B659E1F64E0}" srcOrd="0" destOrd="0" presId="urn:microsoft.com/office/officeart/2008/layout/HexagonCluster"/>
    <dgm:cxn modelId="{94F14725-593C-4AD4-9C3D-D505F598464E}" type="presParOf" srcId="{A54F4A7E-1089-42CB-9969-FAA747902199}" destId="{F1C264B3-9257-43F1-A0D4-9391566C01BB}" srcOrd="11" destOrd="0" presId="urn:microsoft.com/office/officeart/2008/layout/HexagonCluster"/>
    <dgm:cxn modelId="{EB820944-A129-4E30-B1C4-833D165A0B5C}" type="presParOf" srcId="{F1C264B3-9257-43F1-A0D4-9391566C01BB}" destId="{3FF74945-AD8C-4FF6-8944-942302290A28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F5E4C2-D3B1-467F-B59C-2E15BCEAA6D2}" type="doc">
      <dgm:prSet loTypeId="urn:microsoft.com/office/officeart/2009/3/layout/OpposingIdeas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pPr latinLnBrk="1"/>
          <a:endParaRPr lang="ko-KR" altLang="en-US"/>
        </a:p>
      </dgm:t>
    </dgm:pt>
    <dgm:pt modelId="{92EBEE26-1955-4AE1-889B-7B8DCE40F942}">
      <dgm:prSet phldrT="[텍스트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en-US" altLang="ko-KR"/>
            <a:t>10</a:t>
          </a:r>
          <a:r>
            <a:rPr lang="en-US" altLang="ko-KR" baseline="30000"/>
            <a:t>0 </a:t>
          </a:r>
          <a:r>
            <a:rPr lang="en-US" altLang="ko-KR"/>
            <a:t>		1 </a:t>
          </a:r>
          <a:endParaRPr lang="ko-KR" altLang="en-US" dirty="0"/>
        </a:p>
      </dgm:t>
    </dgm:pt>
    <dgm:pt modelId="{A429C74B-5C51-40F0-A831-665E7D5A9758}" type="parTrans" cxnId="{AB16F7DC-5F83-4A1C-BFF2-B670A55C190C}">
      <dgm:prSet/>
      <dgm:spPr/>
      <dgm:t>
        <a:bodyPr/>
        <a:lstStyle/>
        <a:p>
          <a:pPr latinLnBrk="1"/>
          <a:endParaRPr lang="ko-KR" altLang="en-US"/>
        </a:p>
      </dgm:t>
    </dgm:pt>
    <dgm:pt modelId="{87B253F9-99F5-4ECC-A888-918A64BF3F2D}" type="sibTrans" cxnId="{AB16F7DC-5F83-4A1C-BFF2-B670A55C190C}">
      <dgm:prSet/>
      <dgm:spPr/>
      <dgm:t>
        <a:bodyPr/>
        <a:lstStyle/>
        <a:p>
          <a:pPr latinLnBrk="1"/>
          <a:endParaRPr lang="ko-KR" altLang="en-US"/>
        </a:p>
      </dgm:t>
    </dgm:pt>
    <dgm:pt modelId="{54AF22D3-5648-4C5C-96D9-CC2128696347}">
      <dgm:prSet phldrT="[텍스트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pPr latinLnBrk="1"/>
          <a:endParaRPr lang="ko-KR" altLang="en-US" dirty="0"/>
        </a:p>
      </dgm:t>
    </dgm:pt>
    <dgm:pt modelId="{3970BC1E-324B-46A7-A083-1149B8321685}" type="parTrans" cxnId="{18F6562F-160E-43A1-BDCE-DEC2AEFB408A}">
      <dgm:prSet/>
      <dgm:spPr/>
      <dgm:t>
        <a:bodyPr/>
        <a:lstStyle/>
        <a:p>
          <a:pPr latinLnBrk="1"/>
          <a:endParaRPr lang="ko-KR" altLang="en-US"/>
        </a:p>
      </dgm:t>
    </dgm:pt>
    <dgm:pt modelId="{40127F88-330D-48E5-9336-402E502780C1}" type="sibTrans" cxnId="{18F6562F-160E-43A1-BDCE-DEC2AEFB408A}">
      <dgm:prSet/>
      <dgm:spPr/>
      <dgm:t>
        <a:bodyPr/>
        <a:lstStyle/>
        <a:p>
          <a:pPr latinLnBrk="1"/>
          <a:endParaRPr lang="ko-KR" altLang="en-US"/>
        </a:p>
      </dgm:t>
    </dgm:pt>
    <dgm:pt modelId="{F7B3D8F5-AE33-403C-88AB-8F569330E170}">
      <dgm:prSet phldrT="[텍스트]"/>
      <dgm:spPr/>
      <dgm:t>
        <a:bodyPr/>
        <a:lstStyle/>
        <a:p>
          <a:pPr latinLnBrk="1"/>
          <a:r>
            <a:rPr lang="en-US" altLang="ko-KR"/>
            <a:t>10</a:t>
          </a:r>
          <a:r>
            <a:rPr lang="en-US" altLang="ko-KR" baseline="30000"/>
            <a:t>24 </a:t>
          </a:r>
          <a:r>
            <a:rPr lang="en-US" altLang="ko-KR"/>
            <a:t>	Y (Yotta)</a:t>
          </a:r>
          <a:endParaRPr lang="ko-KR" altLang="en-US" dirty="0"/>
        </a:p>
      </dgm:t>
    </dgm:pt>
    <dgm:pt modelId="{864EC928-412B-45C9-9EFB-3C5E6A08B2AA}" type="parTrans" cxnId="{CE7C266E-B916-40F4-90A5-364BED9FAF10}">
      <dgm:prSet/>
      <dgm:spPr/>
      <dgm:t>
        <a:bodyPr/>
        <a:lstStyle/>
        <a:p>
          <a:pPr latinLnBrk="1"/>
          <a:endParaRPr lang="ko-KR" altLang="en-US"/>
        </a:p>
      </dgm:t>
    </dgm:pt>
    <dgm:pt modelId="{CE8F0733-2CC8-48E0-BE10-5E5F9CD8738D}" type="sibTrans" cxnId="{CE7C266E-B916-40F4-90A5-364BED9FAF10}">
      <dgm:prSet/>
      <dgm:spPr/>
      <dgm:t>
        <a:bodyPr/>
        <a:lstStyle/>
        <a:p>
          <a:pPr latinLnBrk="1"/>
          <a:endParaRPr lang="ko-KR" altLang="en-US"/>
        </a:p>
      </dgm:t>
    </dgm:pt>
    <dgm:pt modelId="{65509374-3E32-4D43-BB74-0A24271FA714}">
      <dgm:prSet/>
      <dgm:spPr/>
      <dgm:t>
        <a:bodyPr/>
        <a:lstStyle/>
        <a:p>
          <a:pPr latinLnBrk="1"/>
          <a:r>
            <a:rPr lang="en-US" altLang="ko-KR" dirty="0"/>
            <a:t>10</a:t>
          </a:r>
          <a:r>
            <a:rPr lang="en-US" altLang="ko-KR" baseline="30000" dirty="0"/>
            <a:t>21 </a:t>
          </a:r>
          <a:r>
            <a:rPr lang="en-US" altLang="ko-KR" dirty="0"/>
            <a:t>	Z (Zetta)</a:t>
          </a:r>
          <a:endParaRPr lang="ko-KR" altLang="en-US" dirty="0"/>
        </a:p>
      </dgm:t>
    </dgm:pt>
    <dgm:pt modelId="{ACE731A0-0B3A-4C66-9E39-758FCFF413D0}" type="parTrans" cxnId="{3B0AC04A-6AA7-47C2-BC0B-1B3B14446F83}">
      <dgm:prSet/>
      <dgm:spPr/>
      <dgm:t>
        <a:bodyPr/>
        <a:lstStyle/>
        <a:p>
          <a:pPr latinLnBrk="1"/>
          <a:endParaRPr lang="ko-KR" altLang="en-US"/>
        </a:p>
      </dgm:t>
    </dgm:pt>
    <dgm:pt modelId="{90D263DD-6E0F-4928-84E5-F0DBC37A8D73}" type="sibTrans" cxnId="{3B0AC04A-6AA7-47C2-BC0B-1B3B14446F83}">
      <dgm:prSet/>
      <dgm:spPr/>
      <dgm:t>
        <a:bodyPr/>
        <a:lstStyle/>
        <a:p>
          <a:pPr latinLnBrk="1"/>
          <a:endParaRPr lang="ko-KR" altLang="en-US"/>
        </a:p>
      </dgm:t>
    </dgm:pt>
    <dgm:pt modelId="{1304BF1F-AC17-40A0-BDDF-50DFC0683809}">
      <dgm:prSet/>
      <dgm:spPr/>
      <dgm:t>
        <a:bodyPr/>
        <a:lstStyle/>
        <a:p>
          <a:pPr latinLnBrk="1"/>
          <a:r>
            <a:rPr lang="en-US" altLang="ko-KR"/>
            <a:t>10</a:t>
          </a:r>
          <a:r>
            <a:rPr lang="en-US" altLang="ko-KR" baseline="30000"/>
            <a:t>18 </a:t>
          </a:r>
          <a:r>
            <a:rPr lang="en-US" altLang="ko-KR"/>
            <a:t>	E (Exa)</a:t>
          </a:r>
          <a:endParaRPr lang="ko-KR" altLang="en-US" dirty="0"/>
        </a:p>
      </dgm:t>
    </dgm:pt>
    <dgm:pt modelId="{3EBEAB87-75B6-47FB-8E15-8AA37246AA7B}" type="parTrans" cxnId="{2979B3CE-A615-4162-ABDF-30B9EB906F51}">
      <dgm:prSet/>
      <dgm:spPr/>
      <dgm:t>
        <a:bodyPr/>
        <a:lstStyle/>
        <a:p>
          <a:pPr latinLnBrk="1"/>
          <a:endParaRPr lang="ko-KR" altLang="en-US"/>
        </a:p>
      </dgm:t>
    </dgm:pt>
    <dgm:pt modelId="{01598187-9BDB-4198-8E27-392C2E50DCC0}" type="sibTrans" cxnId="{2979B3CE-A615-4162-ABDF-30B9EB906F51}">
      <dgm:prSet/>
      <dgm:spPr/>
      <dgm:t>
        <a:bodyPr/>
        <a:lstStyle/>
        <a:p>
          <a:pPr latinLnBrk="1"/>
          <a:endParaRPr lang="ko-KR" altLang="en-US"/>
        </a:p>
      </dgm:t>
    </dgm:pt>
    <dgm:pt modelId="{B9F36AF5-D427-4668-9B1F-874DCF3BC089}">
      <dgm:prSet/>
      <dgm:spPr/>
      <dgm:t>
        <a:bodyPr/>
        <a:lstStyle/>
        <a:p>
          <a:pPr latinLnBrk="1"/>
          <a:r>
            <a:rPr lang="en-US" altLang="ko-KR"/>
            <a:t>10</a:t>
          </a:r>
          <a:r>
            <a:rPr lang="en-US" altLang="ko-KR" baseline="30000"/>
            <a:t>15 </a:t>
          </a:r>
          <a:r>
            <a:rPr lang="en-US" altLang="ko-KR"/>
            <a:t>	P (Peta)</a:t>
          </a:r>
          <a:endParaRPr lang="ko-KR" altLang="en-US" dirty="0"/>
        </a:p>
      </dgm:t>
    </dgm:pt>
    <dgm:pt modelId="{C359C5EB-F499-4ADC-AD22-93226A74AE4D}" type="parTrans" cxnId="{C42DD67D-39E0-4609-B078-EF0686928BEB}">
      <dgm:prSet/>
      <dgm:spPr/>
      <dgm:t>
        <a:bodyPr/>
        <a:lstStyle/>
        <a:p>
          <a:pPr latinLnBrk="1"/>
          <a:endParaRPr lang="ko-KR" altLang="en-US"/>
        </a:p>
      </dgm:t>
    </dgm:pt>
    <dgm:pt modelId="{788DB032-1E07-445E-84B5-4F7DF10CE2AE}" type="sibTrans" cxnId="{C42DD67D-39E0-4609-B078-EF0686928BEB}">
      <dgm:prSet/>
      <dgm:spPr/>
      <dgm:t>
        <a:bodyPr/>
        <a:lstStyle/>
        <a:p>
          <a:pPr latinLnBrk="1"/>
          <a:endParaRPr lang="ko-KR" altLang="en-US"/>
        </a:p>
      </dgm:t>
    </dgm:pt>
    <dgm:pt modelId="{45D926F8-6821-43E7-AB90-FB2CBD8CA71F}">
      <dgm:prSet/>
      <dgm:spPr/>
      <dgm:t>
        <a:bodyPr/>
        <a:lstStyle/>
        <a:p>
          <a:pPr latinLnBrk="1"/>
          <a:r>
            <a:rPr lang="en-US" altLang="ko-KR" dirty="0"/>
            <a:t>10</a:t>
          </a:r>
          <a:r>
            <a:rPr lang="en-US" altLang="ko-KR" baseline="30000" dirty="0"/>
            <a:t>12 </a:t>
          </a:r>
          <a:r>
            <a:rPr lang="en-US" altLang="ko-KR" dirty="0"/>
            <a:t>	T (Tera)</a:t>
          </a:r>
          <a:endParaRPr lang="ko-KR" altLang="en-US" dirty="0"/>
        </a:p>
      </dgm:t>
    </dgm:pt>
    <dgm:pt modelId="{AF454A03-A0AD-4ABA-8A21-B51AB9F04B1C}" type="parTrans" cxnId="{BDBD2BAF-09BA-4BD6-8964-AA7538147E24}">
      <dgm:prSet/>
      <dgm:spPr/>
      <dgm:t>
        <a:bodyPr/>
        <a:lstStyle/>
        <a:p>
          <a:pPr latinLnBrk="1"/>
          <a:endParaRPr lang="ko-KR" altLang="en-US"/>
        </a:p>
      </dgm:t>
    </dgm:pt>
    <dgm:pt modelId="{07DB157B-1B9C-46B9-BB91-5C81846348D8}" type="sibTrans" cxnId="{BDBD2BAF-09BA-4BD6-8964-AA7538147E24}">
      <dgm:prSet/>
      <dgm:spPr/>
      <dgm:t>
        <a:bodyPr/>
        <a:lstStyle/>
        <a:p>
          <a:pPr latinLnBrk="1"/>
          <a:endParaRPr lang="ko-KR" altLang="en-US"/>
        </a:p>
      </dgm:t>
    </dgm:pt>
    <dgm:pt modelId="{E0933103-597E-4D1B-92B1-B85ED79D4055}">
      <dgm:prSet/>
      <dgm:spPr/>
      <dgm:t>
        <a:bodyPr/>
        <a:lstStyle/>
        <a:p>
          <a:pPr latinLnBrk="1"/>
          <a:r>
            <a:rPr lang="en-US" altLang="ko-KR"/>
            <a:t>10</a:t>
          </a:r>
          <a:r>
            <a:rPr lang="en-US" altLang="ko-KR" baseline="30000"/>
            <a:t>9 </a:t>
          </a:r>
          <a:r>
            <a:rPr lang="en-US" altLang="ko-KR"/>
            <a:t>	G (Giga)</a:t>
          </a:r>
          <a:endParaRPr lang="ko-KR" altLang="en-US" dirty="0"/>
        </a:p>
      </dgm:t>
    </dgm:pt>
    <dgm:pt modelId="{9681AECF-D600-4628-8191-B7A439A22C40}" type="parTrans" cxnId="{3C1BFF33-ECA0-4CA7-B05B-3BAA8D4F3EEE}">
      <dgm:prSet/>
      <dgm:spPr/>
      <dgm:t>
        <a:bodyPr/>
        <a:lstStyle/>
        <a:p>
          <a:pPr latinLnBrk="1"/>
          <a:endParaRPr lang="ko-KR" altLang="en-US"/>
        </a:p>
      </dgm:t>
    </dgm:pt>
    <dgm:pt modelId="{0D06632E-833E-4ADF-BB46-25D773CB968F}" type="sibTrans" cxnId="{3C1BFF33-ECA0-4CA7-B05B-3BAA8D4F3EEE}">
      <dgm:prSet/>
      <dgm:spPr/>
      <dgm:t>
        <a:bodyPr/>
        <a:lstStyle/>
        <a:p>
          <a:pPr latinLnBrk="1"/>
          <a:endParaRPr lang="ko-KR" altLang="en-US"/>
        </a:p>
      </dgm:t>
    </dgm:pt>
    <dgm:pt modelId="{EA9EBE8E-1055-4AAD-853B-2AC7FE37BE65}">
      <dgm:prSet/>
      <dgm:spPr/>
      <dgm:t>
        <a:bodyPr/>
        <a:lstStyle/>
        <a:p>
          <a:pPr latinLnBrk="1"/>
          <a:r>
            <a:rPr lang="en-US" altLang="ko-KR" dirty="0"/>
            <a:t>10</a:t>
          </a:r>
          <a:r>
            <a:rPr lang="en-US" altLang="ko-KR" baseline="30000" dirty="0"/>
            <a:t>6 </a:t>
          </a:r>
          <a:r>
            <a:rPr lang="en-US" altLang="ko-KR" dirty="0"/>
            <a:t>	M (Mega)</a:t>
          </a:r>
          <a:endParaRPr lang="ko-KR" altLang="en-US" dirty="0"/>
        </a:p>
      </dgm:t>
    </dgm:pt>
    <dgm:pt modelId="{C8D04CB7-FBFB-4359-94FA-BDC80BDEFC72}" type="parTrans" cxnId="{5878A846-9A8A-44DA-A9EC-A37AC25DF79C}">
      <dgm:prSet/>
      <dgm:spPr/>
      <dgm:t>
        <a:bodyPr/>
        <a:lstStyle/>
        <a:p>
          <a:pPr latinLnBrk="1"/>
          <a:endParaRPr lang="ko-KR" altLang="en-US"/>
        </a:p>
      </dgm:t>
    </dgm:pt>
    <dgm:pt modelId="{7A05B2FC-32D6-4E9E-BC3E-9CECB6B586F4}" type="sibTrans" cxnId="{5878A846-9A8A-44DA-A9EC-A37AC25DF79C}">
      <dgm:prSet/>
      <dgm:spPr/>
      <dgm:t>
        <a:bodyPr/>
        <a:lstStyle/>
        <a:p>
          <a:pPr latinLnBrk="1"/>
          <a:endParaRPr lang="ko-KR" altLang="en-US"/>
        </a:p>
      </dgm:t>
    </dgm:pt>
    <dgm:pt modelId="{664682BB-5E60-4043-8DC6-DCE54A6CAF18}">
      <dgm:prSet/>
      <dgm:spPr/>
      <dgm:t>
        <a:bodyPr/>
        <a:lstStyle/>
        <a:p>
          <a:pPr latinLnBrk="1"/>
          <a:r>
            <a:rPr lang="en-US" altLang="ko-KR"/>
            <a:t>10</a:t>
          </a:r>
          <a:r>
            <a:rPr lang="en-US" altLang="ko-KR" baseline="30000"/>
            <a:t>3 </a:t>
          </a:r>
          <a:r>
            <a:rPr lang="en-US" altLang="ko-KR"/>
            <a:t>	K (Kilo)</a:t>
          </a:r>
          <a:endParaRPr lang="ko-KR" altLang="en-US" dirty="0"/>
        </a:p>
      </dgm:t>
    </dgm:pt>
    <dgm:pt modelId="{4F159953-E1F1-47AF-8C83-999BA975A06F}" type="parTrans" cxnId="{B8A136EA-0FE1-4E33-BBB4-5A4FE1B9A3C1}">
      <dgm:prSet/>
      <dgm:spPr/>
      <dgm:t>
        <a:bodyPr/>
        <a:lstStyle/>
        <a:p>
          <a:pPr latinLnBrk="1"/>
          <a:endParaRPr lang="ko-KR" altLang="en-US"/>
        </a:p>
      </dgm:t>
    </dgm:pt>
    <dgm:pt modelId="{775D64A4-BC08-47AC-9572-F2359F909CDC}" type="sibTrans" cxnId="{B8A136EA-0FE1-4E33-BBB4-5A4FE1B9A3C1}">
      <dgm:prSet/>
      <dgm:spPr/>
      <dgm:t>
        <a:bodyPr/>
        <a:lstStyle/>
        <a:p>
          <a:pPr latinLnBrk="1"/>
          <a:endParaRPr lang="ko-KR" altLang="en-US"/>
        </a:p>
      </dgm:t>
    </dgm:pt>
    <dgm:pt modelId="{20C84FDB-C03E-4883-94AE-A8680A404387}">
      <dgm:prSet/>
      <dgm:spPr/>
      <dgm:t>
        <a:bodyPr/>
        <a:lstStyle/>
        <a:p>
          <a:pPr latinLnBrk="1"/>
          <a:r>
            <a:rPr lang="en-US" altLang="ko-KR" dirty="0"/>
            <a:t>10</a:t>
          </a:r>
          <a:r>
            <a:rPr lang="en-US" altLang="ko-KR" baseline="30000" dirty="0"/>
            <a:t>0 </a:t>
          </a:r>
          <a:r>
            <a:rPr lang="en-US" altLang="ko-KR" dirty="0"/>
            <a:t>	1</a:t>
          </a:r>
          <a:endParaRPr lang="ko-KR" altLang="en-US" dirty="0"/>
        </a:p>
      </dgm:t>
    </dgm:pt>
    <dgm:pt modelId="{FB8D006F-3253-4FDB-994F-A89DCF37A009}" type="parTrans" cxnId="{885665C4-D6F7-492E-A464-CF5BAD28B735}">
      <dgm:prSet/>
      <dgm:spPr/>
      <dgm:t>
        <a:bodyPr/>
        <a:lstStyle/>
        <a:p>
          <a:pPr latinLnBrk="1"/>
          <a:endParaRPr lang="ko-KR" altLang="en-US"/>
        </a:p>
      </dgm:t>
    </dgm:pt>
    <dgm:pt modelId="{2985002E-2A07-4E93-8ABA-06A59BCF03B0}" type="sibTrans" cxnId="{885665C4-D6F7-492E-A464-CF5BAD28B735}">
      <dgm:prSet/>
      <dgm:spPr/>
      <dgm:t>
        <a:bodyPr/>
        <a:lstStyle/>
        <a:p>
          <a:pPr latinLnBrk="1"/>
          <a:endParaRPr lang="ko-KR" altLang="en-US"/>
        </a:p>
      </dgm:t>
    </dgm:pt>
    <dgm:pt modelId="{E38D14B8-E0C0-4B91-8C16-CFF7E5573717}">
      <dgm:prSet/>
      <dgm:spPr/>
      <dgm:t>
        <a:bodyPr/>
        <a:lstStyle/>
        <a:p>
          <a:pPr latinLnBrk="1"/>
          <a:r>
            <a:rPr lang="en-US" altLang="ko-KR" dirty="0"/>
            <a:t>0.001		m (</a:t>
          </a:r>
          <a:r>
            <a:rPr lang="en-US" altLang="ko-KR" dirty="0" err="1"/>
            <a:t>mili</a:t>
          </a:r>
          <a:r>
            <a:rPr lang="en-US" altLang="ko-KR" dirty="0"/>
            <a:t>)</a:t>
          </a:r>
        </a:p>
      </dgm:t>
    </dgm:pt>
    <dgm:pt modelId="{BAABC7B6-F4A1-4E0F-B11B-D05995CC2E8E}" type="parTrans" cxnId="{64DAACED-CA22-42E9-A869-9E030DC3A004}">
      <dgm:prSet/>
      <dgm:spPr/>
      <dgm:t>
        <a:bodyPr/>
        <a:lstStyle/>
        <a:p>
          <a:pPr latinLnBrk="1"/>
          <a:endParaRPr lang="ko-KR" altLang="en-US"/>
        </a:p>
      </dgm:t>
    </dgm:pt>
    <dgm:pt modelId="{9257E757-6F77-4D21-9DDC-240A9EBB4961}" type="sibTrans" cxnId="{64DAACED-CA22-42E9-A869-9E030DC3A004}">
      <dgm:prSet/>
      <dgm:spPr/>
      <dgm:t>
        <a:bodyPr/>
        <a:lstStyle/>
        <a:p>
          <a:pPr latinLnBrk="1"/>
          <a:endParaRPr lang="ko-KR" altLang="en-US"/>
        </a:p>
      </dgm:t>
    </dgm:pt>
    <dgm:pt modelId="{A7A3D7E7-883E-4FB0-8E31-320B205744BB}">
      <dgm:prSet/>
      <dgm:spPr/>
      <dgm:t>
        <a:bodyPr/>
        <a:lstStyle/>
        <a:p>
          <a:pPr latinLnBrk="1"/>
          <a:r>
            <a:rPr lang="en-US" altLang="ko-KR" dirty="0"/>
            <a:t>0.000001        	</a:t>
          </a:r>
          <a:r>
            <a:rPr lang="ko-KR" altLang="en-US" dirty="0" err="1"/>
            <a:t>μ</a:t>
          </a:r>
          <a:r>
            <a:rPr lang="en-US" altLang="ko-KR" dirty="0"/>
            <a:t> (micro)</a:t>
          </a:r>
        </a:p>
      </dgm:t>
    </dgm:pt>
    <dgm:pt modelId="{4AA52BAB-B16F-4C1B-B2D5-19F3B1A29F09}" type="parTrans" cxnId="{58488F34-ED36-448E-AF32-0E3AB411CE2C}">
      <dgm:prSet/>
      <dgm:spPr/>
      <dgm:t>
        <a:bodyPr/>
        <a:lstStyle/>
        <a:p>
          <a:pPr latinLnBrk="1"/>
          <a:endParaRPr lang="ko-KR" altLang="en-US"/>
        </a:p>
      </dgm:t>
    </dgm:pt>
    <dgm:pt modelId="{E2508702-FEBA-425D-BD2F-A8E56AB321E3}" type="sibTrans" cxnId="{58488F34-ED36-448E-AF32-0E3AB411CE2C}">
      <dgm:prSet/>
      <dgm:spPr/>
      <dgm:t>
        <a:bodyPr/>
        <a:lstStyle/>
        <a:p>
          <a:pPr latinLnBrk="1"/>
          <a:endParaRPr lang="ko-KR" altLang="en-US"/>
        </a:p>
      </dgm:t>
    </dgm:pt>
    <dgm:pt modelId="{2AC78D9D-D612-40F0-A9E0-7B69457A7105}">
      <dgm:prSet/>
      <dgm:spPr/>
      <dgm:t>
        <a:bodyPr/>
        <a:lstStyle/>
        <a:p>
          <a:pPr latinLnBrk="1"/>
          <a:r>
            <a:rPr lang="en-US" altLang="ko-KR" dirty="0"/>
            <a:t>0.000000001  	n (nano)</a:t>
          </a:r>
        </a:p>
      </dgm:t>
    </dgm:pt>
    <dgm:pt modelId="{9C1FF67D-F772-48D0-ACCE-3BA4BD99C6DF}" type="parTrans" cxnId="{52C8BA52-F8A3-4778-8087-EA380AC93E4A}">
      <dgm:prSet/>
      <dgm:spPr/>
      <dgm:t>
        <a:bodyPr/>
        <a:lstStyle/>
        <a:p>
          <a:pPr latinLnBrk="1"/>
          <a:endParaRPr lang="ko-KR" altLang="en-US"/>
        </a:p>
      </dgm:t>
    </dgm:pt>
    <dgm:pt modelId="{1CA6B75A-25DE-43C7-82DD-16BC79C0F824}" type="sibTrans" cxnId="{52C8BA52-F8A3-4778-8087-EA380AC93E4A}">
      <dgm:prSet/>
      <dgm:spPr/>
      <dgm:t>
        <a:bodyPr/>
        <a:lstStyle/>
        <a:p>
          <a:pPr latinLnBrk="1"/>
          <a:endParaRPr lang="ko-KR" altLang="en-US"/>
        </a:p>
      </dgm:t>
    </dgm:pt>
    <dgm:pt modelId="{B83C9AE9-9A63-42BF-AE02-2396752D64DA}">
      <dgm:prSet/>
      <dgm:spPr/>
      <dgm:t>
        <a:bodyPr/>
        <a:lstStyle/>
        <a:p>
          <a:pPr latinLnBrk="1"/>
          <a:r>
            <a:rPr lang="en-US" altLang="ko-KR"/>
            <a:t>10</a:t>
          </a:r>
          <a:r>
            <a:rPr lang="en-US" altLang="ko-KR" baseline="30000"/>
            <a:t>-12</a:t>
          </a:r>
          <a:r>
            <a:rPr lang="en-US" altLang="ko-KR"/>
            <a:t> 		p (pico)</a:t>
          </a:r>
          <a:endParaRPr lang="en-US" altLang="ko-KR" dirty="0"/>
        </a:p>
      </dgm:t>
    </dgm:pt>
    <dgm:pt modelId="{5001070F-A6C4-4EE1-AE06-8486CA7DE6DA}" type="parTrans" cxnId="{C98A8D43-014E-4164-9CBB-0EB4FC6973C4}">
      <dgm:prSet/>
      <dgm:spPr/>
      <dgm:t>
        <a:bodyPr/>
        <a:lstStyle/>
        <a:p>
          <a:pPr latinLnBrk="1"/>
          <a:endParaRPr lang="ko-KR" altLang="en-US"/>
        </a:p>
      </dgm:t>
    </dgm:pt>
    <dgm:pt modelId="{F0662DF9-F6D1-4163-953A-479BC598C274}" type="sibTrans" cxnId="{C98A8D43-014E-4164-9CBB-0EB4FC6973C4}">
      <dgm:prSet/>
      <dgm:spPr/>
      <dgm:t>
        <a:bodyPr/>
        <a:lstStyle/>
        <a:p>
          <a:pPr latinLnBrk="1"/>
          <a:endParaRPr lang="ko-KR" altLang="en-US"/>
        </a:p>
      </dgm:t>
    </dgm:pt>
    <dgm:pt modelId="{AEDDFBDB-186B-4F8A-8061-EA8573FFEF42}">
      <dgm:prSet/>
      <dgm:spPr/>
      <dgm:t>
        <a:bodyPr/>
        <a:lstStyle/>
        <a:p>
          <a:pPr latinLnBrk="1"/>
          <a:r>
            <a:rPr lang="en-US" altLang="ko-KR" dirty="0"/>
            <a:t>10</a:t>
          </a:r>
          <a:r>
            <a:rPr lang="en-US" altLang="ko-KR" baseline="30000" dirty="0"/>
            <a:t>-15</a:t>
          </a:r>
          <a:r>
            <a:rPr lang="en-US" altLang="ko-KR" dirty="0"/>
            <a:t> </a:t>
          </a:r>
          <a:r>
            <a:rPr lang="ko-KR" altLang="en-US" dirty="0"/>
            <a:t> </a:t>
          </a:r>
          <a:r>
            <a:rPr lang="en-US" altLang="ko-KR" dirty="0"/>
            <a:t>		f (</a:t>
          </a:r>
          <a:r>
            <a:rPr lang="en-US" altLang="ko-KR" dirty="0" err="1"/>
            <a:t>femto</a:t>
          </a:r>
          <a:r>
            <a:rPr lang="en-US" altLang="ko-KR" dirty="0"/>
            <a:t>)</a:t>
          </a:r>
        </a:p>
      </dgm:t>
    </dgm:pt>
    <dgm:pt modelId="{72AAA5A5-456F-4B8A-B63F-16742D5F05BF}" type="parTrans" cxnId="{4DC7D23E-01B1-420A-B902-16B176D836DE}">
      <dgm:prSet/>
      <dgm:spPr/>
      <dgm:t>
        <a:bodyPr/>
        <a:lstStyle/>
        <a:p>
          <a:pPr latinLnBrk="1"/>
          <a:endParaRPr lang="ko-KR" altLang="en-US"/>
        </a:p>
      </dgm:t>
    </dgm:pt>
    <dgm:pt modelId="{F154F4C4-FE50-4E8F-AE19-EE6E8D0DC65A}" type="sibTrans" cxnId="{4DC7D23E-01B1-420A-B902-16B176D836DE}">
      <dgm:prSet/>
      <dgm:spPr/>
      <dgm:t>
        <a:bodyPr/>
        <a:lstStyle/>
        <a:p>
          <a:pPr latinLnBrk="1"/>
          <a:endParaRPr lang="ko-KR" altLang="en-US"/>
        </a:p>
      </dgm:t>
    </dgm:pt>
    <dgm:pt modelId="{D38F1F5F-818D-42FF-A844-81BE76914138}">
      <dgm:prSet/>
      <dgm:spPr/>
      <dgm:t>
        <a:bodyPr/>
        <a:lstStyle/>
        <a:p>
          <a:pPr latinLnBrk="1"/>
          <a:r>
            <a:rPr lang="en-US" altLang="ko-KR"/>
            <a:t>10</a:t>
          </a:r>
          <a:r>
            <a:rPr lang="en-US" altLang="ko-KR" baseline="30000"/>
            <a:t>-18</a:t>
          </a:r>
          <a:r>
            <a:rPr lang="en-US" altLang="ko-KR"/>
            <a:t> 	</a:t>
          </a:r>
          <a:r>
            <a:rPr lang="ko-KR" altLang="en-US"/>
            <a:t> </a:t>
          </a:r>
          <a:r>
            <a:rPr lang="en-US" altLang="ko-KR"/>
            <a:t>	a (atto)</a:t>
          </a:r>
          <a:endParaRPr lang="en-US" altLang="ko-KR" dirty="0"/>
        </a:p>
      </dgm:t>
    </dgm:pt>
    <dgm:pt modelId="{8B84054D-6E32-4F07-8704-EDA74531649D}" type="parTrans" cxnId="{BD8173BC-0307-465B-88DC-784D3DCD517F}">
      <dgm:prSet/>
      <dgm:spPr/>
      <dgm:t>
        <a:bodyPr/>
        <a:lstStyle/>
        <a:p>
          <a:pPr latinLnBrk="1"/>
          <a:endParaRPr lang="ko-KR" altLang="en-US"/>
        </a:p>
      </dgm:t>
    </dgm:pt>
    <dgm:pt modelId="{F0CDC623-CC37-485B-8854-B7203558FF32}" type="sibTrans" cxnId="{BD8173BC-0307-465B-88DC-784D3DCD517F}">
      <dgm:prSet/>
      <dgm:spPr/>
      <dgm:t>
        <a:bodyPr/>
        <a:lstStyle/>
        <a:p>
          <a:pPr latinLnBrk="1"/>
          <a:endParaRPr lang="ko-KR" altLang="en-US"/>
        </a:p>
      </dgm:t>
    </dgm:pt>
    <dgm:pt modelId="{BB693D31-ED97-482F-BDD0-BD2266ADBF25}">
      <dgm:prSet/>
      <dgm:spPr/>
      <dgm:t>
        <a:bodyPr/>
        <a:lstStyle/>
        <a:p>
          <a:pPr latinLnBrk="1"/>
          <a:r>
            <a:rPr lang="en-US" altLang="ko-KR"/>
            <a:t>10</a:t>
          </a:r>
          <a:r>
            <a:rPr lang="en-US" altLang="ko-KR" baseline="30000"/>
            <a:t>-21</a:t>
          </a:r>
          <a:r>
            <a:rPr lang="en-US" altLang="ko-KR"/>
            <a:t> 	</a:t>
          </a:r>
          <a:r>
            <a:rPr lang="ko-KR" altLang="en-US"/>
            <a:t> </a:t>
          </a:r>
          <a:r>
            <a:rPr lang="en-US" altLang="ko-KR"/>
            <a:t>	z (zepto)</a:t>
          </a:r>
          <a:endParaRPr lang="en-US" altLang="ko-KR" dirty="0"/>
        </a:p>
      </dgm:t>
    </dgm:pt>
    <dgm:pt modelId="{198BFA03-BC54-4546-9368-17C2907F55AD}" type="parTrans" cxnId="{CDAB19D8-8A1F-4C6E-B783-11DBEBB54B60}">
      <dgm:prSet/>
      <dgm:spPr/>
      <dgm:t>
        <a:bodyPr/>
        <a:lstStyle/>
        <a:p>
          <a:pPr latinLnBrk="1"/>
          <a:endParaRPr lang="ko-KR" altLang="en-US"/>
        </a:p>
      </dgm:t>
    </dgm:pt>
    <dgm:pt modelId="{3C2C7BF3-5F96-46A3-BA8A-C5BAD26D4970}" type="sibTrans" cxnId="{CDAB19D8-8A1F-4C6E-B783-11DBEBB54B60}">
      <dgm:prSet/>
      <dgm:spPr/>
      <dgm:t>
        <a:bodyPr/>
        <a:lstStyle/>
        <a:p>
          <a:pPr latinLnBrk="1"/>
          <a:endParaRPr lang="ko-KR" altLang="en-US"/>
        </a:p>
      </dgm:t>
    </dgm:pt>
    <dgm:pt modelId="{83C02662-D4E7-46EF-A90A-EA1D5E1BFC17}">
      <dgm:prSet/>
      <dgm:spPr/>
      <dgm:t>
        <a:bodyPr/>
        <a:lstStyle/>
        <a:p>
          <a:pPr latinLnBrk="1"/>
          <a:r>
            <a:rPr lang="en-US" altLang="ko-KR" dirty="0"/>
            <a:t>10</a:t>
          </a:r>
          <a:r>
            <a:rPr lang="en-US" altLang="ko-KR" baseline="30000" dirty="0"/>
            <a:t>-24</a:t>
          </a:r>
          <a:r>
            <a:rPr lang="en-US" altLang="ko-KR" dirty="0"/>
            <a:t> 	</a:t>
          </a:r>
          <a:r>
            <a:rPr lang="ko-KR" altLang="en-US" dirty="0"/>
            <a:t> </a:t>
          </a:r>
          <a:r>
            <a:rPr lang="en-US" altLang="ko-KR" dirty="0"/>
            <a:t>	y (</a:t>
          </a:r>
          <a:r>
            <a:rPr lang="en-US" altLang="ko-KR" dirty="0" err="1"/>
            <a:t>yocto</a:t>
          </a:r>
          <a:r>
            <a:rPr lang="en-US" altLang="ko-KR" dirty="0"/>
            <a:t>)</a:t>
          </a:r>
          <a:endParaRPr lang="ko-KR" altLang="en-US" dirty="0"/>
        </a:p>
      </dgm:t>
    </dgm:pt>
    <dgm:pt modelId="{66166D2C-409E-4A69-BC6A-528DC94A5680}" type="parTrans" cxnId="{BE379C91-4837-41BC-A1BB-E483D266414B}">
      <dgm:prSet/>
      <dgm:spPr/>
      <dgm:t>
        <a:bodyPr/>
        <a:lstStyle/>
        <a:p>
          <a:pPr latinLnBrk="1"/>
          <a:endParaRPr lang="ko-KR" altLang="en-US"/>
        </a:p>
      </dgm:t>
    </dgm:pt>
    <dgm:pt modelId="{E1ECB4CE-D967-4E19-B562-C72DA7574F8A}" type="sibTrans" cxnId="{BE379C91-4837-41BC-A1BB-E483D266414B}">
      <dgm:prSet/>
      <dgm:spPr/>
      <dgm:t>
        <a:bodyPr/>
        <a:lstStyle/>
        <a:p>
          <a:pPr latinLnBrk="1"/>
          <a:endParaRPr lang="ko-KR" altLang="en-US"/>
        </a:p>
      </dgm:t>
    </dgm:pt>
    <dgm:pt modelId="{C66EA7CC-F445-4106-9918-E8B8EBAFCB70}">
      <dgm:prSet phldrT="[텍스트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noFill/>
        <a:ln>
          <a:noFill/>
        </a:ln>
      </dgm:spPr>
      <dgm:t>
        <a:bodyPr/>
        <a:lstStyle/>
        <a:p>
          <a:pPr latinLnBrk="1"/>
          <a:endParaRPr lang="ko-KR" altLang="en-US" dirty="0"/>
        </a:p>
      </dgm:t>
    </dgm:pt>
    <dgm:pt modelId="{E32675C9-6151-49B2-A7BC-D770BCC27A9B}" type="sibTrans" cxnId="{8DD555D9-9B5C-4E62-988E-AFFA3B568461}">
      <dgm:prSet/>
      <dgm:spPr/>
      <dgm:t>
        <a:bodyPr/>
        <a:lstStyle/>
        <a:p>
          <a:pPr latinLnBrk="1"/>
          <a:endParaRPr lang="ko-KR" altLang="en-US"/>
        </a:p>
      </dgm:t>
    </dgm:pt>
    <dgm:pt modelId="{6CC98F88-2D93-4AE9-A8D3-613BECA5F322}" type="parTrans" cxnId="{8DD555D9-9B5C-4E62-988E-AFFA3B568461}">
      <dgm:prSet/>
      <dgm:spPr/>
      <dgm:t>
        <a:bodyPr/>
        <a:lstStyle/>
        <a:p>
          <a:pPr latinLnBrk="1"/>
          <a:endParaRPr lang="ko-KR" altLang="en-US"/>
        </a:p>
      </dgm:t>
    </dgm:pt>
    <dgm:pt modelId="{621B8FF7-71A3-4CAF-A143-2CB1E4115A56}" type="pres">
      <dgm:prSet presAssocID="{13F5E4C2-D3B1-467F-B59C-2E15BCEAA6D2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577F00DB-C25D-4592-9BF6-CF71A5046BEE}" type="pres">
      <dgm:prSet presAssocID="{13F5E4C2-D3B1-467F-B59C-2E15BCEAA6D2}" presName="Background" presStyleLbl="node1" presStyleIdx="0" presStyleCnt="1" custScaleY="146371"/>
      <dgm:spPr>
        <a:prstGeom prst="roundRect">
          <a:avLst/>
        </a:prstGeom>
      </dgm:spPr>
    </dgm:pt>
    <dgm:pt modelId="{5A47B7CC-B9A1-437C-A8B4-10C384305ABC}" type="pres">
      <dgm:prSet presAssocID="{13F5E4C2-D3B1-467F-B59C-2E15BCEAA6D2}" presName="Divider" presStyleLbl="callout" presStyleIdx="0" presStyleCnt="1"/>
      <dgm:spPr/>
    </dgm:pt>
    <dgm:pt modelId="{FF87B0C7-81FD-470F-92E0-C85008633C42}" type="pres">
      <dgm:prSet presAssocID="{13F5E4C2-D3B1-467F-B59C-2E15BCEAA6D2}" presName="ChildText1" presStyleLbl="revTx" presStyleIdx="0" presStyleCnt="0" custScaleX="88522" custScaleY="86961" custLinFactNeighborX="12554" custLinFactNeighborY="39788">
        <dgm:presLayoutVars>
          <dgm:chMax val="0"/>
          <dgm:chPref val="0"/>
          <dgm:bulletEnabled val="1"/>
        </dgm:presLayoutVars>
      </dgm:prSet>
      <dgm:spPr/>
    </dgm:pt>
    <dgm:pt modelId="{140EF872-0E44-4AE9-82E7-9D24715E4A17}" type="pres">
      <dgm:prSet presAssocID="{13F5E4C2-D3B1-467F-B59C-2E15BCEAA6D2}" presName="ChildText2" presStyleLbl="revTx" presStyleIdx="0" presStyleCnt="0" custScaleX="75324" custScaleY="88089" custLinFactNeighborX="-4699" custLinFactNeighborY="-42417">
        <dgm:presLayoutVars>
          <dgm:chMax val="0"/>
          <dgm:chPref val="0"/>
          <dgm:bulletEnabled val="1"/>
        </dgm:presLayoutVars>
      </dgm:prSet>
      <dgm:spPr/>
    </dgm:pt>
    <dgm:pt modelId="{663DC08A-A289-4470-8F70-735BBCD6A910}" type="pres">
      <dgm:prSet presAssocID="{13F5E4C2-D3B1-467F-B59C-2E15BCEAA6D2}" presName="ParentText1" presStyleLbl="revTx" presStyleIdx="0" presStyleCnt="0">
        <dgm:presLayoutVars>
          <dgm:chMax val="1"/>
          <dgm:chPref val="1"/>
        </dgm:presLayoutVars>
      </dgm:prSet>
      <dgm:spPr/>
    </dgm:pt>
    <dgm:pt modelId="{970C9778-8890-43EF-A6C0-EDFD04018090}" type="pres">
      <dgm:prSet presAssocID="{13F5E4C2-D3B1-467F-B59C-2E15BCEAA6D2}" presName="ParentShape1" presStyleLbl="alignImgPlace1" presStyleIdx="0" presStyleCnt="2">
        <dgm:presLayoutVars/>
      </dgm:prSet>
      <dgm:spPr/>
    </dgm:pt>
    <dgm:pt modelId="{0637869C-C0FE-4153-A9A0-0DD158BC9E94}" type="pres">
      <dgm:prSet presAssocID="{13F5E4C2-D3B1-467F-B59C-2E15BCEAA6D2}" presName="ParentText2" presStyleLbl="revTx" presStyleIdx="0" presStyleCnt="0">
        <dgm:presLayoutVars>
          <dgm:chMax val="1"/>
          <dgm:chPref val="1"/>
        </dgm:presLayoutVars>
      </dgm:prSet>
      <dgm:spPr/>
    </dgm:pt>
    <dgm:pt modelId="{BA70E400-052F-4343-8CB6-13EEAEA76253}" type="pres">
      <dgm:prSet presAssocID="{13F5E4C2-D3B1-467F-B59C-2E15BCEAA6D2}" presName="ParentShape2" presStyleLbl="alignImgPlace1" presStyleIdx="1" presStyleCnt="2">
        <dgm:presLayoutVars/>
      </dgm:prSet>
      <dgm:spPr/>
    </dgm:pt>
  </dgm:ptLst>
  <dgm:cxnLst>
    <dgm:cxn modelId="{F140AF02-890F-4F04-B740-1610C1EA4944}" type="presOf" srcId="{54AF22D3-5648-4C5C-96D9-CC2128696347}" destId="{BA70E400-052F-4343-8CB6-13EEAEA76253}" srcOrd="1" destOrd="0" presId="urn:microsoft.com/office/officeart/2009/3/layout/OpposingIdeas"/>
    <dgm:cxn modelId="{B7E19B15-76EB-4674-B0EB-2025099D2060}" type="presOf" srcId="{B83C9AE9-9A63-42BF-AE02-2396752D64DA}" destId="{FF87B0C7-81FD-470F-92E0-C85008633C42}" srcOrd="0" destOrd="4" presId="urn:microsoft.com/office/officeart/2009/3/layout/OpposingIdeas"/>
    <dgm:cxn modelId="{18F6562F-160E-43A1-BDCE-DEC2AEFB408A}" srcId="{13F5E4C2-D3B1-467F-B59C-2E15BCEAA6D2}" destId="{54AF22D3-5648-4C5C-96D9-CC2128696347}" srcOrd="1" destOrd="0" parTransId="{3970BC1E-324B-46A7-A083-1149B8321685}" sibTransId="{40127F88-330D-48E5-9336-402E502780C1}"/>
    <dgm:cxn modelId="{3C1BFF33-ECA0-4CA7-B05B-3BAA8D4F3EEE}" srcId="{54AF22D3-5648-4C5C-96D9-CC2128696347}" destId="{E0933103-597E-4D1B-92B1-B85ED79D4055}" srcOrd="5" destOrd="0" parTransId="{9681AECF-D600-4628-8191-B7A439A22C40}" sibTransId="{0D06632E-833E-4ADF-BB46-25D773CB968F}"/>
    <dgm:cxn modelId="{58488F34-ED36-448E-AF32-0E3AB411CE2C}" srcId="{C66EA7CC-F445-4106-9918-E8B8EBAFCB70}" destId="{A7A3D7E7-883E-4FB0-8E31-320B205744BB}" srcOrd="2" destOrd="0" parTransId="{4AA52BAB-B16F-4C1B-B2D5-19F3B1A29F09}" sibTransId="{E2508702-FEBA-425D-BD2F-A8E56AB321E3}"/>
    <dgm:cxn modelId="{80A8723B-24B5-403C-AEC3-373EA28FE84E}" type="presOf" srcId="{83C02662-D4E7-46EF-A90A-EA1D5E1BFC17}" destId="{FF87B0C7-81FD-470F-92E0-C85008633C42}" srcOrd="0" destOrd="8" presId="urn:microsoft.com/office/officeart/2009/3/layout/OpposingIdeas"/>
    <dgm:cxn modelId="{4DC7D23E-01B1-420A-B902-16B176D836DE}" srcId="{C66EA7CC-F445-4106-9918-E8B8EBAFCB70}" destId="{AEDDFBDB-186B-4F8A-8061-EA8573FFEF42}" srcOrd="5" destOrd="0" parTransId="{72AAA5A5-456F-4B8A-B63F-16742D5F05BF}" sibTransId="{F154F4C4-FE50-4E8F-AE19-EE6E8D0DC65A}"/>
    <dgm:cxn modelId="{663D5C5F-4E33-4C62-B69C-DBA1EE9CEC4D}" type="presOf" srcId="{92EBEE26-1955-4AE1-889B-7B8DCE40F942}" destId="{FF87B0C7-81FD-470F-92E0-C85008633C42}" srcOrd="0" destOrd="0" presId="urn:microsoft.com/office/officeart/2009/3/layout/OpposingIdeas"/>
    <dgm:cxn modelId="{38E66641-ED3A-4F9C-85DF-F96DE079597E}" type="presOf" srcId="{EA9EBE8E-1055-4AAD-853B-2AC7FE37BE65}" destId="{140EF872-0E44-4AE9-82E7-9D24715E4A17}" srcOrd="0" destOrd="6" presId="urn:microsoft.com/office/officeart/2009/3/layout/OpposingIdeas"/>
    <dgm:cxn modelId="{51EAA862-CDC3-4EC1-ADCC-64B12693BEAD}" type="presOf" srcId="{664682BB-5E60-4043-8DC6-DCE54A6CAF18}" destId="{140EF872-0E44-4AE9-82E7-9D24715E4A17}" srcOrd="0" destOrd="7" presId="urn:microsoft.com/office/officeart/2009/3/layout/OpposingIdeas"/>
    <dgm:cxn modelId="{C98A8D43-014E-4164-9CBB-0EB4FC6973C4}" srcId="{C66EA7CC-F445-4106-9918-E8B8EBAFCB70}" destId="{B83C9AE9-9A63-42BF-AE02-2396752D64DA}" srcOrd="4" destOrd="0" parTransId="{5001070F-A6C4-4EE1-AE06-8486CA7DE6DA}" sibTransId="{F0662DF9-F6D1-4163-953A-479BC598C274}"/>
    <dgm:cxn modelId="{43AFDA64-ACD4-4B33-9BA3-48E6AF64FD9F}" type="presOf" srcId="{E0933103-597E-4D1B-92B1-B85ED79D4055}" destId="{140EF872-0E44-4AE9-82E7-9D24715E4A17}" srcOrd="0" destOrd="5" presId="urn:microsoft.com/office/officeart/2009/3/layout/OpposingIdeas"/>
    <dgm:cxn modelId="{5878A846-9A8A-44DA-A9EC-A37AC25DF79C}" srcId="{54AF22D3-5648-4C5C-96D9-CC2128696347}" destId="{EA9EBE8E-1055-4AAD-853B-2AC7FE37BE65}" srcOrd="6" destOrd="0" parTransId="{C8D04CB7-FBFB-4359-94FA-BDC80BDEFC72}" sibTransId="{7A05B2FC-32D6-4E9E-BC3E-9CECB6B586F4}"/>
    <dgm:cxn modelId="{5147354A-A290-40C3-B132-820900CE86E2}" type="presOf" srcId="{E38D14B8-E0C0-4B91-8C16-CFF7E5573717}" destId="{FF87B0C7-81FD-470F-92E0-C85008633C42}" srcOrd="0" destOrd="1" presId="urn:microsoft.com/office/officeart/2009/3/layout/OpposingIdeas"/>
    <dgm:cxn modelId="{3B0AC04A-6AA7-47C2-BC0B-1B3B14446F83}" srcId="{54AF22D3-5648-4C5C-96D9-CC2128696347}" destId="{65509374-3E32-4D43-BB74-0A24271FA714}" srcOrd="1" destOrd="0" parTransId="{ACE731A0-0B3A-4C66-9E39-758FCFF413D0}" sibTransId="{90D263DD-6E0F-4928-84E5-F0DBC37A8D73}"/>
    <dgm:cxn modelId="{CE7C266E-B916-40F4-90A5-364BED9FAF10}" srcId="{54AF22D3-5648-4C5C-96D9-CC2128696347}" destId="{F7B3D8F5-AE33-403C-88AB-8F569330E170}" srcOrd="0" destOrd="0" parTransId="{864EC928-412B-45C9-9EFB-3C5E6A08B2AA}" sibTransId="{CE8F0733-2CC8-48E0-BE10-5E5F9CD8738D}"/>
    <dgm:cxn modelId="{52C8BA52-F8A3-4778-8087-EA380AC93E4A}" srcId="{C66EA7CC-F445-4106-9918-E8B8EBAFCB70}" destId="{2AC78D9D-D612-40F0-A9E0-7B69457A7105}" srcOrd="3" destOrd="0" parTransId="{9C1FF67D-F772-48D0-ACCE-3BA4BD99C6DF}" sibTransId="{1CA6B75A-25DE-43C7-82DD-16BC79C0F824}"/>
    <dgm:cxn modelId="{2474CD52-8EE3-41ED-82BE-94C1D2B69A5F}" type="presOf" srcId="{BB693D31-ED97-482F-BDD0-BD2266ADBF25}" destId="{FF87B0C7-81FD-470F-92E0-C85008633C42}" srcOrd="0" destOrd="7" presId="urn:microsoft.com/office/officeart/2009/3/layout/OpposingIdeas"/>
    <dgm:cxn modelId="{1AA57853-1922-49BC-A450-9BDB0C97456A}" type="presOf" srcId="{C66EA7CC-F445-4106-9918-E8B8EBAFCB70}" destId="{663DC08A-A289-4470-8F70-735BBCD6A910}" srcOrd="0" destOrd="0" presId="urn:microsoft.com/office/officeart/2009/3/layout/OpposingIdeas"/>
    <dgm:cxn modelId="{288AB773-1F85-4708-A8EB-A39EDA96B2B0}" type="presOf" srcId="{20C84FDB-C03E-4883-94AE-A8680A404387}" destId="{140EF872-0E44-4AE9-82E7-9D24715E4A17}" srcOrd="0" destOrd="8" presId="urn:microsoft.com/office/officeart/2009/3/layout/OpposingIdeas"/>
    <dgm:cxn modelId="{31A53455-3907-47AF-BBEC-B61B10F71473}" type="presOf" srcId="{D38F1F5F-818D-42FF-A844-81BE76914138}" destId="{FF87B0C7-81FD-470F-92E0-C85008633C42}" srcOrd="0" destOrd="6" presId="urn:microsoft.com/office/officeart/2009/3/layout/OpposingIdeas"/>
    <dgm:cxn modelId="{FC783F55-54C9-4F43-B907-BDA5D223978C}" type="presOf" srcId="{C66EA7CC-F445-4106-9918-E8B8EBAFCB70}" destId="{970C9778-8890-43EF-A6C0-EDFD04018090}" srcOrd="1" destOrd="0" presId="urn:microsoft.com/office/officeart/2009/3/layout/OpposingIdeas"/>
    <dgm:cxn modelId="{DC5DA278-8871-4C97-BBE4-FB06D0F80527}" type="presOf" srcId="{54AF22D3-5648-4C5C-96D9-CC2128696347}" destId="{0637869C-C0FE-4153-A9A0-0DD158BC9E94}" srcOrd="0" destOrd="0" presId="urn:microsoft.com/office/officeart/2009/3/layout/OpposingIdeas"/>
    <dgm:cxn modelId="{6050D858-BC02-48AF-B060-60826F10F14B}" type="presOf" srcId="{2AC78D9D-D612-40F0-A9E0-7B69457A7105}" destId="{FF87B0C7-81FD-470F-92E0-C85008633C42}" srcOrd="0" destOrd="3" presId="urn:microsoft.com/office/officeart/2009/3/layout/OpposingIdeas"/>
    <dgm:cxn modelId="{C42DD67D-39E0-4609-B078-EF0686928BEB}" srcId="{54AF22D3-5648-4C5C-96D9-CC2128696347}" destId="{B9F36AF5-D427-4668-9B1F-874DCF3BC089}" srcOrd="3" destOrd="0" parTransId="{C359C5EB-F499-4ADC-AD22-93226A74AE4D}" sibTransId="{788DB032-1E07-445E-84B5-4F7DF10CE2AE}"/>
    <dgm:cxn modelId="{55D3D68A-86B6-49AF-89CD-D21D49575E6C}" type="presOf" srcId="{AEDDFBDB-186B-4F8A-8061-EA8573FFEF42}" destId="{FF87B0C7-81FD-470F-92E0-C85008633C42}" srcOrd="0" destOrd="5" presId="urn:microsoft.com/office/officeart/2009/3/layout/OpposingIdeas"/>
    <dgm:cxn modelId="{BE379C91-4837-41BC-A1BB-E483D266414B}" srcId="{C66EA7CC-F445-4106-9918-E8B8EBAFCB70}" destId="{83C02662-D4E7-46EF-A90A-EA1D5E1BFC17}" srcOrd="8" destOrd="0" parTransId="{66166D2C-409E-4A69-BC6A-528DC94A5680}" sibTransId="{E1ECB4CE-D967-4E19-B562-C72DA7574F8A}"/>
    <dgm:cxn modelId="{ADCB56A0-6EB6-499B-8AE4-2DB7BE44823F}" type="presOf" srcId="{B9F36AF5-D427-4668-9B1F-874DCF3BC089}" destId="{140EF872-0E44-4AE9-82E7-9D24715E4A17}" srcOrd="0" destOrd="3" presId="urn:microsoft.com/office/officeart/2009/3/layout/OpposingIdeas"/>
    <dgm:cxn modelId="{A7B1BEA3-5766-4DB2-9258-071897C97214}" type="presOf" srcId="{45D926F8-6821-43E7-AB90-FB2CBD8CA71F}" destId="{140EF872-0E44-4AE9-82E7-9D24715E4A17}" srcOrd="0" destOrd="4" presId="urn:microsoft.com/office/officeart/2009/3/layout/OpposingIdeas"/>
    <dgm:cxn modelId="{BDBD2BAF-09BA-4BD6-8964-AA7538147E24}" srcId="{54AF22D3-5648-4C5C-96D9-CC2128696347}" destId="{45D926F8-6821-43E7-AB90-FB2CBD8CA71F}" srcOrd="4" destOrd="0" parTransId="{AF454A03-A0AD-4ABA-8A21-B51AB9F04B1C}" sibTransId="{07DB157B-1B9C-46B9-BB91-5C81846348D8}"/>
    <dgm:cxn modelId="{BD8173BC-0307-465B-88DC-784D3DCD517F}" srcId="{C66EA7CC-F445-4106-9918-E8B8EBAFCB70}" destId="{D38F1F5F-818D-42FF-A844-81BE76914138}" srcOrd="6" destOrd="0" parTransId="{8B84054D-6E32-4F07-8704-EDA74531649D}" sibTransId="{F0CDC623-CC37-485B-8854-B7203558FF32}"/>
    <dgm:cxn modelId="{EEFCEFC0-1686-4590-A2C4-DB1EF176A4C3}" type="presOf" srcId="{13F5E4C2-D3B1-467F-B59C-2E15BCEAA6D2}" destId="{621B8FF7-71A3-4CAF-A143-2CB1E4115A56}" srcOrd="0" destOrd="0" presId="urn:microsoft.com/office/officeart/2009/3/layout/OpposingIdeas"/>
    <dgm:cxn modelId="{885665C4-D6F7-492E-A464-CF5BAD28B735}" srcId="{54AF22D3-5648-4C5C-96D9-CC2128696347}" destId="{20C84FDB-C03E-4883-94AE-A8680A404387}" srcOrd="8" destOrd="0" parTransId="{FB8D006F-3253-4FDB-994F-A89DCF37A009}" sibTransId="{2985002E-2A07-4E93-8ABA-06A59BCF03B0}"/>
    <dgm:cxn modelId="{2979B3CE-A615-4162-ABDF-30B9EB906F51}" srcId="{54AF22D3-5648-4C5C-96D9-CC2128696347}" destId="{1304BF1F-AC17-40A0-BDDF-50DFC0683809}" srcOrd="2" destOrd="0" parTransId="{3EBEAB87-75B6-47FB-8E15-8AA37246AA7B}" sibTransId="{01598187-9BDB-4198-8E27-392C2E50DCC0}"/>
    <dgm:cxn modelId="{30F27BCF-0A56-4601-98D6-6418EE4AA90E}" type="presOf" srcId="{1304BF1F-AC17-40A0-BDDF-50DFC0683809}" destId="{140EF872-0E44-4AE9-82E7-9D24715E4A17}" srcOrd="0" destOrd="2" presId="urn:microsoft.com/office/officeart/2009/3/layout/OpposingIdeas"/>
    <dgm:cxn modelId="{8D8688D2-15D2-4A9F-8A57-506117D9F9FD}" type="presOf" srcId="{65509374-3E32-4D43-BB74-0A24271FA714}" destId="{140EF872-0E44-4AE9-82E7-9D24715E4A17}" srcOrd="0" destOrd="1" presId="urn:microsoft.com/office/officeart/2009/3/layout/OpposingIdeas"/>
    <dgm:cxn modelId="{CDAB19D8-8A1F-4C6E-B783-11DBEBB54B60}" srcId="{C66EA7CC-F445-4106-9918-E8B8EBAFCB70}" destId="{BB693D31-ED97-482F-BDD0-BD2266ADBF25}" srcOrd="7" destOrd="0" parTransId="{198BFA03-BC54-4546-9368-17C2907F55AD}" sibTransId="{3C2C7BF3-5F96-46A3-BA8A-C5BAD26D4970}"/>
    <dgm:cxn modelId="{8DD555D9-9B5C-4E62-988E-AFFA3B568461}" srcId="{13F5E4C2-D3B1-467F-B59C-2E15BCEAA6D2}" destId="{C66EA7CC-F445-4106-9918-E8B8EBAFCB70}" srcOrd="0" destOrd="0" parTransId="{6CC98F88-2D93-4AE9-A8D3-613BECA5F322}" sibTransId="{E32675C9-6151-49B2-A7BC-D770BCC27A9B}"/>
    <dgm:cxn modelId="{AB16F7DC-5F83-4A1C-BFF2-B670A55C190C}" srcId="{C66EA7CC-F445-4106-9918-E8B8EBAFCB70}" destId="{92EBEE26-1955-4AE1-889B-7B8DCE40F942}" srcOrd="0" destOrd="0" parTransId="{A429C74B-5C51-40F0-A831-665E7D5A9758}" sibTransId="{87B253F9-99F5-4ECC-A888-918A64BF3F2D}"/>
    <dgm:cxn modelId="{EF134FE8-A0FD-4C48-8FBD-11D6355CA3B5}" type="presOf" srcId="{A7A3D7E7-883E-4FB0-8E31-320B205744BB}" destId="{FF87B0C7-81FD-470F-92E0-C85008633C42}" srcOrd="0" destOrd="2" presId="urn:microsoft.com/office/officeart/2009/3/layout/OpposingIdeas"/>
    <dgm:cxn modelId="{B8A136EA-0FE1-4E33-BBB4-5A4FE1B9A3C1}" srcId="{54AF22D3-5648-4C5C-96D9-CC2128696347}" destId="{664682BB-5E60-4043-8DC6-DCE54A6CAF18}" srcOrd="7" destOrd="0" parTransId="{4F159953-E1F1-47AF-8C83-999BA975A06F}" sibTransId="{775D64A4-BC08-47AC-9572-F2359F909CDC}"/>
    <dgm:cxn modelId="{64DAACED-CA22-42E9-A869-9E030DC3A004}" srcId="{C66EA7CC-F445-4106-9918-E8B8EBAFCB70}" destId="{E38D14B8-E0C0-4B91-8C16-CFF7E5573717}" srcOrd="1" destOrd="0" parTransId="{BAABC7B6-F4A1-4E0F-B11B-D05995CC2E8E}" sibTransId="{9257E757-6F77-4D21-9DDC-240A9EBB4961}"/>
    <dgm:cxn modelId="{877610FB-24D7-4784-A3F1-6773452D807D}" type="presOf" srcId="{F7B3D8F5-AE33-403C-88AB-8F569330E170}" destId="{140EF872-0E44-4AE9-82E7-9D24715E4A17}" srcOrd="0" destOrd="0" presId="urn:microsoft.com/office/officeart/2009/3/layout/OpposingIdeas"/>
    <dgm:cxn modelId="{D24F4762-46C8-471B-88EF-399BEFF50B6C}" type="presParOf" srcId="{621B8FF7-71A3-4CAF-A143-2CB1E4115A56}" destId="{577F00DB-C25D-4592-9BF6-CF71A5046BEE}" srcOrd="0" destOrd="0" presId="urn:microsoft.com/office/officeart/2009/3/layout/OpposingIdeas"/>
    <dgm:cxn modelId="{44521A9A-E516-426B-A976-0C7D9D14C837}" type="presParOf" srcId="{621B8FF7-71A3-4CAF-A143-2CB1E4115A56}" destId="{5A47B7CC-B9A1-437C-A8B4-10C384305ABC}" srcOrd="1" destOrd="0" presId="urn:microsoft.com/office/officeart/2009/3/layout/OpposingIdeas"/>
    <dgm:cxn modelId="{37130EFB-89E1-4AE6-92FA-FDDF6B615AF1}" type="presParOf" srcId="{621B8FF7-71A3-4CAF-A143-2CB1E4115A56}" destId="{FF87B0C7-81FD-470F-92E0-C85008633C42}" srcOrd="2" destOrd="0" presId="urn:microsoft.com/office/officeart/2009/3/layout/OpposingIdeas"/>
    <dgm:cxn modelId="{BDAE6406-478D-4380-AD67-9D02248A330D}" type="presParOf" srcId="{621B8FF7-71A3-4CAF-A143-2CB1E4115A56}" destId="{140EF872-0E44-4AE9-82E7-9D24715E4A17}" srcOrd="3" destOrd="0" presId="urn:microsoft.com/office/officeart/2009/3/layout/OpposingIdeas"/>
    <dgm:cxn modelId="{D60CED43-E463-45BD-9C82-DF8C9D01A0A2}" type="presParOf" srcId="{621B8FF7-71A3-4CAF-A143-2CB1E4115A56}" destId="{663DC08A-A289-4470-8F70-735BBCD6A910}" srcOrd="4" destOrd="0" presId="urn:microsoft.com/office/officeart/2009/3/layout/OpposingIdeas"/>
    <dgm:cxn modelId="{1680549B-92D2-477F-BCBE-B4CF62BBD8E6}" type="presParOf" srcId="{621B8FF7-71A3-4CAF-A143-2CB1E4115A56}" destId="{970C9778-8890-43EF-A6C0-EDFD04018090}" srcOrd="5" destOrd="0" presId="urn:microsoft.com/office/officeart/2009/3/layout/OpposingIdeas"/>
    <dgm:cxn modelId="{CD8571A6-A525-4C5D-BF46-C74A3BFFE1B2}" type="presParOf" srcId="{621B8FF7-71A3-4CAF-A143-2CB1E4115A56}" destId="{0637869C-C0FE-4153-A9A0-0DD158BC9E94}" srcOrd="6" destOrd="0" presId="urn:microsoft.com/office/officeart/2009/3/layout/OpposingIdeas"/>
    <dgm:cxn modelId="{CC6AD7A3-F09D-4310-AC30-4648A1D39C21}" type="presParOf" srcId="{621B8FF7-71A3-4CAF-A143-2CB1E4115A56}" destId="{BA70E400-052F-4343-8CB6-13EEAEA76253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513250B-4CB1-4DF5-8458-E064A79485F1}" type="doc">
      <dgm:prSet loTypeId="urn:microsoft.com/office/officeart/2005/8/layout/cycle4" loCatId="matrix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99FDDD2A-8C41-49FD-8796-B8BFBC0D846B}">
      <dgm:prSet/>
      <dgm:spPr/>
      <dgm:t>
        <a:bodyPr/>
        <a:lstStyle/>
        <a:p>
          <a:pPr latinLnBrk="1"/>
          <a:r>
            <a:rPr lang="ko-KR" altLang="en-US" dirty="0"/>
            <a:t>진법</a:t>
          </a:r>
          <a:endParaRPr lang="ko-KR" dirty="0"/>
        </a:p>
      </dgm:t>
    </dgm:pt>
    <dgm:pt modelId="{4EBBBEE4-1D34-46C2-9D74-018525193F58}" type="parTrans" cxnId="{4792D303-A2EA-43C2-A419-D909061DA64C}">
      <dgm:prSet/>
      <dgm:spPr/>
      <dgm:t>
        <a:bodyPr/>
        <a:lstStyle/>
        <a:p>
          <a:pPr latinLnBrk="1"/>
          <a:endParaRPr lang="ko-KR" altLang="en-US"/>
        </a:p>
      </dgm:t>
    </dgm:pt>
    <dgm:pt modelId="{8FDE8E9C-6CB0-4459-954D-8DEE9D7A70C2}" type="sibTrans" cxnId="{4792D303-A2EA-43C2-A419-D909061DA64C}">
      <dgm:prSet/>
      <dgm:spPr/>
      <dgm:t>
        <a:bodyPr/>
        <a:lstStyle/>
        <a:p>
          <a:pPr latinLnBrk="1"/>
          <a:endParaRPr lang="ko-KR" altLang="en-US"/>
        </a:p>
      </dgm:t>
    </dgm:pt>
    <dgm:pt modelId="{A2D202D9-5EDC-4133-9E1B-3A46B1E798D4}">
      <dgm:prSet/>
      <dgm:spPr/>
      <dgm:t>
        <a:bodyPr/>
        <a:lstStyle/>
        <a:p>
          <a:pPr latinLnBrk="1"/>
          <a:r>
            <a:rPr kumimoji="1" lang="en-US" altLang="ko-KR" dirty="0"/>
            <a:t>data</a:t>
          </a:r>
          <a:endParaRPr lang="ko-KR" dirty="0"/>
        </a:p>
      </dgm:t>
    </dgm:pt>
    <dgm:pt modelId="{34926877-7970-4689-8387-C9EA165CD3EF}" type="parTrans" cxnId="{6BFEFAD5-6288-4F3B-8776-0D72DD8DBA3F}">
      <dgm:prSet/>
      <dgm:spPr/>
      <dgm:t>
        <a:bodyPr/>
        <a:lstStyle/>
        <a:p>
          <a:pPr latinLnBrk="1"/>
          <a:endParaRPr lang="ko-KR" altLang="en-US"/>
        </a:p>
      </dgm:t>
    </dgm:pt>
    <dgm:pt modelId="{663C56AB-05F7-413C-AF91-EEAAA4EC8A0B}" type="sibTrans" cxnId="{6BFEFAD5-6288-4F3B-8776-0D72DD8DBA3F}">
      <dgm:prSet/>
      <dgm:spPr/>
      <dgm:t>
        <a:bodyPr/>
        <a:lstStyle/>
        <a:p>
          <a:pPr latinLnBrk="1"/>
          <a:endParaRPr lang="ko-KR" altLang="en-US"/>
        </a:p>
      </dgm:t>
    </dgm:pt>
    <dgm:pt modelId="{A156310D-6E79-47E9-860F-116966A5C19B}">
      <dgm:prSet/>
      <dgm:spPr/>
      <dgm:t>
        <a:bodyPr/>
        <a:lstStyle/>
        <a:p>
          <a:pPr latinLnBrk="1"/>
          <a:r>
            <a:rPr kumimoji="1" lang="ko-KR" dirty="0"/>
            <a:t>인터넷 속도는</a:t>
          </a:r>
          <a:r>
            <a:rPr kumimoji="1" lang="en-US" dirty="0"/>
            <a:t>?</a:t>
          </a:r>
          <a:endParaRPr lang="ko-KR" dirty="0"/>
        </a:p>
      </dgm:t>
    </dgm:pt>
    <dgm:pt modelId="{D0DA5624-AC13-4AED-AD77-CE5C513992B6}" type="parTrans" cxnId="{9737B442-30B7-4FEA-AC86-1F542817C780}">
      <dgm:prSet/>
      <dgm:spPr/>
      <dgm:t>
        <a:bodyPr/>
        <a:lstStyle/>
        <a:p>
          <a:pPr latinLnBrk="1"/>
          <a:endParaRPr lang="ko-KR" altLang="en-US"/>
        </a:p>
      </dgm:t>
    </dgm:pt>
    <dgm:pt modelId="{6E09E609-FBB0-4A52-A189-6AF0A5B4DC83}" type="sibTrans" cxnId="{9737B442-30B7-4FEA-AC86-1F542817C780}">
      <dgm:prSet/>
      <dgm:spPr/>
      <dgm:t>
        <a:bodyPr/>
        <a:lstStyle/>
        <a:p>
          <a:pPr latinLnBrk="1"/>
          <a:endParaRPr lang="ko-KR" altLang="en-US"/>
        </a:p>
      </dgm:t>
    </dgm:pt>
    <dgm:pt modelId="{CFDDCB1E-8C0A-4C10-BA62-F421E150A7C4}">
      <dgm:prSet/>
      <dgm:spPr/>
      <dgm:t>
        <a:bodyPr/>
        <a:lstStyle/>
        <a:p>
          <a:pPr latinLnBrk="1"/>
          <a:r>
            <a:rPr kumimoji="1" lang="ko-KR" dirty="0"/>
            <a:t>프린터 속도는</a:t>
          </a:r>
          <a:r>
            <a:rPr kumimoji="1" lang="en-US" dirty="0"/>
            <a:t>?</a:t>
          </a:r>
          <a:endParaRPr lang="ko-KR" dirty="0"/>
        </a:p>
      </dgm:t>
    </dgm:pt>
    <dgm:pt modelId="{853A7D93-37AB-4F33-A228-716A5C46121D}" type="parTrans" cxnId="{BCB9863A-BF41-4B8C-A8BA-DE6AC2E60EB4}">
      <dgm:prSet/>
      <dgm:spPr/>
      <dgm:t>
        <a:bodyPr/>
        <a:lstStyle/>
        <a:p>
          <a:pPr latinLnBrk="1"/>
          <a:endParaRPr lang="ko-KR" altLang="en-US"/>
        </a:p>
      </dgm:t>
    </dgm:pt>
    <dgm:pt modelId="{BC05B365-8A34-4BAE-8B49-FC1EC841A623}" type="sibTrans" cxnId="{BCB9863A-BF41-4B8C-A8BA-DE6AC2E60EB4}">
      <dgm:prSet/>
      <dgm:spPr/>
      <dgm:t>
        <a:bodyPr/>
        <a:lstStyle/>
        <a:p>
          <a:pPr latinLnBrk="1"/>
          <a:endParaRPr lang="ko-KR" altLang="en-US"/>
        </a:p>
      </dgm:t>
    </dgm:pt>
    <dgm:pt modelId="{B2489A5B-5384-4EE5-B333-1CB5FF8889DC}">
      <dgm:prSet/>
      <dgm:spPr/>
      <dgm:t>
        <a:bodyPr/>
        <a:lstStyle/>
        <a:p>
          <a:pPr latinLnBrk="1"/>
          <a:r>
            <a:rPr kumimoji="1" lang="en-US" dirty="0"/>
            <a:t>2</a:t>
          </a:r>
          <a:r>
            <a:rPr kumimoji="1" lang="ko-KR" altLang="en-US" dirty="0"/>
            <a:t>진법</a:t>
          </a:r>
          <a:r>
            <a:rPr kumimoji="1" lang="en-US" altLang="ko-KR" dirty="0"/>
            <a:t>/ 8</a:t>
          </a:r>
          <a:r>
            <a:rPr kumimoji="1" lang="ko-KR" altLang="en-US" dirty="0"/>
            <a:t>진법 </a:t>
          </a:r>
          <a:r>
            <a:rPr kumimoji="1" lang="en-US" altLang="ko-KR" dirty="0"/>
            <a:t>/ 16</a:t>
          </a:r>
          <a:r>
            <a:rPr kumimoji="1" lang="ko-KR" altLang="en-US" dirty="0"/>
            <a:t>진법</a:t>
          </a:r>
          <a:endParaRPr lang="ko-KR" dirty="0"/>
        </a:p>
      </dgm:t>
    </dgm:pt>
    <dgm:pt modelId="{830BB161-8FCB-43B1-92FE-E61C842E47C8}" type="parTrans" cxnId="{C43C8CA1-CB9E-4793-B863-FB8797143EFE}">
      <dgm:prSet/>
      <dgm:spPr/>
      <dgm:t>
        <a:bodyPr/>
        <a:lstStyle/>
        <a:p>
          <a:pPr latinLnBrk="1"/>
          <a:endParaRPr lang="ko-KR" altLang="en-US"/>
        </a:p>
      </dgm:t>
    </dgm:pt>
    <dgm:pt modelId="{4934360F-0718-4A9F-A257-493850466672}" type="sibTrans" cxnId="{C43C8CA1-CB9E-4793-B863-FB8797143EFE}">
      <dgm:prSet/>
      <dgm:spPr/>
      <dgm:t>
        <a:bodyPr/>
        <a:lstStyle/>
        <a:p>
          <a:pPr latinLnBrk="1"/>
          <a:endParaRPr lang="ko-KR" altLang="en-US"/>
        </a:p>
      </dgm:t>
    </dgm:pt>
    <dgm:pt modelId="{B1D9F58E-978F-4EFB-B181-19E63C443923}">
      <dgm:prSet/>
      <dgm:spPr/>
      <dgm:t>
        <a:bodyPr/>
        <a:lstStyle/>
        <a:p>
          <a:pPr algn="r" latinLnBrk="1"/>
          <a:r>
            <a:rPr lang="en-US" altLang="ko-KR" dirty="0"/>
            <a:t>bit / byte / word / field / record / file</a:t>
          </a:r>
          <a:endParaRPr lang="ko-KR" dirty="0"/>
        </a:p>
      </dgm:t>
    </dgm:pt>
    <dgm:pt modelId="{AD92AE30-3A58-418A-899F-48B430C9542C}" type="parTrans" cxnId="{E0912FB9-008A-47E4-AD61-49FE198D2E86}">
      <dgm:prSet/>
      <dgm:spPr/>
      <dgm:t>
        <a:bodyPr/>
        <a:lstStyle/>
        <a:p>
          <a:pPr latinLnBrk="1"/>
          <a:endParaRPr lang="ko-KR" altLang="en-US"/>
        </a:p>
      </dgm:t>
    </dgm:pt>
    <dgm:pt modelId="{B3B96783-E44E-4094-BA21-D3089104DC39}" type="sibTrans" cxnId="{E0912FB9-008A-47E4-AD61-49FE198D2E86}">
      <dgm:prSet/>
      <dgm:spPr/>
      <dgm:t>
        <a:bodyPr/>
        <a:lstStyle/>
        <a:p>
          <a:pPr latinLnBrk="1"/>
          <a:endParaRPr lang="ko-KR" altLang="en-US"/>
        </a:p>
      </dgm:t>
    </dgm:pt>
    <dgm:pt modelId="{87F296FA-456A-4838-9835-92B0F274909A}">
      <dgm:prSet/>
      <dgm:spPr/>
      <dgm:t>
        <a:bodyPr/>
        <a:lstStyle/>
        <a:p>
          <a:pPr algn="r" latinLnBrk="1"/>
          <a:r>
            <a:rPr kumimoji="1" lang="en-US" dirty="0"/>
            <a:t>bps</a:t>
          </a:r>
          <a:br>
            <a:rPr kumimoji="1" lang="en-US" dirty="0"/>
          </a:br>
          <a:r>
            <a:rPr kumimoji="1" lang="en-US" dirty="0"/>
            <a:t>(bits per second)</a:t>
          </a:r>
          <a:endParaRPr lang="ko-KR" dirty="0"/>
        </a:p>
      </dgm:t>
    </dgm:pt>
    <dgm:pt modelId="{7BE061A2-8DAC-45E0-ADA6-898A5D9B4B33}" type="parTrans" cxnId="{D7BD5743-1943-42B9-9570-9E547113B6A7}">
      <dgm:prSet/>
      <dgm:spPr/>
      <dgm:t>
        <a:bodyPr/>
        <a:lstStyle/>
        <a:p>
          <a:pPr latinLnBrk="1"/>
          <a:endParaRPr lang="ko-KR" altLang="en-US"/>
        </a:p>
      </dgm:t>
    </dgm:pt>
    <dgm:pt modelId="{C11DABBE-8563-4436-A5C3-A00D0ACD726A}" type="sibTrans" cxnId="{D7BD5743-1943-42B9-9570-9E547113B6A7}">
      <dgm:prSet/>
      <dgm:spPr/>
      <dgm:t>
        <a:bodyPr/>
        <a:lstStyle/>
        <a:p>
          <a:pPr latinLnBrk="1"/>
          <a:endParaRPr lang="ko-KR" altLang="en-US"/>
        </a:p>
      </dgm:t>
    </dgm:pt>
    <dgm:pt modelId="{F161F053-E03F-4EF9-9605-C31B1E4121DF}">
      <dgm:prSet/>
      <dgm:spPr/>
      <dgm:t>
        <a:bodyPr/>
        <a:lstStyle/>
        <a:p>
          <a:pPr latinLnBrk="1"/>
          <a:r>
            <a:rPr kumimoji="1" lang="en-US" dirty="0"/>
            <a:t>ppm</a:t>
          </a:r>
          <a:br>
            <a:rPr kumimoji="1" lang="en-US" dirty="0"/>
          </a:br>
          <a:r>
            <a:rPr kumimoji="1" lang="en-US" dirty="0"/>
            <a:t>(pages</a:t>
          </a:r>
          <a:r>
            <a:rPr kumimoji="1" lang="ko-KR" dirty="0"/>
            <a:t> </a:t>
          </a:r>
          <a:r>
            <a:rPr kumimoji="1" lang="en-US" dirty="0"/>
            <a:t>per</a:t>
          </a:r>
          <a:r>
            <a:rPr kumimoji="1" lang="ko-KR" dirty="0"/>
            <a:t> </a:t>
          </a:r>
          <a:r>
            <a:rPr kumimoji="1" lang="en-US" dirty="0"/>
            <a:t>minute)</a:t>
          </a:r>
          <a:endParaRPr lang="ko-KR" dirty="0"/>
        </a:p>
      </dgm:t>
    </dgm:pt>
    <dgm:pt modelId="{8A7E1652-7CF3-4D05-917A-D1F4F357153B}" type="parTrans" cxnId="{4562F86B-6082-45A6-9828-2B23AB9A2C1F}">
      <dgm:prSet/>
      <dgm:spPr/>
      <dgm:t>
        <a:bodyPr/>
        <a:lstStyle/>
        <a:p>
          <a:pPr latinLnBrk="1"/>
          <a:endParaRPr lang="ko-KR" altLang="en-US"/>
        </a:p>
      </dgm:t>
    </dgm:pt>
    <dgm:pt modelId="{7F7DFDDF-938C-4BB2-A502-3E983367847D}" type="sibTrans" cxnId="{4562F86B-6082-45A6-9828-2B23AB9A2C1F}">
      <dgm:prSet/>
      <dgm:spPr/>
      <dgm:t>
        <a:bodyPr/>
        <a:lstStyle/>
        <a:p>
          <a:pPr latinLnBrk="1"/>
          <a:endParaRPr lang="ko-KR" altLang="en-US"/>
        </a:p>
      </dgm:t>
    </dgm:pt>
    <dgm:pt modelId="{16DB4C9C-7BE7-42B0-A502-86A3A8541A8B}">
      <dgm:prSet/>
      <dgm:spPr/>
      <dgm:t>
        <a:bodyPr/>
        <a:lstStyle/>
        <a:p>
          <a:pPr latinLnBrk="1"/>
          <a:r>
            <a:rPr lang="en-US" altLang="ko-KR" dirty="0"/>
            <a:t>10</a:t>
          </a:r>
          <a:r>
            <a:rPr lang="ko-KR" altLang="en-US" dirty="0"/>
            <a:t>진법</a:t>
          </a:r>
          <a:endParaRPr lang="ko-KR" dirty="0"/>
        </a:p>
      </dgm:t>
    </dgm:pt>
    <dgm:pt modelId="{4FAB4AAC-C00A-4AD7-8270-3DC83D1AD758}" type="parTrans" cxnId="{7E158941-2E29-412A-AD85-2C9A7DBC268A}">
      <dgm:prSet/>
      <dgm:spPr/>
      <dgm:t>
        <a:bodyPr/>
        <a:lstStyle/>
        <a:p>
          <a:pPr latinLnBrk="1"/>
          <a:endParaRPr lang="ko-KR" altLang="en-US"/>
        </a:p>
      </dgm:t>
    </dgm:pt>
    <dgm:pt modelId="{D1472B8C-CE18-4F94-86DA-B70FF582F1B0}" type="sibTrans" cxnId="{7E158941-2E29-412A-AD85-2C9A7DBC268A}">
      <dgm:prSet/>
      <dgm:spPr/>
      <dgm:t>
        <a:bodyPr/>
        <a:lstStyle/>
        <a:p>
          <a:pPr latinLnBrk="1"/>
          <a:endParaRPr lang="ko-KR" altLang="en-US"/>
        </a:p>
      </dgm:t>
    </dgm:pt>
    <dgm:pt modelId="{B1E9485A-F906-44D7-8A6E-974E1304C45D}" type="pres">
      <dgm:prSet presAssocID="{C513250B-4CB1-4DF5-8458-E064A79485F1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44B3FDD-DB18-49FD-9349-35359042316F}" type="pres">
      <dgm:prSet presAssocID="{C513250B-4CB1-4DF5-8458-E064A79485F1}" presName="children" presStyleCnt="0"/>
      <dgm:spPr/>
    </dgm:pt>
    <dgm:pt modelId="{D287BD42-E78D-45D7-935E-7C1D1FE38B8F}" type="pres">
      <dgm:prSet presAssocID="{C513250B-4CB1-4DF5-8458-E064A79485F1}" presName="child1group" presStyleCnt="0"/>
      <dgm:spPr/>
    </dgm:pt>
    <dgm:pt modelId="{A045E807-2150-485C-8751-E7F8F8754628}" type="pres">
      <dgm:prSet presAssocID="{C513250B-4CB1-4DF5-8458-E064A79485F1}" presName="child1" presStyleLbl="bgAcc1" presStyleIdx="0" presStyleCnt="4" custScaleX="162652"/>
      <dgm:spPr/>
    </dgm:pt>
    <dgm:pt modelId="{862B9BE6-A2B8-45AC-AB05-1E0ED206E811}" type="pres">
      <dgm:prSet presAssocID="{C513250B-4CB1-4DF5-8458-E064A79485F1}" presName="child1Text" presStyleLbl="bgAcc1" presStyleIdx="0" presStyleCnt="4">
        <dgm:presLayoutVars>
          <dgm:bulletEnabled val="1"/>
        </dgm:presLayoutVars>
      </dgm:prSet>
      <dgm:spPr/>
    </dgm:pt>
    <dgm:pt modelId="{5506AE15-3105-4EF6-A901-560D3687337F}" type="pres">
      <dgm:prSet presAssocID="{C513250B-4CB1-4DF5-8458-E064A79485F1}" presName="child2group" presStyleCnt="0"/>
      <dgm:spPr/>
    </dgm:pt>
    <dgm:pt modelId="{555D6F86-1E5D-4727-AF68-E5E6A364392A}" type="pres">
      <dgm:prSet presAssocID="{C513250B-4CB1-4DF5-8458-E064A79485F1}" presName="child2" presStyleLbl="bgAcc1" presStyleIdx="1" presStyleCnt="4" custScaleX="162652"/>
      <dgm:spPr/>
    </dgm:pt>
    <dgm:pt modelId="{B0DD5D99-A735-4C9E-9AB2-981ACB09D357}" type="pres">
      <dgm:prSet presAssocID="{C513250B-4CB1-4DF5-8458-E064A79485F1}" presName="child2Text" presStyleLbl="bgAcc1" presStyleIdx="1" presStyleCnt="4">
        <dgm:presLayoutVars>
          <dgm:bulletEnabled val="1"/>
        </dgm:presLayoutVars>
      </dgm:prSet>
      <dgm:spPr/>
    </dgm:pt>
    <dgm:pt modelId="{CEBB67E4-0BF3-4884-998E-99FF247B0882}" type="pres">
      <dgm:prSet presAssocID="{C513250B-4CB1-4DF5-8458-E064A79485F1}" presName="child3group" presStyleCnt="0"/>
      <dgm:spPr/>
    </dgm:pt>
    <dgm:pt modelId="{33EBE032-E64C-4DDC-B132-23257A001356}" type="pres">
      <dgm:prSet presAssocID="{C513250B-4CB1-4DF5-8458-E064A79485F1}" presName="child3" presStyleLbl="bgAcc1" presStyleIdx="2" presStyleCnt="4" custScaleX="162652"/>
      <dgm:spPr/>
    </dgm:pt>
    <dgm:pt modelId="{50BD9392-11D1-4403-B29B-5DBB417BFEAD}" type="pres">
      <dgm:prSet presAssocID="{C513250B-4CB1-4DF5-8458-E064A79485F1}" presName="child3Text" presStyleLbl="bgAcc1" presStyleIdx="2" presStyleCnt="4">
        <dgm:presLayoutVars>
          <dgm:bulletEnabled val="1"/>
        </dgm:presLayoutVars>
      </dgm:prSet>
      <dgm:spPr/>
    </dgm:pt>
    <dgm:pt modelId="{A1C3426E-0862-4AAC-9FE6-630C4DA63E2B}" type="pres">
      <dgm:prSet presAssocID="{C513250B-4CB1-4DF5-8458-E064A79485F1}" presName="child4group" presStyleCnt="0"/>
      <dgm:spPr/>
    </dgm:pt>
    <dgm:pt modelId="{080EE3DA-637D-4587-B511-5E6DC584B14D}" type="pres">
      <dgm:prSet presAssocID="{C513250B-4CB1-4DF5-8458-E064A79485F1}" presName="child4" presStyleLbl="bgAcc1" presStyleIdx="3" presStyleCnt="4" custScaleX="162652"/>
      <dgm:spPr/>
    </dgm:pt>
    <dgm:pt modelId="{29753D97-C57E-4C25-A842-70CBD4CB359F}" type="pres">
      <dgm:prSet presAssocID="{C513250B-4CB1-4DF5-8458-E064A79485F1}" presName="child4Text" presStyleLbl="bgAcc1" presStyleIdx="3" presStyleCnt="4">
        <dgm:presLayoutVars>
          <dgm:bulletEnabled val="1"/>
        </dgm:presLayoutVars>
      </dgm:prSet>
      <dgm:spPr/>
    </dgm:pt>
    <dgm:pt modelId="{DA2FE637-D189-43BE-AA50-C4B10BB00B53}" type="pres">
      <dgm:prSet presAssocID="{C513250B-4CB1-4DF5-8458-E064A79485F1}" presName="childPlaceholder" presStyleCnt="0"/>
      <dgm:spPr/>
    </dgm:pt>
    <dgm:pt modelId="{FAD0E64B-AEFA-4F16-9F09-33BFCB8DFF7D}" type="pres">
      <dgm:prSet presAssocID="{C513250B-4CB1-4DF5-8458-E064A79485F1}" presName="circle" presStyleCnt="0"/>
      <dgm:spPr/>
    </dgm:pt>
    <dgm:pt modelId="{ECA4AA56-2526-4D21-B405-199AEC600491}" type="pres">
      <dgm:prSet presAssocID="{C513250B-4CB1-4DF5-8458-E064A79485F1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189689ED-F127-405F-8776-71E2A182A6E5}" type="pres">
      <dgm:prSet presAssocID="{C513250B-4CB1-4DF5-8458-E064A79485F1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EDBFCDB8-5FA1-4165-BB68-F792765C30E4}" type="pres">
      <dgm:prSet presAssocID="{C513250B-4CB1-4DF5-8458-E064A79485F1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2D6D5A1-37FF-486D-99AF-CD3FD9B3EF49}" type="pres">
      <dgm:prSet presAssocID="{C513250B-4CB1-4DF5-8458-E064A79485F1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D948C7EE-7B6C-405A-9E1B-14D08BA40505}" type="pres">
      <dgm:prSet presAssocID="{C513250B-4CB1-4DF5-8458-E064A79485F1}" presName="quadrantPlaceholder" presStyleCnt="0"/>
      <dgm:spPr/>
    </dgm:pt>
    <dgm:pt modelId="{6207919A-D09B-48F6-9E7E-00AB824D9EB8}" type="pres">
      <dgm:prSet presAssocID="{C513250B-4CB1-4DF5-8458-E064A79485F1}" presName="center1" presStyleLbl="fgShp" presStyleIdx="0" presStyleCnt="2"/>
      <dgm:spPr/>
    </dgm:pt>
    <dgm:pt modelId="{27719DF0-2739-48E0-858F-27DC20F33409}" type="pres">
      <dgm:prSet presAssocID="{C513250B-4CB1-4DF5-8458-E064A79485F1}" presName="center2" presStyleLbl="fgShp" presStyleIdx="1" presStyleCnt="2"/>
      <dgm:spPr/>
    </dgm:pt>
  </dgm:ptLst>
  <dgm:cxnLst>
    <dgm:cxn modelId="{4792D303-A2EA-43C2-A419-D909061DA64C}" srcId="{C513250B-4CB1-4DF5-8458-E064A79485F1}" destId="{99FDDD2A-8C41-49FD-8796-B8BFBC0D846B}" srcOrd="0" destOrd="0" parTransId="{4EBBBEE4-1D34-46C2-9D74-018525193F58}" sibTransId="{8FDE8E9C-6CB0-4459-954D-8DEE9D7A70C2}"/>
    <dgm:cxn modelId="{98B9AA05-8FA1-4B2D-A940-7E2CB65371B7}" type="presOf" srcId="{B1D9F58E-978F-4EFB-B181-19E63C443923}" destId="{555D6F86-1E5D-4727-AF68-E5E6A364392A}" srcOrd="0" destOrd="0" presId="urn:microsoft.com/office/officeart/2005/8/layout/cycle4"/>
    <dgm:cxn modelId="{A2F6FF0F-EFD3-442E-8F83-B68843281EE7}" type="presOf" srcId="{B1D9F58E-978F-4EFB-B181-19E63C443923}" destId="{B0DD5D99-A735-4C9E-9AB2-981ACB09D357}" srcOrd="1" destOrd="0" presId="urn:microsoft.com/office/officeart/2005/8/layout/cycle4"/>
    <dgm:cxn modelId="{BCB9863A-BF41-4B8C-A8BA-DE6AC2E60EB4}" srcId="{C513250B-4CB1-4DF5-8458-E064A79485F1}" destId="{CFDDCB1E-8C0A-4C10-BA62-F421E150A7C4}" srcOrd="3" destOrd="0" parTransId="{853A7D93-37AB-4F33-A228-716A5C46121D}" sibTransId="{BC05B365-8A34-4BAE-8B49-FC1EC841A623}"/>
    <dgm:cxn modelId="{AE3EB13D-CE62-4F4E-9071-022A1DFD9BA4}" type="presOf" srcId="{87F296FA-456A-4838-9835-92B0F274909A}" destId="{33EBE032-E64C-4DDC-B132-23257A001356}" srcOrd="0" destOrd="0" presId="urn:microsoft.com/office/officeart/2005/8/layout/cycle4"/>
    <dgm:cxn modelId="{E2F7093E-7A1F-4B8A-A23F-6BB261B816CB}" type="presOf" srcId="{F161F053-E03F-4EF9-9605-C31B1E4121DF}" destId="{29753D97-C57E-4C25-A842-70CBD4CB359F}" srcOrd="1" destOrd="0" presId="urn:microsoft.com/office/officeart/2005/8/layout/cycle4"/>
    <dgm:cxn modelId="{80D4FE60-9FEB-491E-9D8B-FD8B1D4EA6D0}" type="presOf" srcId="{A156310D-6E79-47E9-860F-116966A5C19B}" destId="{EDBFCDB8-5FA1-4165-BB68-F792765C30E4}" srcOrd="0" destOrd="0" presId="urn:microsoft.com/office/officeart/2005/8/layout/cycle4"/>
    <dgm:cxn modelId="{7E158941-2E29-412A-AD85-2C9A7DBC268A}" srcId="{99FDDD2A-8C41-49FD-8796-B8BFBC0D846B}" destId="{16DB4C9C-7BE7-42B0-A502-86A3A8541A8B}" srcOrd="1" destOrd="0" parTransId="{4FAB4AAC-C00A-4AD7-8270-3DC83D1AD758}" sibTransId="{D1472B8C-CE18-4F94-86DA-B70FF582F1B0}"/>
    <dgm:cxn modelId="{9737B442-30B7-4FEA-AC86-1F542817C780}" srcId="{C513250B-4CB1-4DF5-8458-E064A79485F1}" destId="{A156310D-6E79-47E9-860F-116966A5C19B}" srcOrd="2" destOrd="0" parTransId="{D0DA5624-AC13-4AED-AD77-CE5C513992B6}" sibTransId="{6E09E609-FBB0-4A52-A189-6AF0A5B4DC83}"/>
    <dgm:cxn modelId="{D7BD5743-1943-42B9-9570-9E547113B6A7}" srcId="{A156310D-6E79-47E9-860F-116966A5C19B}" destId="{87F296FA-456A-4838-9835-92B0F274909A}" srcOrd="0" destOrd="0" parTransId="{7BE061A2-8DAC-45E0-ADA6-898A5D9B4B33}" sibTransId="{C11DABBE-8563-4436-A5C3-A00D0ACD726A}"/>
    <dgm:cxn modelId="{D5902845-B2C0-462F-94AB-ACFA21694A3F}" type="presOf" srcId="{CFDDCB1E-8C0A-4C10-BA62-F421E150A7C4}" destId="{C2D6D5A1-37FF-486D-99AF-CD3FD9B3EF49}" srcOrd="0" destOrd="0" presId="urn:microsoft.com/office/officeart/2005/8/layout/cycle4"/>
    <dgm:cxn modelId="{ECB4ED65-2072-46F3-BF02-E058C5A972C4}" type="presOf" srcId="{F161F053-E03F-4EF9-9605-C31B1E4121DF}" destId="{080EE3DA-637D-4587-B511-5E6DC584B14D}" srcOrd="0" destOrd="0" presId="urn:microsoft.com/office/officeart/2005/8/layout/cycle4"/>
    <dgm:cxn modelId="{2395EE67-FADB-4226-9EF3-12AAE4968CD8}" type="presOf" srcId="{C513250B-4CB1-4DF5-8458-E064A79485F1}" destId="{B1E9485A-F906-44D7-8A6E-974E1304C45D}" srcOrd="0" destOrd="0" presId="urn:microsoft.com/office/officeart/2005/8/layout/cycle4"/>
    <dgm:cxn modelId="{4562F86B-6082-45A6-9828-2B23AB9A2C1F}" srcId="{CFDDCB1E-8C0A-4C10-BA62-F421E150A7C4}" destId="{F161F053-E03F-4EF9-9605-C31B1E4121DF}" srcOrd="0" destOrd="0" parTransId="{8A7E1652-7CF3-4D05-917A-D1F4F357153B}" sibTransId="{7F7DFDDF-938C-4BB2-A502-3E983367847D}"/>
    <dgm:cxn modelId="{1AE7E44C-34E8-4A32-9705-B0648926E67E}" type="presOf" srcId="{99FDDD2A-8C41-49FD-8796-B8BFBC0D846B}" destId="{ECA4AA56-2526-4D21-B405-199AEC600491}" srcOrd="0" destOrd="0" presId="urn:microsoft.com/office/officeart/2005/8/layout/cycle4"/>
    <dgm:cxn modelId="{F7F31070-8043-40BE-B3D0-942F7AEF193C}" type="presOf" srcId="{16DB4C9C-7BE7-42B0-A502-86A3A8541A8B}" destId="{862B9BE6-A2B8-45AC-AB05-1E0ED206E811}" srcOrd="1" destOrd="1" presId="urn:microsoft.com/office/officeart/2005/8/layout/cycle4"/>
    <dgm:cxn modelId="{0CA3967F-B64F-4A5A-B860-F9B65DFE16CD}" type="presOf" srcId="{B2489A5B-5384-4EE5-B333-1CB5FF8889DC}" destId="{A045E807-2150-485C-8751-E7F8F8754628}" srcOrd="0" destOrd="0" presId="urn:microsoft.com/office/officeart/2005/8/layout/cycle4"/>
    <dgm:cxn modelId="{69718C89-0ACD-4B8B-A264-E110F8281DA0}" type="presOf" srcId="{A2D202D9-5EDC-4133-9E1B-3A46B1E798D4}" destId="{189689ED-F127-405F-8776-71E2A182A6E5}" srcOrd="0" destOrd="0" presId="urn:microsoft.com/office/officeart/2005/8/layout/cycle4"/>
    <dgm:cxn modelId="{A156AF8A-A740-4B9D-9204-0274391EB979}" type="presOf" srcId="{B2489A5B-5384-4EE5-B333-1CB5FF8889DC}" destId="{862B9BE6-A2B8-45AC-AB05-1E0ED206E811}" srcOrd="1" destOrd="0" presId="urn:microsoft.com/office/officeart/2005/8/layout/cycle4"/>
    <dgm:cxn modelId="{A2241990-3A05-42C5-BCC6-FBE4BF0FD1F9}" type="presOf" srcId="{16DB4C9C-7BE7-42B0-A502-86A3A8541A8B}" destId="{A045E807-2150-485C-8751-E7F8F8754628}" srcOrd="0" destOrd="1" presId="urn:microsoft.com/office/officeart/2005/8/layout/cycle4"/>
    <dgm:cxn modelId="{C43C8CA1-CB9E-4793-B863-FB8797143EFE}" srcId="{99FDDD2A-8C41-49FD-8796-B8BFBC0D846B}" destId="{B2489A5B-5384-4EE5-B333-1CB5FF8889DC}" srcOrd="0" destOrd="0" parTransId="{830BB161-8FCB-43B1-92FE-E61C842E47C8}" sibTransId="{4934360F-0718-4A9F-A257-493850466672}"/>
    <dgm:cxn modelId="{3E8573A2-CA03-493B-8F74-1F6C4B125F18}" type="presOf" srcId="{87F296FA-456A-4838-9835-92B0F274909A}" destId="{50BD9392-11D1-4403-B29B-5DBB417BFEAD}" srcOrd="1" destOrd="0" presId="urn:microsoft.com/office/officeart/2005/8/layout/cycle4"/>
    <dgm:cxn modelId="{E0912FB9-008A-47E4-AD61-49FE198D2E86}" srcId="{A2D202D9-5EDC-4133-9E1B-3A46B1E798D4}" destId="{B1D9F58E-978F-4EFB-B181-19E63C443923}" srcOrd="0" destOrd="0" parTransId="{AD92AE30-3A58-418A-899F-48B430C9542C}" sibTransId="{B3B96783-E44E-4094-BA21-D3089104DC39}"/>
    <dgm:cxn modelId="{6BFEFAD5-6288-4F3B-8776-0D72DD8DBA3F}" srcId="{C513250B-4CB1-4DF5-8458-E064A79485F1}" destId="{A2D202D9-5EDC-4133-9E1B-3A46B1E798D4}" srcOrd="1" destOrd="0" parTransId="{34926877-7970-4689-8387-C9EA165CD3EF}" sibTransId="{663C56AB-05F7-413C-AF91-EEAAA4EC8A0B}"/>
    <dgm:cxn modelId="{4CAA4AF8-712E-48F0-B841-E8C34183A556}" type="presParOf" srcId="{B1E9485A-F906-44D7-8A6E-974E1304C45D}" destId="{444B3FDD-DB18-49FD-9349-35359042316F}" srcOrd="0" destOrd="0" presId="urn:microsoft.com/office/officeart/2005/8/layout/cycle4"/>
    <dgm:cxn modelId="{D5F35F9B-4952-43E8-B8E0-B3AA4CFCAF49}" type="presParOf" srcId="{444B3FDD-DB18-49FD-9349-35359042316F}" destId="{D287BD42-E78D-45D7-935E-7C1D1FE38B8F}" srcOrd="0" destOrd="0" presId="urn:microsoft.com/office/officeart/2005/8/layout/cycle4"/>
    <dgm:cxn modelId="{3766E6FF-8958-472E-8692-A9C30FA30EDD}" type="presParOf" srcId="{D287BD42-E78D-45D7-935E-7C1D1FE38B8F}" destId="{A045E807-2150-485C-8751-E7F8F8754628}" srcOrd="0" destOrd="0" presId="urn:microsoft.com/office/officeart/2005/8/layout/cycle4"/>
    <dgm:cxn modelId="{64990C9A-55D1-4876-B1A9-C7E94E17239B}" type="presParOf" srcId="{D287BD42-E78D-45D7-935E-7C1D1FE38B8F}" destId="{862B9BE6-A2B8-45AC-AB05-1E0ED206E811}" srcOrd="1" destOrd="0" presId="urn:microsoft.com/office/officeart/2005/8/layout/cycle4"/>
    <dgm:cxn modelId="{0686B623-247D-4602-8D8E-B53A977392C8}" type="presParOf" srcId="{444B3FDD-DB18-49FD-9349-35359042316F}" destId="{5506AE15-3105-4EF6-A901-560D3687337F}" srcOrd="1" destOrd="0" presId="urn:microsoft.com/office/officeart/2005/8/layout/cycle4"/>
    <dgm:cxn modelId="{3C2D8A81-9A3D-4704-BEA7-25C79D6BC3D2}" type="presParOf" srcId="{5506AE15-3105-4EF6-A901-560D3687337F}" destId="{555D6F86-1E5D-4727-AF68-E5E6A364392A}" srcOrd="0" destOrd="0" presId="urn:microsoft.com/office/officeart/2005/8/layout/cycle4"/>
    <dgm:cxn modelId="{6F8658D4-43ED-46F7-B7D5-8D82B59457BE}" type="presParOf" srcId="{5506AE15-3105-4EF6-A901-560D3687337F}" destId="{B0DD5D99-A735-4C9E-9AB2-981ACB09D357}" srcOrd="1" destOrd="0" presId="urn:microsoft.com/office/officeart/2005/8/layout/cycle4"/>
    <dgm:cxn modelId="{0F298BD2-33F1-4287-8E6F-E015A9A3D65B}" type="presParOf" srcId="{444B3FDD-DB18-49FD-9349-35359042316F}" destId="{CEBB67E4-0BF3-4884-998E-99FF247B0882}" srcOrd="2" destOrd="0" presId="urn:microsoft.com/office/officeart/2005/8/layout/cycle4"/>
    <dgm:cxn modelId="{AA739CB5-3AC3-4EAE-A17C-AAB29E73CDE0}" type="presParOf" srcId="{CEBB67E4-0BF3-4884-998E-99FF247B0882}" destId="{33EBE032-E64C-4DDC-B132-23257A001356}" srcOrd="0" destOrd="0" presId="urn:microsoft.com/office/officeart/2005/8/layout/cycle4"/>
    <dgm:cxn modelId="{1672348E-FC5C-431D-8B5A-56AB9551DDDB}" type="presParOf" srcId="{CEBB67E4-0BF3-4884-998E-99FF247B0882}" destId="{50BD9392-11D1-4403-B29B-5DBB417BFEAD}" srcOrd="1" destOrd="0" presId="urn:microsoft.com/office/officeart/2005/8/layout/cycle4"/>
    <dgm:cxn modelId="{575C7880-A0F0-4DEE-B23E-B7ECFB4921E9}" type="presParOf" srcId="{444B3FDD-DB18-49FD-9349-35359042316F}" destId="{A1C3426E-0862-4AAC-9FE6-630C4DA63E2B}" srcOrd="3" destOrd="0" presId="urn:microsoft.com/office/officeart/2005/8/layout/cycle4"/>
    <dgm:cxn modelId="{54921B01-EE74-4F8A-A47D-5A84DC7BA845}" type="presParOf" srcId="{A1C3426E-0862-4AAC-9FE6-630C4DA63E2B}" destId="{080EE3DA-637D-4587-B511-5E6DC584B14D}" srcOrd="0" destOrd="0" presId="urn:microsoft.com/office/officeart/2005/8/layout/cycle4"/>
    <dgm:cxn modelId="{6AE492BB-2EBF-49A1-B306-F18F3673A693}" type="presParOf" srcId="{A1C3426E-0862-4AAC-9FE6-630C4DA63E2B}" destId="{29753D97-C57E-4C25-A842-70CBD4CB359F}" srcOrd="1" destOrd="0" presId="urn:microsoft.com/office/officeart/2005/8/layout/cycle4"/>
    <dgm:cxn modelId="{46DED881-EFEB-4641-836D-F72B012421C7}" type="presParOf" srcId="{444B3FDD-DB18-49FD-9349-35359042316F}" destId="{DA2FE637-D189-43BE-AA50-C4B10BB00B53}" srcOrd="4" destOrd="0" presId="urn:microsoft.com/office/officeart/2005/8/layout/cycle4"/>
    <dgm:cxn modelId="{4369213D-879C-4127-B84F-0E0867CAC50A}" type="presParOf" srcId="{B1E9485A-F906-44D7-8A6E-974E1304C45D}" destId="{FAD0E64B-AEFA-4F16-9F09-33BFCB8DFF7D}" srcOrd="1" destOrd="0" presId="urn:microsoft.com/office/officeart/2005/8/layout/cycle4"/>
    <dgm:cxn modelId="{0A9395EB-1CD6-44C3-8A05-F74799AFF62C}" type="presParOf" srcId="{FAD0E64B-AEFA-4F16-9F09-33BFCB8DFF7D}" destId="{ECA4AA56-2526-4D21-B405-199AEC600491}" srcOrd="0" destOrd="0" presId="urn:microsoft.com/office/officeart/2005/8/layout/cycle4"/>
    <dgm:cxn modelId="{96BC84F5-ADB1-4352-811E-438DC897DDD3}" type="presParOf" srcId="{FAD0E64B-AEFA-4F16-9F09-33BFCB8DFF7D}" destId="{189689ED-F127-405F-8776-71E2A182A6E5}" srcOrd="1" destOrd="0" presId="urn:microsoft.com/office/officeart/2005/8/layout/cycle4"/>
    <dgm:cxn modelId="{1B3DC40C-45C7-4F87-92AC-3B5D87B78A8D}" type="presParOf" srcId="{FAD0E64B-AEFA-4F16-9F09-33BFCB8DFF7D}" destId="{EDBFCDB8-5FA1-4165-BB68-F792765C30E4}" srcOrd="2" destOrd="0" presId="urn:microsoft.com/office/officeart/2005/8/layout/cycle4"/>
    <dgm:cxn modelId="{9A928A59-F550-492C-AABF-7B5758020B2A}" type="presParOf" srcId="{FAD0E64B-AEFA-4F16-9F09-33BFCB8DFF7D}" destId="{C2D6D5A1-37FF-486D-99AF-CD3FD9B3EF49}" srcOrd="3" destOrd="0" presId="urn:microsoft.com/office/officeart/2005/8/layout/cycle4"/>
    <dgm:cxn modelId="{96F956C6-1E34-49D9-B05B-F76F9F1211E0}" type="presParOf" srcId="{FAD0E64B-AEFA-4F16-9F09-33BFCB8DFF7D}" destId="{D948C7EE-7B6C-405A-9E1B-14D08BA40505}" srcOrd="4" destOrd="0" presId="urn:microsoft.com/office/officeart/2005/8/layout/cycle4"/>
    <dgm:cxn modelId="{CECEFF05-3695-4386-94F2-417E4FB1FDF3}" type="presParOf" srcId="{B1E9485A-F906-44D7-8A6E-974E1304C45D}" destId="{6207919A-D09B-48F6-9E7E-00AB824D9EB8}" srcOrd="2" destOrd="0" presId="urn:microsoft.com/office/officeart/2005/8/layout/cycle4"/>
    <dgm:cxn modelId="{FE0883C5-60E0-4E94-A63C-0B6C482252C1}" type="presParOf" srcId="{B1E9485A-F906-44D7-8A6E-974E1304C45D}" destId="{27719DF0-2739-48E0-858F-27DC20F33409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AD33521-0648-46CE-B471-54B265E95C75}" type="doc">
      <dgm:prSet loTypeId="urn:microsoft.com/office/officeart/2005/8/layout/hList1" loCatId="list" qsTypeId="urn:microsoft.com/office/officeart/2005/8/quickstyle/3d4" qsCatId="3D" csTypeId="urn:microsoft.com/office/officeart/2005/8/colors/colorful5" csCatId="colorful"/>
      <dgm:spPr/>
      <dgm:t>
        <a:bodyPr/>
        <a:lstStyle/>
        <a:p>
          <a:pPr latinLnBrk="1"/>
          <a:endParaRPr lang="ko-KR" altLang="en-US"/>
        </a:p>
      </dgm:t>
    </dgm:pt>
    <dgm:pt modelId="{4A725556-1DAA-4FE8-BED9-49BC8E73EDEB}">
      <dgm:prSet/>
      <dgm:spPr/>
      <dgm:t>
        <a:bodyPr/>
        <a:lstStyle/>
        <a:p>
          <a:pPr latinLnBrk="1"/>
          <a:r>
            <a:rPr kumimoji="1" lang="ko-KR"/>
            <a:t>시스템 소프트웨어</a:t>
          </a:r>
          <a:endParaRPr lang="ko-KR"/>
        </a:p>
      </dgm:t>
    </dgm:pt>
    <dgm:pt modelId="{82F16A3D-FB80-46F7-897A-F48317AC822A}" type="parTrans" cxnId="{9962ABC5-AB82-4F8F-BDF7-80F2CF804DD9}">
      <dgm:prSet/>
      <dgm:spPr/>
      <dgm:t>
        <a:bodyPr/>
        <a:lstStyle/>
        <a:p>
          <a:pPr latinLnBrk="1"/>
          <a:endParaRPr lang="ko-KR" altLang="en-US"/>
        </a:p>
      </dgm:t>
    </dgm:pt>
    <dgm:pt modelId="{50C844EF-CEBB-4C05-8D9A-6675EF15BAC0}" type="sibTrans" cxnId="{9962ABC5-AB82-4F8F-BDF7-80F2CF804DD9}">
      <dgm:prSet/>
      <dgm:spPr/>
      <dgm:t>
        <a:bodyPr/>
        <a:lstStyle/>
        <a:p>
          <a:pPr latinLnBrk="1"/>
          <a:endParaRPr lang="ko-KR" altLang="en-US"/>
        </a:p>
      </dgm:t>
    </dgm:pt>
    <dgm:pt modelId="{6148BACF-AB07-4794-A384-05135B63A81C}">
      <dgm:prSet/>
      <dgm:spPr/>
      <dgm:t>
        <a:bodyPr/>
        <a:lstStyle/>
        <a:p>
          <a:pPr latinLnBrk="1"/>
          <a:r>
            <a:rPr kumimoji="1" lang="ko-KR" b="1"/>
            <a:t>컴퓨터 시스템 운영에 필요한 프로그램 </a:t>
          </a:r>
          <a:r>
            <a:rPr kumimoji="1" lang="en-US" b="1"/>
            <a:t>(</a:t>
          </a:r>
          <a:r>
            <a:rPr kumimoji="1" lang="ko-KR" b="1"/>
            <a:t>보통 운영체제</a:t>
          </a:r>
          <a:r>
            <a:rPr kumimoji="1" lang="en-US" b="1"/>
            <a:t>)</a:t>
          </a:r>
          <a:endParaRPr lang="ko-KR"/>
        </a:p>
      </dgm:t>
    </dgm:pt>
    <dgm:pt modelId="{E851FE48-4981-4B9D-BE70-31180726A583}" type="parTrans" cxnId="{30EABE82-4F06-414E-90D9-3968D078E9CE}">
      <dgm:prSet/>
      <dgm:spPr/>
      <dgm:t>
        <a:bodyPr/>
        <a:lstStyle/>
        <a:p>
          <a:pPr latinLnBrk="1"/>
          <a:endParaRPr lang="ko-KR" altLang="en-US"/>
        </a:p>
      </dgm:t>
    </dgm:pt>
    <dgm:pt modelId="{4E3D4CAA-81B8-4009-B33E-CC5B3DDFEB26}" type="sibTrans" cxnId="{30EABE82-4F06-414E-90D9-3968D078E9CE}">
      <dgm:prSet/>
      <dgm:spPr/>
      <dgm:t>
        <a:bodyPr/>
        <a:lstStyle/>
        <a:p>
          <a:pPr latinLnBrk="1"/>
          <a:endParaRPr lang="ko-KR" altLang="en-US"/>
        </a:p>
      </dgm:t>
    </dgm:pt>
    <dgm:pt modelId="{E5D2A97F-AC69-4D6E-9595-7FC7CFAA78F5}">
      <dgm:prSet/>
      <dgm:spPr/>
      <dgm:t>
        <a:bodyPr/>
        <a:lstStyle/>
        <a:p>
          <a:pPr latinLnBrk="1"/>
          <a:r>
            <a:rPr kumimoji="1" lang="ko-KR" b="1"/>
            <a:t>예</a:t>
          </a:r>
          <a:r>
            <a:rPr kumimoji="1" lang="en-US" b="1"/>
            <a:t> : </a:t>
          </a:r>
          <a:r>
            <a:rPr kumimoji="1" lang="ko-KR" b="1"/>
            <a:t>윈도우</a:t>
          </a:r>
          <a:r>
            <a:rPr kumimoji="1" lang="en-US" b="1"/>
            <a:t>, </a:t>
          </a:r>
          <a:r>
            <a:rPr kumimoji="1" lang="ko-KR" b="1"/>
            <a:t>리눅스</a:t>
          </a:r>
          <a:r>
            <a:rPr kumimoji="1" lang="en-US" b="1"/>
            <a:t>, </a:t>
          </a:r>
          <a:r>
            <a:rPr kumimoji="1" lang="ko-KR" b="1"/>
            <a:t>유닉스</a:t>
          </a:r>
          <a:r>
            <a:rPr kumimoji="1" lang="en-US" b="1"/>
            <a:t> </a:t>
          </a:r>
          <a:r>
            <a:rPr kumimoji="1" lang="ko-KR" b="1"/>
            <a:t>등</a:t>
          </a:r>
          <a:endParaRPr lang="ko-KR"/>
        </a:p>
      </dgm:t>
    </dgm:pt>
    <dgm:pt modelId="{C836F8E2-1932-4014-985E-D8E82ED88800}" type="parTrans" cxnId="{5E3DDDCD-7E87-480E-B388-687B79D28C51}">
      <dgm:prSet/>
      <dgm:spPr/>
      <dgm:t>
        <a:bodyPr/>
        <a:lstStyle/>
        <a:p>
          <a:pPr latinLnBrk="1"/>
          <a:endParaRPr lang="ko-KR" altLang="en-US"/>
        </a:p>
      </dgm:t>
    </dgm:pt>
    <dgm:pt modelId="{C5105DB7-5CBB-4CF4-A419-0F21DA61E5C6}" type="sibTrans" cxnId="{5E3DDDCD-7E87-480E-B388-687B79D28C51}">
      <dgm:prSet/>
      <dgm:spPr/>
      <dgm:t>
        <a:bodyPr/>
        <a:lstStyle/>
        <a:p>
          <a:pPr latinLnBrk="1"/>
          <a:endParaRPr lang="ko-KR" altLang="en-US"/>
        </a:p>
      </dgm:t>
    </dgm:pt>
    <dgm:pt modelId="{E4A9FB5E-D8A9-43E2-93D8-1C090762A8C9}">
      <dgm:prSet/>
      <dgm:spPr/>
      <dgm:t>
        <a:bodyPr/>
        <a:lstStyle/>
        <a:p>
          <a:pPr latinLnBrk="1"/>
          <a:r>
            <a:rPr kumimoji="1" lang="ko-KR"/>
            <a:t>응용 소프트웨어</a:t>
          </a:r>
          <a:endParaRPr lang="ko-KR"/>
        </a:p>
      </dgm:t>
    </dgm:pt>
    <dgm:pt modelId="{E6728F77-4B38-461A-AD68-1F710371ADC2}" type="parTrans" cxnId="{7A0D2291-6639-4CA7-A421-229085E6785E}">
      <dgm:prSet/>
      <dgm:spPr/>
      <dgm:t>
        <a:bodyPr/>
        <a:lstStyle/>
        <a:p>
          <a:pPr latinLnBrk="1"/>
          <a:endParaRPr lang="ko-KR" altLang="en-US"/>
        </a:p>
      </dgm:t>
    </dgm:pt>
    <dgm:pt modelId="{7FEFAEB9-7A5B-4839-BD07-77860EA5962F}" type="sibTrans" cxnId="{7A0D2291-6639-4CA7-A421-229085E6785E}">
      <dgm:prSet/>
      <dgm:spPr/>
      <dgm:t>
        <a:bodyPr/>
        <a:lstStyle/>
        <a:p>
          <a:pPr latinLnBrk="1"/>
          <a:endParaRPr lang="ko-KR" altLang="en-US"/>
        </a:p>
      </dgm:t>
    </dgm:pt>
    <dgm:pt modelId="{50A81951-E8F5-4668-912C-781B3448EAAE}">
      <dgm:prSet/>
      <dgm:spPr/>
      <dgm:t>
        <a:bodyPr/>
        <a:lstStyle/>
        <a:p>
          <a:pPr latinLnBrk="1"/>
          <a:r>
            <a:rPr kumimoji="1" lang="ko-KR" b="1"/>
            <a:t>특정 업무를 할 때 사용하는 프로그램</a:t>
          </a:r>
          <a:endParaRPr lang="ko-KR"/>
        </a:p>
      </dgm:t>
    </dgm:pt>
    <dgm:pt modelId="{A4CBE46B-2F10-4FF2-9A20-DC97B3277D70}" type="parTrans" cxnId="{75FC556D-1430-43BB-A47C-C471B10A3F65}">
      <dgm:prSet/>
      <dgm:spPr/>
      <dgm:t>
        <a:bodyPr/>
        <a:lstStyle/>
        <a:p>
          <a:pPr latinLnBrk="1"/>
          <a:endParaRPr lang="ko-KR" altLang="en-US"/>
        </a:p>
      </dgm:t>
    </dgm:pt>
    <dgm:pt modelId="{CAAADC53-A5F1-4B8E-B542-F0A7D1527354}" type="sibTrans" cxnId="{75FC556D-1430-43BB-A47C-C471B10A3F65}">
      <dgm:prSet/>
      <dgm:spPr/>
      <dgm:t>
        <a:bodyPr/>
        <a:lstStyle/>
        <a:p>
          <a:pPr latinLnBrk="1"/>
          <a:endParaRPr lang="ko-KR" altLang="en-US"/>
        </a:p>
      </dgm:t>
    </dgm:pt>
    <dgm:pt modelId="{E183ADD3-BFFD-4C88-967F-2E8B3D14E870}">
      <dgm:prSet/>
      <dgm:spPr/>
      <dgm:t>
        <a:bodyPr/>
        <a:lstStyle/>
        <a:p>
          <a:pPr latinLnBrk="1"/>
          <a:r>
            <a:rPr kumimoji="1" lang="ko-KR" b="1"/>
            <a:t>예</a:t>
          </a:r>
          <a:r>
            <a:rPr kumimoji="1" lang="en-US" b="1"/>
            <a:t>: </a:t>
          </a:r>
          <a:r>
            <a:rPr kumimoji="1" lang="ko-KR" b="1"/>
            <a:t>아래아한글</a:t>
          </a:r>
          <a:r>
            <a:rPr kumimoji="1" lang="en-US" b="1"/>
            <a:t>, </a:t>
          </a:r>
          <a:r>
            <a:rPr kumimoji="1" lang="ko-KR" b="1"/>
            <a:t>엑셀</a:t>
          </a:r>
          <a:r>
            <a:rPr kumimoji="1" lang="en-US" b="1"/>
            <a:t>, </a:t>
          </a:r>
          <a:r>
            <a:rPr kumimoji="1" lang="ko-KR" b="1"/>
            <a:t>익스플로러</a:t>
          </a:r>
          <a:r>
            <a:rPr kumimoji="1" lang="en-US" b="1"/>
            <a:t>, </a:t>
          </a:r>
          <a:r>
            <a:rPr kumimoji="1" lang="ko-KR" b="1"/>
            <a:t>알송</a:t>
          </a:r>
          <a:r>
            <a:rPr kumimoji="1" lang="en-US" b="1"/>
            <a:t>, </a:t>
          </a:r>
          <a:r>
            <a:rPr kumimoji="1" lang="ko-KR" b="1"/>
            <a:t>곰플레이어 등</a:t>
          </a:r>
          <a:endParaRPr lang="ko-KR"/>
        </a:p>
      </dgm:t>
    </dgm:pt>
    <dgm:pt modelId="{CABE1013-5245-4E9E-9C17-4A40191CC260}" type="parTrans" cxnId="{0B60C6E8-541F-4FF4-A300-400F3FF1FD9C}">
      <dgm:prSet/>
      <dgm:spPr/>
      <dgm:t>
        <a:bodyPr/>
        <a:lstStyle/>
        <a:p>
          <a:pPr latinLnBrk="1"/>
          <a:endParaRPr lang="ko-KR" altLang="en-US"/>
        </a:p>
      </dgm:t>
    </dgm:pt>
    <dgm:pt modelId="{12731E58-B624-40FA-A4D6-26DA357C8221}" type="sibTrans" cxnId="{0B60C6E8-541F-4FF4-A300-400F3FF1FD9C}">
      <dgm:prSet/>
      <dgm:spPr/>
      <dgm:t>
        <a:bodyPr/>
        <a:lstStyle/>
        <a:p>
          <a:pPr latinLnBrk="1"/>
          <a:endParaRPr lang="ko-KR" altLang="en-US"/>
        </a:p>
      </dgm:t>
    </dgm:pt>
    <dgm:pt modelId="{0C6B09CB-F44E-4285-A8AC-CB915359083B}">
      <dgm:prSet/>
      <dgm:spPr/>
      <dgm:t>
        <a:bodyPr/>
        <a:lstStyle/>
        <a:p>
          <a:pPr latinLnBrk="1"/>
          <a:r>
            <a:rPr kumimoji="1" lang="ko-KR"/>
            <a:t>소프트웨어를 만드는 소프트웨어</a:t>
          </a:r>
          <a:endParaRPr lang="ko-KR"/>
        </a:p>
      </dgm:t>
    </dgm:pt>
    <dgm:pt modelId="{1EB01366-CFE6-48D1-A05E-DAB34BDF9A30}" type="parTrans" cxnId="{11D2AE7D-7EAC-4491-BBA3-0D3AA8D35B59}">
      <dgm:prSet/>
      <dgm:spPr/>
      <dgm:t>
        <a:bodyPr/>
        <a:lstStyle/>
        <a:p>
          <a:pPr latinLnBrk="1"/>
          <a:endParaRPr lang="ko-KR" altLang="en-US"/>
        </a:p>
      </dgm:t>
    </dgm:pt>
    <dgm:pt modelId="{2ABD5F91-F028-4579-8C42-12A219F4CB49}" type="sibTrans" cxnId="{11D2AE7D-7EAC-4491-BBA3-0D3AA8D35B59}">
      <dgm:prSet/>
      <dgm:spPr/>
      <dgm:t>
        <a:bodyPr/>
        <a:lstStyle/>
        <a:p>
          <a:pPr latinLnBrk="1"/>
          <a:endParaRPr lang="ko-KR" altLang="en-US"/>
        </a:p>
      </dgm:t>
    </dgm:pt>
    <dgm:pt modelId="{C5E23EC3-2596-48E0-8DC4-0CDC5E87124A}">
      <dgm:prSet/>
      <dgm:spPr/>
      <dgm:t>
        <a:bodyPr/>
        <a:lstStyle/>
        <a:p>
          <a:pPr latinLnBrk="1"/>
          <a:r>
            <a:rPr kumimoji="1" lang="ko-KR" b="1"/>
            <a:t>프로그래밍 언어</a:t>
          </a:r>
          <a:endParaRPr lang="ko-KR"/>
        </a:p>
      </dgm:t>
    </dgm:pt>
    <dgm:pt modelId="{4194D677-C970-4CEE-AAB9-DC33225C82F9}" type="parTrans" cxnId="{061EDECE-F08B-4588-9712-81AC7FD263DD}">
      <dgm:prSet/>
      <dgm:spPr/>
      <dgm:t>
        <a:bodyPr/>
        <a:lstStyle/>
        <a:p>
          <a:pPr latinLnBrk="1"/>
          <a:endParaRPr lang="ko-KR" altLang="en-US"/>
        </a:p>
      </dgm:t>
    </dgm:pt>
    <dgm:pt modelId="{220C1D57-4FDD-4CD8-8119-B19A8BB2B2DC}" type="sibTrans" cxnId="{061EDECE-F08B-4588-9712-81AC7FD263DD}">
      <dgm:prSet/>
      <dgm:spPr/>
      <dgm:t>
        <a:bodyPr/>
        <a:lstStyle/>
        <a:p>
          <a:pPr latinLnBrk="1"/>
          <a:endParaRPr lang="ko-KR" altLang="en-US"/>
        </a:p>
      </dgm:t>
    </dgm:pt>
    <dgm:pt modelId="{B8F05771-701B-4616-97B3-8E814A3FE955}">
      <dgm:prSet/>
      <dgm:spPr/>
      <dgm:t>
        <a:bodyPr/>
        <a:lstStyle/>
        <a:p>
          <a:pPr latinLnBrk="1"/>
          <a:r>
            <a:rPr kumimoji="1" lang="en-US" b="1"/>
            <a:t>C, C++, </a:t>
          </a:r>
          <a:r>
            <a:rPr kumimoji="1" lang="ko-KR" b="1"/>
            <a:t>비주얼 베이직</a:t>
          </a:r>
          <a:r>
            <a:rPr kumimoji="1" lang="en-US" b="1"/>
            <a:t>, JAVA, </a:t>
          </a:r>
          <a:r>
            <a:rPr kumimoji="1" lang="ko-KR" b="1"/>
            <a:t>파이썬</a:t>
          </a:r>
          <a:r>
            <a:rPr kumimoji="1" lang="en-US" b="1"/>
            <a:t>, go, MATLAB</a:t>
          </a:r>
          <a:endParaRPr lang="ko-KR"/>
        </a:p>
      </dgm:t>
    </dgm:pt>
    <dgm:pt modelId="{40F4148D-AD76-485C-8839-6A5428684897}" type="parTrans" cxnId="{D506CD1A-EA68-486D-8B5B-02481320B2DE}">
      <dgm:prSet/>
      <dgm:spPr/>
      <dgm:t>
        <a:bodyPr/>
        <a:lstStyle/>
        <a:p>
          <a:pPr latinLnBrk="1"/>
          <a:endParaRPr lang="ko-KR" altLang="en-US"/>
        </a:p>
      </dgm:t>
    </dgm:pt>
    <dgm:pt modelId="{DF2766CC-2F70-4A00-8DAC-7DB5E36EEA56}" type="sibTrans" cxnId="{D506CD1A-EA68-486D-8B5B-02481320B2DE}">
      <dgm:prSet/>
      <dgm:spPr/>
      <dgm:t>
        <a:bodyPr/>
        <a:lstStyle/>
        <a:p>
          <a:pPr latinLnBrk="1"/>
          <a:endParaRPr lang="ko-KR" altLang="en-US"/>
        </a:p>
      </dgm:t>
    </dgm:pt>
    <dgm:pt modelId="{EC4F1ACA-E8FC-4E78-9A20-21EED89DDF79}">
      <dgm:prSet/>
      <dgm:spPr/>
      <dgm:t>
        <a:bodyPr/>
        <a:lstStyle/>
        <a:p>
          <a:pPr latinLnBrk="1"/>
          <a:r>
            <a:rPr kumimoji="1" lang="en-US" b="1"/>
            <a:t>HTML, javascript, VRML, XML, PHP, perl, SQL, R</a:t>
          </a:r>
          <a:endParaRPr lang="ko-KR"/>
        </a:p>
      </dgm:t>
    </dgm:pt>
    <dgm:pt modelId="{0596421B-4132-492B-A05E-778396709667}" type="parTrans" cxnId="{96E886A5-6069-4B58-AEDF-BCDEDF2783BA}">
      <dgm:prSet/>
      <dgm:spPr/>
      <dgm:t>
        <a:bodyPr/>
        <a:lstStyle/>
        <a:p>
          <a:pPr latinLnBrk="1"/>
          <a:endParaRPr lang="ko-KR" altLang="en-US"/>
        </a:p>
      </dgm:t>
    </dgm:pt>
    <dgm:pt modelId="{15199DCC-B699-4AB7-AE2A-BC7B012D5EB3}" type="sibTrans" cxnId="{96E886A5-6069-4B58-AEDF-BCDEDF2783BA}">
      <dgm:prSet/>
      <dgm:spPr/>
      <dgm:t>
        <a:bodyPr/>
        <a:lstStyle/>
        <a:p>
          <a:pPr latinLnBrk="1"/>
          <a:endParaRPr lang="ko-KR" altLang="en-US"/>
        </a:p>
      </dgm:t>
    </dgm:pt>
    <dgm:pt modelId="{C3A79EC9-D031-41AF-9641-B67482488368}">
      <dgm:prSet/>
      <dgm:spPr/>
      <dgm:t>
        <a:bodyPr/>
        <a:lstStyle/>
        <a:p>
          <a:pPr latinLnBrk="1"/>
          <a:r>
            <a:rPr kumimoji="1" lang="en-US" b="1"/>
            <a:t>Ruby, LISP </a:t>
          </a:r>
          <a:endParaRPr lang="ko-KR"/>
        </a:p>
      </dgm:t>
    </dgm:pt>
    <dgm:pt modelId="{9DEF3BA8-A342-437C-BE42-131CECB1FA36}" type="parTrans" cxnId="{885DC690-2DB7-48DE-B5DB-9F829F95D99E}">
      <dgm:prSet/>
      <dgm:spPr/>
      <dgm:t>
        <a:bodyPr/>
        <a:lstStyle/>
        <a:p>
          <a:pPr latinLnBrk="1"/>
          <a:endParaRPr lang="ko-KR" altLang="en-US"/>
        </a:p>
      </dgm:t>
    </dgm:pt>
    <dgm:pt modelId="{469C8C10-C905-447D-B1ED-0A5B54058EDD}" type="sibTrans" cxnId="{885DC690-2DB7-48DE-B5DB-9F829F95D99E}">
      <dgm:prSet/>
      <dgm:spPr/>
      <dgm:t>
        <a:bodyPr/>
        <a:lstStyle/>
        <a:p>
          <a:pPr latinLnBrk="1"/>
          <a:endParaRPr lang="ko-KR" altLang="en-US"/>
        </a:p>
      </dgm:t>
    </dgm:pt>
    <dgm:pt modelId="{DF0E98BE-E969-4026-A089-36B18A30445D}" type="pres">
      <dgm:prSet presAssocID="{EAD33521-0648-46CE-B471-54B265E95C75}" presName="Name0" presStyleCnt="0">
        <dgm:presLayoutVars>
          <dgm:dir/>
          <dgm:animLvl val="lvl"/>
          <dgm:resizeHandles val="exact"/>
        </dgm:presLayoutVars>
      </dgm:prSet>
      <dgm:spPr/>
    </dgm:pt>
    <dgm:pt modelId="{B346C5D6-B114-4F9F-A6C7-A5EFBB52DBD5}" type="pres">
      <dgm:prSet presAssocID="{4A725556-1DAA-4FE8-BED9-49BC8E73EDEB}" presName="composite" presStyleCnt="0"/>
      <dgm:spPr/>
    </dgm:pt>
    <dgm:pt modelId="{4E2FFA75-A55F-42DA-9198-C6D14ECDBC6B}" type="pres">
      <dgm:prSet presAssocID="{4A725556-1DAA-4FE8-BED9-49BC8E73EDE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989F9B6-73C5-4B9A-9AAA-B6A2DBC033E3}" type="pres">
      <dgm:prSet presAssocID="{4A725556-1DAA-4FE8-BED9-49BC8E73EDEB}" presName="desTx" presStyleLbl="alignAccFollowNode1" presStyleIdx="0" presStyleCnt="3">
        <dgm:presLayoutVars>
          <dgm:bulletEnabled val="1"/>
        </dgm:presLayoutVars>
      </dgm:prSet>
      <dgm:spPr/>
    </dgm:pt>
    <dgm:pt modelId="{2417250E-8BEE-4FD4-9CD0-95EA29EE65A6}" type="pres">
      <dgm:prSet presAssocID="{50C844EF-CEBB-4C05-8D9A-6675EF15BAC0}" presName="space" presStyleCnt="0"/>
      <dgm:spPr/>
    </dgm:pt>
    <dgm:pt modelId="{8F03130A-1CB4-499D-A7FB-51F67AE3F6E8}" type="pres">
      <dgm:prSet presAssocID="{E4A9FB5E-D8A9-43E2-93D8-1C090762A8C9}" presName="composite" presStyleCnt="0"/>
      <dgm:spPr/>
    </dgm:pt>
    <dgm:pt modelId="{D89AFB0B-6860-4F49-ADEA-F15776F05571}" type="pres">
      <dgm:prSet presAssocID="{E4A9FB5E-D8A9-43E2-93D8-1C090762A8C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3B8B6B8-82C2-419D-8776-89F41D2C750F}" type="pres">
      <dgm:prSet presAssocID="{E4A9FB5E-D8A9-43E2-93D8-1C090762A8C9}" presName="desTx" presStyleLbl="alignAccFollowNode1" presStyleIdx="1" presStyleCnt="3">
        <dgm:presLayoutVars>
          <dgm:bulletEnabled val="1"/>
        </dgm:presLayoutVars>
      </dgm:prSet>
      <dgm:spPr/>
    </dgm:pt>
    <dgm:pt modelId="{6F9437D2-EA6E-4E2D-991A-FEEF05A3805B}" type="pres">
      <dgm:prSet presAssocID="{7FEFAEB9-7A5B-4839-BD07-77860EA5962F}" presName="space" presStyleCnt="0"/>
      <dgm:spPr/>
    </dgm:pt>
    <dgm:pt modelId="{3FA7B687-E72B-40D1-9A76-BE6BB6A944A2}" type="pres">
      <dgm:prSet presAssocID="{0C6B09CB-F44E-4285-A8AC-CB915359083B}" presName="composite" presStyleCnt="0"/>
      <dgm:spPr/>
    </dgm:pt>
    <dgm:pt modelId="{3AE540B8-246B-4F29-A8CB-0D035B6306C2}" type="pres">
      <dgm:prSet presAssocID="{0C6B09CB-F44E-4285-A8AC-CB915359083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542690E-B4B9-4DB0-91E8-BCD987DF5C28}" type="pres">
      <dgm:prSet presAssocID="{0C6B09CB-F44E-4285-A8AC-CB915359083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506CD1A-EA68-486D-8B5B-02481320B2DE}" srcId="{0C6B09CB-F44E-4285-A8AC-CB915359083B}" destId="{B8F05771-701B-4616-97B3-8E814A3FE955}" srcOrd="1" destOrd="0" parTransId="{40F4148D-AD76-485C-8839-6A5428684897}" sibTransId="{DF2766CC-2F70-4A00-8DAC-7DB5E36EEA56}"/>
    <dgm:cxn modelId="{3AB7D034-DBAE-4F82-9430-A7F9B5153DD8}" type="presOf" srcId="{C3A79EC9-D031-41AF-9641-B67482488368}" destId="{4542690E-B4B9-4DB0-91E8-BCD987DF5C28}" srcOrd="0" destOrd="3" presId="urn:microsoft.com/office/officeart/2005/8/layout/hList1"/>
    <dgm:cxn modelId="{64B9D843-4D77-487F-9630-8F12CAC14A27}" type="presOf" srcId="{E183ADD3-BFFD-4C88-967F-2E8B3D14E870}" destId="{73B8B6B8-82C2-419D-8776-89F41D2C750F}" srcOrd="0" destOrd="1" presId="urn:microsoft.com/office/officeart/2005/8/layout/hList1"/>
    <dgm:cxn modelId="{7FEFC664-C05C-47DE-9227-48E86333821B}" type="presOf" srcId="{50A81951-E8F5-4668-912C-781B3448EAAE}" destId="{73B8B6B8-82C2-419D-8776-89F41D2C750F}" srcOrd="0" destOrd="0" presId="urn:microsoft.com/office/officeart/2005/8/layout/hList1"/>
    <dgm:cxn modelId="{99106A66-381B-4069-ABAD-8FF75036ACEE}" type="presOf" srcId="{C5E23EC3-2596-48E0-8DC4-0CDC5E87124A}" destId="{4542690E-B4B9-4DB0-91E8-BCD987DF5C28}" srcOrd="0" destOrd="0" presId="urn:microsoft.com/office/officeart/2005/8/layout/hList1"/>
    <dgm:cxn modelId="{4108C946-0C2E-4BD0-9947-6510CC32B06F}" type="presOf" srcId="{4A725556-1DAA-4FE8-BED9-49BC8E73EDEB}" destId="{4E2FFA75-A55F-42DA-9198-C6D14ECDBC6B}" srcOrd="0" destOrd="0" presId="urn:microsoft.com/office/officeart/2005/8/layout/hList1"/>
    <dgm:cxn modelId="{75FC556D-1430-43BB-A47C-C471B10A3F65}" srcId="{E4A9FB5E-D8A9-43E2-93D8-1C090762A8C9}" destId="{50A81951-E8F5-4668-912C-781B3448EAAE}" srcOrd="0" destOrd="0" parTransId="{A4CBE46B-2F10-4FF2-9A20-DC97B3277D70}" sibTransId="{CAAADC53-A5F1-4B8E-B542-F0A7D1527354}"/>
    <dgm:cxn modelId="{2B3D584E-E7F6-4610-AFFB-2A80FCBE8FB6}" type="presOf" srcId="{EC4F1ACA-E8FC-4E78-9A20-21EED89DDF79}" destId="{4542690E-B4B9-4DB0-91E8-BCD987DF5C28}" srcOrd="0" destOrd="2" presId="urn:microsoft.com/office/officeart/2005/8/layout/hList1"/>
    <dgm:cxn modelId="{1DA42553-E115-4490-8DD9-18BA020048F8}" type="presOf" srcId="{E5D2A97F-AC69-4D6E-9595-7FC7CFAA78F5}" destId="{6989F9B6-73C5-4B9A-9AAA-B6A2DBC033E3}" srcOrd="0" destOrd="1" presId="urn:microsoft.com/office/officeart/2005/8/layout/hList1"/>
    <dgm:cxn modelId="{11D2AE7D-7EAC-4491-BBA3-0D3AA8D35B59}" srcId="{EAD33521-0648-46CE-B471-54B265E95C75}" destId="{0C6B09CB-F44E-4285-A8AC-CB915359083B}" srcOrd="2" destOrd="0" parTransId="{1EB01366-CFE6-48D1-A05E-DAB34BDF9A30}" sibTransId="{2ABD5F91-F028-4579-8C42-12A219F4CB49}"/>
    <dgm:cxn modelId="{30EABE82-4F06-414E-90D9-3968D078E9CE}" srcId="{4A725556-1DAA-4FE8-BED9-49BC8E73EDEB}" destId="{6148BACF-AB07-4794-A384-05135B63A81C}" srcOrd="0" destOrd="0" parTransId="{E851FE48-4981-4B9D-BE70-31180726A583}" sibTransId="{4E3D4CAA-81B8-4009-B33E-CC5B3DDFEB26}"/>
    <dgm:cxn modelId="{885DC690-2DB7-48DE-B5DB-9F829F95D99E}" srcId="{0C6B09CB-F44E-4285-A8AC-CB915359083B}" destId="{C3A79EC9-D031-41AF-9641-B67482488368}" srcOrd="3" destOrd="0" parTransId="{9DEF3BA8-A342-437C-BE42-131CECB1FA36}" sibTransId="{469C8C10-C905-447D-B1ED-0A5B54058EDD}"/>
    <dgm:cxn modelId="{7A0D2291-6639-4CA7-A421-229085E6785E}" srcId="{EAD33521-0648-46CE-B471-54B265E95C75}" destId="{E4A9FB5E-D8A9-43E2-93D8-1C090762A8C9}" srcOrd="1" destOrd="0" parTransId="{E6728F77-4B38-461A-AD68-1F710371ADC2}" sibTransId="{7FEFAEB9-7A5B-4839-BD07-77860EA5962F}"/>
    <dgm:cxn modelId="{96E886A5-6069-4B58-AEDF-BCDEDF2783BA}" srcId="{0C6B09CB-F44E-4285-A8AC-CB915359083B}" destId="{EC4F1ACA-E8FC-4E78-9A20-21EED89DDF79}" srcOrd="2" destOrd="0" parTransId="{0596421B-4132-492B-A05E-778396709667}" sibTransId="{15199DCC-B699-4AB7-AE2A-BC7B012D5EB3}"/>
    <dgm:cxn modelId="{CB5370B1-2C94-4641-A9CD-41759FB2731A}" type="presOf" srcId="{E4A9FB5E-D8A9-43E2-93D8-1C090762A8C9}" destId="{D89AFB0B-6860-4F49-ADEA-F15776F05571}" srcOrd="0" destOrd="0" presId="urn:microsoft.com/office/officeart/2005/8/layout/hList1"/>
    <dgm:cxn modelId="{1F1A6EBE-B524-4850-8F62-921A1D0826F2}" type="presOf" srcId="{B8F05771-701B-4616-97B3-8E814A3FE955}" destId="{4542690E-B4B9-4DB0-91E8-BCD987DF5C28}" srcOrd="0" destOrd="1" presId="urn:microsoft.com/office/officeart/2005/8/layout/hList1"/>
    <dgm:cxn modelId="{F7006AC2-D630-4871-A5D2-DFDC158170BD}" type="presOf" srcId="{EAD33521-0648-46CE-B471-54B265E95C75}" destId="{DF0E98BE-E969-4026-A089-36B18A30445D}" srcOrd="0" destOrd="0" presId="urn:microsoft.com/office/officeart/2005/8/layout/hList1"/>
    <dgm:cxn modelId="{9962ABC5-AB82-4F8F-BDF7-80F2CF804DD9}" srcId="{EAD33521-0648-46CE-B471-54B265E95C75}" destId="{4A725556-1DAA-4FE8-BED9-49BC8E73EDEB}" srcOrd="0" destOrd="0" parTransId="{82F16A3D-FB80-46F7-897A-F48317AC822A}" sibTransId="{50C844EF-CEBB-4C05-8D9A-6675EF15BAC0}"/>
    <dgm:cxn modelId="{F585F8C7-A905-4279-9601-8B55D50BC7AC}" type="presOf" srcId="{6148BACF-AB07-4794-A384-05135B63A81C}" destId="{6989F9B6-73C5-4B9A-9AAA-B6A2DBC033E3}" srcOrd="0" destOrd="0" presId="urn:microsoft.com/office/officeart/2005/8/layout/hList1"/>
    <dgm:cxn modelId="{5E3DDDCD-7E87-480E-B388-687B79D28C51}" srcId="{4A725556-1DAA-4FE8-BED9-49BC8E73EDEB}" destId="{E5D2A97F-AC69-4D6E-9595-7FC7CFAA78F5}" srcOrd="1" destOrd="0" parTransId="{C836F8E2-1932-4014-985E-D8E82ED88800}" sibTransId="{C5105DB7-5CBB-4CF4-A419-0F21DA61E5C6}"/>
    <dgm:cxn modelId="{061EDECE-F08B-4588-9712-81AC7FD263DD}" srcId="{0C6B09CB-F44E-4285-A8AC-CB915359083B}" destId="{C5E23EC3-2596-48E0-8DC4-0CDC5E87124A}" srcOrd="0" destOrd="0" parTransId="{4194D677-C970-4CEE-AAB9-DC33225C82F9}" sibTransId="{220C1D57-4FDD-4CD8-8119-B19A8BB2B2DC}"/>
    <dgm:cxn modelId="{0B60C6E8-541F-4FF4-A300-400F3FF1FD9C}" srcId="{E4A9FB5E-D8A9-43E2-93D8-1C090762A8C9}" destId="{E183ADD3-BFFD-4C88-967F-2E8B3D14E870}" srcOrd="1" destOrd="0" parTransId="{CABE1013-5245-4E9E-9C17-4A40191CC260}" sibTransId="{12731E58-B624-40FA-A4D6-26DA357C8221}"/>
    <dgm:cxn modelId="{C73EC8EC-7B04-456A-ACB6-9BCE3270E560}" type="presOf" srcId="{0C6B09CB-F44E-4285-A8AC-CB915359083B}" destId="{3AE540B8-246B-4F29-A8CB-0D035B6306C2}" srcOrd="0" destOrd="0" presId="urn:microsoft.com/office/officeart/2005/8/layout/hList1"/>
    <dgm:cxn modelId="{13C7704A-95F4-46C3-A231-20A540A2FF10}" type="presParOf" srcId="{DF0E98BE-E969-4026-A089-36B18A30445D}" destId="{B346C5D6-B114-4F9F-A6C7-A5EFBB52DBD5}" srcOrd="0" destOrd="0" presId="urn:microsoft.com/office/officeart/2005/8/layout/hList1"/>
    <dgm:cxn modelId="{A1507223-2D4E-4B4C-ADE3-F3B7E73949DC}" type="presParOf" srcId="{B346C5D6-B114-4F9F-A6C7-A5EFBB52DBD5}" destId="{4E2FFA75-A55F-42DA-9198-C6D14ECDBC6B}" srcOrd="0" destOrd="0" presId="urn:microsoft.com/office/officeart/2005/8/layout/hList1"/>
    <dgm:cxn modelId="{2CBD0AEE-2B60-4A5B-885B-2CF9052F713A}" type="presParOf" srcId="{B346C5D6-B114-4F9F-A6C7-A5EFBB52DBD5}" destId="{6989F9B6-73C5-4B9A-9AAA-B6A2DBC033E3}" srcOrd="1" destOrd="0" presId="urn:microsoft.com/office/officeart/2005/8/layout/hList1"/>
    <dgm:cxn modelId="{C729C89E-E668-44C7-904B-C6A1CCFD37DF}" type="presParOf" srcId="{DF0E98BE-E969-4026-A089-36B18A30445D}" destId="{2417250E-8BEE-4FD4-9CD0-95EA29EE65A6}" srcOrd="1" destOrd="0" presId="urn:microsoft.com/office/officeart/2005/8/layout/hList1"/>
    <dgm:cxn modelId="{486DE6EC-4D31-44F7-AC52-9CA89E2B70E3}" type="presParOf" srcId="{DF0E98BE-E969-4026-A089-36B18A30445D}" destId="{8F03130A-1CB4-499D-A7FB-51F67AE3F6E8}" srcOrd="2" destOrd="0" presId="urn:microsoft.com/office/officeart/2005/8/layout/hList1"/>
    <dgm:cxn modelId="{F544D5A0-357A-4E63-9DA1-F6263BEEF440}" type="presParOf" srcId="{8F03130A-1CB4-499D-A7FB-51F67AE3F6E8}" destId="{D89AFB0B-6860-4F49-ADEA-F15776F05571}" srcOrd="0" destOrd="0" presId="urn:microsoft.com/office/officeart/2005/8/layout/hList1"/>
    <dgm:cxn modelId="{84593D17-2E77-43D9-8386-FE53105743C7}" type="presParOf" srcId="{8F03130A-1CB4-499D-A7FB-51F67AE3F6E8}" destId="{73B8B6B8-82C2-419D-8776-89F41D2C750F}" srcOrd="1" destOrd="0" presId="urn:microsoft.com/office/officeart/2005/8/layout/hList1"/>
    <dgm:cxn modelId="{EEA17CD6-C93A-4BD5-BB1B-5FD15A4368B2}" type="presParOf" srcId="{DF0E98BE-E969-4026-A089-36B18A30445D}" destId="{6F9437D2-EA6E-4E2D-991A-FEEF05A3805B}" srcOrd="3" destOrd="0" presId="urn:microsoft.com/office/officeart/2005/8/layout/hList1"/>
    <dgm:cxn modelId="{9C3E906F-5D07-4D79-8103-486AA1A5750B}" type="presParOf" srcId="{DF0E98BE-E969-4026-A089-36B18A30445D}" destId="{3FA7B687-E72B-40D1-9A76-BE6BB6A944A2}" srcOrd="4" destOrd="0" presId="urn:microsoft.com/office/officeart/2005/8/layout/hList1"/>
    <dgm:cxn modelId="{D244D7AF-EAA0-4D06-B61A-E2EBEE069F1A}" type="presParOf" srcId="{3FA7B687-E72B-40D1-9A76-BE6BB6A944A2}" destId="{3AE540B8-246B-4F29-A8CB-0D035B6306C2}" srcOrd="0" destOrd="0" presId="urn:microsoft.com/office/officeart/2005/8/layout/hList1"/>
    <dgm:cxn modelId="{6FDA04A2-92AB-4B36-8964-D7126CE1A275}" type="presParOf" srcId="{3FA7B687-E72B-40D1-9A76-BE6BB6A944A2}" destId="{4542690E-B4B9-4DB0-91E8-BCD987DF5C2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25FBA5C-3E67-4ADF-BE63-3F1B9FB753C9}" type="doc">
      <dgm:prSet loTypeId="urn:microsoft.com/office/officeart/2005/8/layout/hList1" loCatId="list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39807C6E-833D-4687-BBD5-E2884CCDFD9E}">
      <dgm:prSet/>
      <dgm:spPr/>
      <dgm:t>
        <a:bodyPr/>
        <a:lstStyle/>
        <a:p>
          <a:pPr latinLnBrk="1"/>
          <a:r>
            <a:rPr kumimoji="1" lang="en-US">
              <a:solidFill>
                <a:schemeClr val="tx1"/>
              </a:solidFill>
            </a:rPr>
            <a:t>PC</a:t>
          </a:r>
          <a:r>
            <a:rPr kumimoji="1" lang="ko-KR">
              <a:solidFill>
                <a:schemeClr val="tx1"/>
              </a:solidFill>
            </a:rPr>
            <a:t> 운영체제</a:t>
          </a:r>
          <a:endParaRPr lang="ko-KR">
            <a:solidFill>
              <a:schemeClr val="tx1"/>
            </a:solidFill>
          </a:endParaRPr>
        </a:p>
      </dgm:t>
    </dgm:pt>
    <dgm:pt modelId="{178F57F2-7656-44C2-8DA7-1BD2BACC80AB}" type="parTrans" cxnId="{D782A827-7985-41EE-8E2C-2B1472353EC9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56C31C1A-F82B-4453-BF7B-DF0538C97F8F}" type="sibTrans" cxnId="{D782A827-7985-41EE-8E2C-2B1472353EC9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7FE163C7-519A-42C3-8C9D-AF9B0BE8E9B3}">
      <dgm:prSet/>
      <dgm:spPr/>
      <dgm:t>
        <a:bodyPr/>
        <a:lstStyle/>
        <a:p>
          <a:pPr latinLnBrk="1"/>
          <a:r>
            <a:rPr kumimoji="1" lang="en-US" b="1">
              <a:solidFill>
                <a:schemeClr val="tx1"/>
              </a:solidFill>
            </a:rPr>
            <a:t>DOS, windows, linux, MAC</a:t>
          </a:r>
          <a:endParaRPr lang="ko-KR">
            <a:solidFill>
              <a:schemeClr val="tx1"/>
            </a:solidFill>
          </a:endParaRPr>
        </a:p>
      </dgm:t>
    </dgm:pt>
    <dgm:pt modelId="{60011C82-6FA0-4AE6-83D1-0E010EEDD34F}" type="parTrans" cxnId="{72DDDF47-32C7-421A-A774-67B858C8C97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5539A10A-4A44-44E5-B7D8-04359DDF8312}" type="sibTrans" cxnId="{72DDDF47-32C7-421A-A774-67B858C8C97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9936ECDC-C0C0-42AA-B4BB-EA4A8BE63F91}">
      <dgm:prSet/>
      <dgm:spPr/>
      <dgm:t>
        <a:bodyPr/>
        <a:lstStyle/>
        <a:p>
          <a:pPr latinLnBrk="1"/>
          <a:r>
            <a:rPr kumimoji="1" lang="en-US">
              <a:solidFill>
                <a:schemeClr val="tx1"/>
              </a:solidFill>
            </a:rPr>
            <a:t>server</a:t>
          </a:r>
          <a:r>
            <a:rPr kumimoji="1" lang="ko-KR">
              <a:solidFill>
                <a:schemeClr val="tx1"/>
              </a:solidFill>
            </a:rPr>
            <a:t> 운영체제</a:t>
          </a:r>
          <a:endParaRPr lang="ko-KR">
            <a:solidFill>
              <a:schemeClr val="tx1"/>
            </a:solidFill>
          </a:endParaRPr>
        </a:p>
      </dgm:t>
    </dgm:pt>
    <dgm:pt modelId="{2B7B0551-BE64-4B72-BA7B-D179DAC87FD3}" type="parTrans" cxnId="{EB49B3AD-65E7-456D-8A8E-8BC2FA7E3FBE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C86F9723-FFB4-406E-96C2-021377FB65A8}" type="sibTrans" cxnId="{EB49B3AD-65E7-456D-8A8E-8BC2FA7E3FBE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E77D2C88-B5F5-4D85-85FC-E45199F2D702}">
      <dgm:prSet/>
      <dgm:spPr/>
      <dgm:t>
        <a:bodyPr/>
        <a:lstStyle/>
        <a:p>
          <a:pPr latinLnBrk="1"/>
          <a:r>
            <a:rPr kumimoji="1" lang="en-US" b="1">
              <a:solidFill>
                <a:schemeClr val="tx1"/>
              </a:solidFill>
            </a:rPr>
            <a:t>WindowsNT, Windows Server, Unix, linux</a:t>
          </a:r>
          <a:endParaRPr lang="ko-KR">
            <a:solidFill>
              <a:schemeClr val="tx1"/>
            </a:solidFill>
          </a:endParaRPr>
        </a:p>
      </dgm:t>
    </dgm:pt>
    <dgm:pt modelId="{439DEAF3-E151-4922-BB3E-3A6EC8AA62AB}" type="parTrans" cxnId="{8B1E66EF-434D-41DD-96C0-358A895DCA7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DE0EC303-2AD0-4C63-8D71-C7A6E1A0E3BB}" type="sibTrans" cxnId="{8B1E66EF-434D-41DD-96C0-358A895DCA7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27179ABB-2465-4150-8223-DA5B1C323042}">
      <dgm:prSet/>
      <dgm:spPr/>
      <dgm:t>
        <a:bodyPr/>
        <a:lstStyle/>
        <a:p>
          <a:pPr latinLnBrk="1"/>
          <a:r>
            <a:rPr kumimoji="1" lang="en-US">
              <a:solidFill>
                <a:schemeClr val="tx1"/>
              </a:solidFill>
            </a:rPr>
            <a:t>Mobile </a:t>
          </a:r>
          <a:r>
            <a:rPr kumimoji="1" lang="ko-KR">
              <a:solidFill>
                <a:schemeClr val="tx1"/>
              </a:solidFill>
            </a:rPr>
            <a:t>운영체제</a:t>
          </a:r>
          <a:endParaRPr lang="ko-KR">
            <a:solidFill>
              <a:schemeClr val="tx1"/>
            </a:solidFill>
          </a:endParaRPr>
        </a:p>
      </dgm:t>
    </dgm:pt>
    <dgm:pt modelId="{8E2F7E07-4DE3-4574-91A2-14CC7EA8A454}" type="parTrans" cxnId="{6C7B5B25-4E48-4E9B-A731-E1C27D7A491C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8EEE7C8A-082E-44B4-A07A-C569957B0789}" type="sibTrans" cxnId="{6C7B5B25-4E48-4E9B-A731-E1C27D7A491C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969E390A-9C3F-47EE-8472-62ECAD046C80}">
      <dgm:prSet/>
      <dgm:spPr/>
      <dgm:t>
        <a:bodyPr/>
        <a:lstStyle/>
        <a:p>
          <a:pPr latinLnBrk="1"/>
          <a:r>
            <a:rPr kumimoji="1" lang="en-US" b="1" dirty="0">
              <a:solidFill>
                <a:schemeClr val="tx1"/>
              </a:solidFill>
            </a:rPr>
            <a:t>Android, IOS, </a:t>
          </a:r>
          <a:br>
            <a:rPr kumimoji="1" lang="en-US" b="1" dirty="0">
              <a:solidFill>
                <a:schemeClr val="tx1"/>
              </a:solidFill>
            </a:rPr>
          </a:br>
          <a:r>
            <a:rPr kumimoji="1" lang="en-US" b="1" dirty="0" err="1">
              <a:solidFill>
                <a:schemeClr val="tx1"/>
              </a:solidFill>
            </a:rPr>
            <a:t>WindowsPhone</a:t>
          </a:r>
          <a:r>
            <a:rPr kumimoji="1" lang="en-US" b="1" dirty="0">
              <a:solidFill>
                <a:schemeClr val="tx1"/>
              </a:solidFill>
            </a:rPr>
            <a:t>, </a:t>
          </a:r>
          <a:r>
            <a:rPr kumimoji="1" lang="ko-KR" b="1" dirty="0">
              <a:solidFill>
                <a:schemeClr val="tx1"/>
              </a:solidFill>
            </a:rPr>
            <a:t>블랙베리</a:t>
          </a:r>
          <a:r>
            <a:rPr kumimoji="1" lang="en-US" b="1" dirty="0">
              <a:solidFill>
                <a:schemeClr val="tx1"/>
              </a:solidFill>
            </a:rPr>
            <a:t>, </a:t>
          </a:r>
          <a:r>
            <a:rPr kumimoji="1" lang="ko-KR" b="1" dirty="0">
              <a:solidFill>
                <a:schemeClr val="tx1"/>
              </a:solidFill>
            </a:rPr>
            <a:t>바다</a:t>
          </a:r>
          <a:r>
            <a:rPr kumimoji="1" lang="en-US" b="1" dirty="0">
              <a:solidFill>
                <a:schemeClr val="tx1"/>
              </a:solidFill>
            </a:rPr>
            <a:t>, </a:t>
          </a:r>
          <a:r>
            <a:rPr kumimoji="1" lang="ko-KR" b="1" dirty="0" err="1">
              <a:solidFill>
                <a:schemeClr val="tx1"/>
              </a:solidFill>
            </a:rPr>
            <a:t>심비안</a:t>
          </a:r>
          <a:endParaRPr lang="ko-KR" dirty="0">
            <a:solidFill>
              <a:schemeClr val="tx1"/>
            </a:solidFill>
          </a:endParaRPr>
        </a:p>
      </dgm:t>
    </dgm:pt>
    <dgm:pt modelId="{6F378F76-4CA5-4F5B-B2DF-36475DDA72B5}" type="parTrans" cxnId="{EA2C495A-FF00-4326-A538-7C7887EA8821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DF4D4CD0-A845-403C-AFBB-31DE125CA31B}" type="sibTrans" cxnId="{EA2C495A-FF00-4326-A538-7C7887EA8821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D341D302-D3BA-4B75-A82C-95417DA14653}" type="pres">
      <dgm:prSet presAssocID="{125FBA5C-3E67-4ADF-BE63-3F1B9FB753C9}" presName="Name0" presStyleCnt="0">
        <dgm:presLayoutVars>
          <dgm:dir/>
          <dgm:animLvl val="lvl"/>
          <dgm:resizeHandles val="exact"/>
        </dgm:presLayoutVars>
      </dgm:prSet>
      <dgm:spPr/>
    </dgm:pt>
    <dgm:pt modelId="{26BB41B1-6B49-42B8-862F-7AB4AF13A556}" type="pres">
      <dgm:prSet presAssocID="{39807C6E-833D-4687-BBD5-E2884CCDFD9E}" presName="composite" presStyleCnt="0"/>
      <dgm:spPr/>
    </dgm:pt>
    <dgm:pt modelId="{D4FE2AE7-B1C3-4608-9C78-E6933F179758}" type="pres">
      <dgm:prSet presAssocID="{39807C6E-833D-4687-BBD5-E2884CCDFD9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4D76889-E857-4427-9F03-1A679952BC77}" type="pres">
      <dgm:prSet presAssocID="{39807C6E-833D-4687-BBD5-E2884CCDFD9E}" presName="desTx" presStyleLbl="alignAccFollowNode1" presStyleIdx="0" presStyleCnt="3">
        <dgm:presLayoutVars>
          <dgm:bulletEnabled val="1"/>
        </dgm:presLayoutVars>
      </dgm:prSet>
      <dgm:spPr/>
    </dgm:pt>
    <dgm:pt modelId="{17A962CA-AF2B-47F4-BE18-2EA630AFB31C}" type="pres">
      <dgm:prSet presAssocID="{56C31C1A-F82B-4453-BF7B-DF0538C97F8F}" presName="space" presStyleCnt="0"/>
      <dgm:spPr/>
    </dgm:pt>
    <dgm:pt modelId="{7AEC9226-718E-4CC6-A733-58AE41E350F8}" type="pres">
      <dgm:prSet presAssocID="{9936ECDC-C0C0-42AA-B4BB-EA4A8BE63F91}" presName="composite" presStyleCnt="0"/>
      <dgm:spPr/>
    </dgm:pt>
    <dgm:pt modelId="{670588FD-AB78-4CF3-B738-A5A250EB5DE2}" type="pres">
      <dgm:prSet presAssocID="{9936ECDC-C0C0-42AA-B4BB-EA4A8BE63F9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A69628D-3EE0-4E82-B74F-FD98353113D3}" type="pres">
      <dgm:prSet presAssocID="{9936ECDC-C0C0-42AA-B4BB-EA4A8BE63F91}" presName="desTx" presStyleLbl="alignAccFollowNode1" presStyleIdx="1" presStyleCnt="3">
        <dgm:presLayoutVars>
          <dgm:bulletEnabled val="1"/>
        </dgm:presLayoutVars>
      </dgm:prSet>
      <dgm:spPr/>
    </dgm:pt>
    <dgm:pt modelId="{AC316F1A-7381-417C-BD70-C6E0E9295568}" type="pres">
      <dgm:prSet presAssocID="{C86F9723-FFB4-406E-96C2-021377FB65A8}" presName="space" presStyleCnt="0"/>
      <dgm:spPr/>
    </dgm:pt>
    <dgm:pt modelId="{1DFB92C7-075A-4BB4-834E-A06D6CABBF98}" type="pres">
      <dgm:prSet presAssocID="{27179ABB-2465-4150-8223-DA5B1C323042}" presName="composite" presStyleCnt="0"/>
      <dgm:spPr/>
    </dgm:pt>
    <dgm:pt modelId="{A853B291-C75D-4E69-B3B4-2B8CEED11559}" type="pres">
      <dgm:prSet presAssocID="{27179ABB-2465-4150-8223-DA5B1C32304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C988FC4-7D3E-4769-938F-2A034D06A304}" type="pres">
      <dgm:prSet presAssocID="{27179ABB-2465-4150-8223-DA5B1C32304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A9EA40F-9007-4235-A2F0-78B08D071722}" type="presOf" srcId="{39807C6E-833D-4687-BBD5-E2884CCDFD9E}" destId="{D4FE2AE7-B1C3-4608-9C78-E6933F179758}" srcOrd="0" destOrd="0" presId="urn:microsoft.com/office/officeart/2005/8/layout/hList1"/>
    <dgm:cxn modelId="{6C7B5B25-4E48-4E9B-A731-E1C27D7A491C}" srcId="{125FBA5C-3E67-4ADF-BE63-3F1B9FB753C9}" destId="{27179ABB-2465-4150-8223-DA5B1C323042}" srcOrd="2" destOrd="0" parTransId="{8E2F7E07-4DE3-4574-91A2-14CC7EA8A454}" sibTransId="{8EEE7C8A-082E-44B4-A07A-C569957B0789}"/>
    <dgm:cxn modelId="{D782A827-7985-41EE-8E2C-2B1472353EC9}" srcId="{125FBA5C-3E67-4ADF-BE63-3F1B9FB753C9}" destId="{39807C6E-833D-4687-BBD5-E2884CCDFD9E}" srcOrd="0" destOrd="0" parTransId="{178F57F2-7656-44C2-8DA7-1BD2BACC80AB}" sibTransId="{56C31C1A-F82B-4453-BF7B-DF0538C97F8F}"/>
    <dgm:cxn modelId="{77AABA31-E357-4AE2-AB0B-2D977B4C494F}" type="presOf" srcId="{E77D2C88-B5F5-4D85-85FC-E45199F2D702}" destId="{0A69628D-3EE0-4E82-B74F-FD98353113D3}" srcOrd="0" destOrd="0" presId="urn:microsoft.com/office/officeart/2005/8/layout/hList1"/>
    <dgm:cxn modelId="{84877C47-3349-4B77-8A97-535DE85A1746}" type="presOf" srcId="{27179ABB-2465-4150-8223-DA5B1C323042}" destId="{A853B291-C75D-4E69-B3B4-2B8CEED11559}" srcOrd="0" destOrd="0" presId="urn:microsoft.com/office/officeart/2005/8/layout/hList1"/>
    <dgm:cxn modelId="{72DDDF47-32C7-421A-A774-67B858C8C97B}" srcId="{39807C6E-833D-4687-BBD5-E2884CCDFD9E}" destId="{7FE163C7-519A-42C3-8C9D-AF9B0BE8E9B3}" srcOrd="0" destOrd="0" parTransId="{60011C82-6FA0-4AE6-83D1-0E010EEDD34F}" sibTransId="{5539A10A-4A44-44E5-B7D8-04359DDF8312}"/>
    <dgm:cxn modelId="{EA2C495A-FF00-4326-A538-7C7887EA8821}" srcId="{27179ABB-2465-4150-8223-DA5B1C323042}" destId="{969E390A-9C3F-47EE-8472-62ECAD046C80}" srcOrd="0" destOrd="0" parTransId="{6F378F76-4CA5-4F5B-B2DF-36475DDA72B5}" sibTransId="{DF4D4CD0-A845-403C-AFBB-31DE125CA31B}"/>
    <dgm:cxn modelId="{18BE27A7-1F80-4065-8A09-9BF62CCDDA4C}" type="presOf" srcId="{125FBA5C-3E67-4ADF-BE63-3F1B9FB753C9}" destId="{D341D302-D3BA-4B75-A82C-95417DA14653}" srcOrd="0" destOrd="0" presId="urn:microsoft.com/office/officeart/2005/8/layout/hList1"/>
    <dgm:cxn modelId="{25CF1CA9-6FF3-437B-B7AE-AACEF1111EDD}" type="presOf" srcId="{7FE163C7-519A-42C3-8C9D-AF9B0BE8E9B3}" destId="{A4D76889-E857-4427-9F03-1A679952BC77}" srcOrd="0" destOrd="0" presId="urn:microsoft.com/office/officeart/2005/8/layout/hList1"/>
    <dgm:cxn modelId="{EB49B3AD-65E7-456D-8A8E-8BC2FA7E3FBE}" srcId="{125FBA5C-3E67-4ADF-BE63-3F1B9FB753C9}" destId="{9936ECDC-C0C0-42AA-B4BB-EA4A8BE63F91}" srcOrd="1" destOrd="0" parTransId="{2B7B0551-BE64-4B72-BA7B-D179DAC87FD3}" sibTransId="{C86F9723-FFB4-406E-96C2-021377FB65A8}"/>
    <dgm:cxn modelId="{01DE8AB4-F350-4FDE-819D-DC6D27B7254C}" type="presOf" srcId="{9936ECDC-C0C0-42AA-B4BB-EA4A8BE63F91}" destId="{670588FD-AB78-4CF3-B738-A5A250EB5DE2}" srcOrd="0" destOrd="0" presId="urn:microsoft.com/office/officeart/2005/8/layout/hList1"/>
    <dgm:cxn modelId="{5D4300DA-5F1E-4F58-970C-E4C6FEE1E7D2}" type="presOf" srcId="{969E390A-9C3F-47EE-8472-62ECAD046C80}" destId="{6C988FC4-7D3E-4769-938F-2A034D06A304}" srcOrd="0" destOrd="0" presId="urn:microsoft.com/office/officeart/2005/8/layout/hList1"/>
    <dgm:cxn modelId="{8B1E66EF-434D-41DD-96C0-358A895DCA77}" srcId="{9936ECDC-C0C0-42AA-B4BB-EA4A8BE63F91}" destId="{E77D2C88-B5F5-4D85-85FC-E45199F2D702}" srcOrd="0" destOrd="0" parTransId="{439DEAF3-E151-4922-BB3E-3A6EC8AA62AB}" sibTransId="{DE0EC303-2AD0-4C63-8D71-C7A6E1A0E3BB}"/>
    <dgm:cxn modelId="{6E4563BB-5958-4C33-B78C-B90515849DA3}" type="presParOf" srcId="{D341D302-D3BA-4B75-A82C-95417DA14653}" destId="{26BB41B1-6B49-42B8-862F-7AB4AF13A556}" srcOrd="0" destOrd="0" presId="urn:microsoft.com/office/officeart/2005/8/layout/hList1"/>
    <dgm:cxn modelId="{7515C3BD-A071-4BEC-AB25-3569926A79BE}" type="presParOf" srcId="{26BB41B1-6B49-42B8-862F-7AB4AF13A556}" destId="{D4FE2AE7-B1C3-4608-9C78-E6933F179758}" srcOrd="0" destOrd="0" presId="urn:microsoft.com/office/officeart/2005/8/layout/hList1"/>
    <dgm:cxn modelId="{C2384DDB-ADEF-4334-9EDE-FA77B039B142}" type="presParOf" srcId="{26BB41B1-6B49-42B8-862F-7AB4AF13A556}" destId="{A4D76889-E857-4427-9F03-1A679952BC77}" srcOrd="1" destOrd="0" presId="urn:microsoft.com/office/officeart/2005/8/layout/hList1"/>
    <dgm:cxn modelId="{4F701455-692C-465D-83FC-3219C9E23313}" type="presParOf" srcId="{D341D302-D3BA-4B75-A82C-95417DA14653}" destId="{17A962CA-AF2B-47F4-BE18-2EA630AFB31C}" srcOrd="1" destOrd="0" presId="urn:microsoft.com/office/officeart/2005/8/layout/hList1"/>
    <dgm:cxn modelId="{2891514F-31E8-4F44-9E27-6168E14A2AC4}" type="presParOf" srcId="{D341D302-D3BA-4B75-A82C-95417DA14653}" destId="{7AEC9226-718E-4CC6-A733-58AE41E350F8}" srcOrd="2" destOrd="0" presId="urn:microsoft.com/office/officeart/2005/8/layout/hList1"/>
    <dgm:cxn modelId="{21AB22F9-FF12-4A68-9073-927F5864FFDE}" type="presParOf" srcId="{7AEC9226-718E-4CC6-A733-58AE41E350F8}" destId="{670588FD-AB78-4CF3-B738-A5A250EB5DE2}" srcOrd="0" destOrd="0" presId="urn:microsoft.com/office/officeart/2005/8/layout/hList1"/>
    <dgm:cxn modelId="{A38D8AD2-CCFA-4491-943E-3DF4D01DB7BE}" type="presParOf" srcId="{7AEC9226-718E-4CC6-A733-58AE41E350F8}" destId="{0A69628D-3EE0-4E82-B74F-FD98353113D3}" srcOrd="1" destOrd="0" presId="urn:microsoft.com/office/officeart/2005/8/layout/hList1"/>
    <dgm:cxn modelId="{11A0A21F-026C-465C-B62C-09AAFCFAAE3D}" type="presParOf" srcId="{D341D302-D3BA-4B75-A82C-95417DA14653}" destId="{AC316F1A-7381-417C-BD70-C6E0E9295568}" srcOrd="3" destOrd="0" presId="urn:microsoft.com/office/officeart/2005/8/layout/hList1"/>
    <dgm:cxn modelId="{91AB053C-C2CD-4FD6-8BA9-6A1D3FBB3407}" type="presParOf" srcId="{D341D302-D3BA-4B75-A82C-95417DA14653}" destId="{1DFB92C7-075A-4BB4-834E-A06D6CABBF98}" srcOrd="4" destOrd="0" presId="urn:microsoft.com/office/officeart/2005/8/layout/hList1"/>
    <dgm:cxn modelId="{38631EF6-E567-41F2-A6AD-11B45B469488}" type="presParOf" srcId="{1DFB92C7-075A-4BB4-834E-A06D6CABBF98}" destId="{A853B291-C75D-4E69-B3B4-2B8CEED11559}" srcOrd="0" destOrd="0" presId="urn:microsoft.com/office/officeart/2005/8/layout/hList1"/>
    <dgm:cxn modelId="{D2225646-43A1-499F-BDD1-E3FBFEB903D7}" type="presParOf" srcId="{1DFB92C7-075A-4BB4-834E-A06D6CABBF98}" destId="{6C988FC4-7D3E-4769-938F-2A034D06A30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2201D62-8BF3-4A8B-B305-498B7C94E1B5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3C9003E-C370-4DCF-8FC5-FEEBC7D1D141}">
      <dgm:prSet/>
      <dgm:spPr/>
      <dgm:t>
        <a:bodyPr/>
        <a:lstStyle/>
        <a:p>
          <a:pPr latinLnBrk="1"/>
          <a:r>
            <a:rPr kumimoji="1" lang="en-US" dirty="0"/>
            <a:t>python </a:t>
          </a:r>
          <a:endParaRPr lang="ko-KR" dirty="0"/>
        </a:p>
      </dgm:t>
    </dgm:pt>
    <dgm:pt modelId="{F500F481-163D-42E4-A6FF-A8C5B4F7C1D6}" type="parTrans" cxnId="{29DFAD4F-3FCA-4C6A-8842-9245A19E41B7}">
      <dgm:prSet/>
      <dgm:spPr/>
      <dgm:t>
        <a:bodyPr/>
        <a:lstStyle/>
        <a:p>
          <a:pPr latinLnBrk="1"/>
          <a:endParaRPr lang="ko-KR" altLang="en-US"/>
        </a:p>
      </dgm:t>
    </dgm:pt>
    <dgm:pt modelId="{4447B371-B058-46C1-9B9A-E2CF107BAC94}" type="sibTrans" cxnId="{29DFAD4F-3FCA-4C6A-8842-9245A19E41B7}">
      <dgm:prSet/>
      <dgm:spPr/>
      <dgm:t>
        <a:bodyPr/>
        <a:lstStyle/>
        <a:p>
          <a:pPr latinLnBrk="1"/>
          <a:endParaRPr lang="ko-KR" altLang="en-US"/>
        </a:p>
      </dgm:t>
    </dgm:pt>
    <dgm:pt modelId="{642B17A3-F142-4B4E-99FB-36F3C872F8AF}">
      <dgm:prSet/>
      <dgm:spPr/>
      <dgm:t>
        <a:bodyPr/>
        <a:lstStyle/>
        <a:p>
          <a:pPr latinLnBrk="1"/>
          <a:r>
            <a:rPr kumimoji="1" lang="en-US" dirty="0"/>
            <a:t>C ++</a:t>
          </a:r>
          <a:endParaRPr lang="ko-KR" dirty="0"/>
        </a:p>
      </dgm:t>
    </dgm:pt>
    <dgm:pt modelId="{2BAE2941-A266-41B5-B607-C738C8AF0BBD}" type="parTrans" cxnId="{12959A87-94BE-4A50-9D41-BD53DE66E658}">
      <dgm:prSet/>
      <dgm:spPr/>
      <dgm:t>
        <a:bodyPr/>
        <a:lstStyle/>
        <a:p>
          <a:pPr latinLnBrk="1"/>
          <a:endParaRPr lang="ko-KR" altLang="en-US"/>
        </a:p>
      </dgm:t>
    </dgm:pt>
    <dgm:pt modelId="{96CF2D40-8884-481F-B1A0-9060C6E14910}" type="sibTrans" cxnId="{12959A87-94BE-4A50-9D41-BD53DE66E658}">
      <dgm:prSet/>
      <dgm:spPr/>
      <dgm:t>
        <a:bodyPr/>
        <a:lstStyle/>
        <a:p>
          <a:pPr latinLnBrk="1"/>
          <a:endParaRPr lang="ko-KR" altLang="en-US"/>
        </a:p>
      </dgm:t>
    </dgm:pt>
    <dgm:pt modelId="{7C7591F8-504C-41ED-BECB-E3B3DB79D8E0}">
      <dgm:prSet/>
      <dgm:spPr/>
      <dgm:t>
        <a:bodyPr/>
        <a:lstStyle/>
        <a:p>
          <a:pPr latinLnBrk="1"/>
          <a:r>
            <a:rPr kumimoji="1" lang="en-US" dirty="0"/>
            <a:t>C</a:t>
          </a:r>
          <a:endParaRPr lang="ko-KR" dirty="0"/>
        </a:p>
      </dgm:t>
    </dgm:pt>
    <dgm:pt modelId="{99F24422-7586-4F9A-8962-AEEE52161CD8}" type="parTrans" cxnId="{57A38440-9879-4B91-92C2-5CC3CA89188D}">
      <dgm:prSet/>
      <dgm:spPr/>
      <dgm:t>
        <a:bodyPr/>
        <a:lstStyle/>
        <a:p>
          <a:pPr latinLnBrk="1"/>
          <a:endParaRPr lang="ko-KR" altLang="en-US"/>
        </a:p>
      </dgm:t>
    </dgm:pt>
    <dgm:pt modelId="{99BC56EC-21BB-424C-A8B4-F76D1E3DEB29}" type="sibTrans" cxnId="{57A38440-9879-4B91-92C2-5CC3CA89188D}">
      <dgm:prSet/>
      <dgm:spPr/>
      <dgm:t>
        <a:bodyPr/>
        <a:lstStyle/>
        <a:p>
          <a:pPr latinLnBrk="1"/>
          <a:endParaRPr lang="ko-KR" altLang="en-US"/>
        </a:p>
      </dgm:t>
    </dgm:pt>
    <dgm:pt modelId="{05C48E2B-7393-48C7-9443-F8B62F664427}">
      <dgm:prSet/>
      <dgm:spPr/>
      <dgm:t>
        <a:bodyPr/>
        <a:lstStyle/>
        <a:p>
          <a:pPr latinLnBrk="1"/>
          <a:r>
            <a:rPr kumimoji="1" lang="en-US" dirty="0"/>
            <a:t>java</a:t>
          </a:r>
          <a:endParaRPr lang="ko-KR" dirty="0"/>
        </a:p>
      </dgm:t>
    </dgm:pt>
    <dgm:pt modelId="{4AA963AA-3EDA-42CB-9EEF-1DBC2B058DF6}" type="parTrans" cxnId="{116C8469-DEAA-4267-BBD0-3DEE2CB5FFB1}">
      <dgm:prSet/>
      <dgm:spPr/>
      <dgm:t>
        <a:bodyPr/>
        <a:lstStyle/>
        <a:p>
          <a:pPr latinLnBrk="1"/>
          <a:endParaRPr lang="ko-KR" altLang="en-US"/>
        </a:p>
      </dgm:t>
    </dgm:pt>
    <dgm:pt modelId="{44EDFD08-72B9-4575-83AD-D85D66A7FB6D}" type="sibTrans" cxnId="{116C8469-DEAA-4267-BBD0-3DEE2CB5FFB1}">
      <dgm:prSet/>
      <dgm:spPr/>
      <dgm:t>
        <a:bodyPr/>
        <a:lstStyle/>
        <a:p>
          <a:pPr latinLnBrk="1"/>
          <a:endParaRPr lang="ko-KR" altLang="en-US"/>
        </a:p>
      </dgm:t>
    </dgm:pt>
    <dgm:pt modelId="{BC1F9CE4-A648-4974-928E-29350CA8E9AB}">
      <dgm:prSet/>
      <dgm:spPr/>
      <dgm:t>
        <a:bodyPr/>
        <a:lstStyle/>
        <a:p>
          <a:pPr latinLnBrk="1"/>
          <a:r>
            <a:rPr kumimoji="1" lang="en-US" dirty="0" err="1"/>
            <a:t>c#</a:t>
          </a:r>
          <a:endParaRPr lang="ko-KR" dirty="0"/>
        </a:p>
      </dgm:t>
    </dgm:pt>
    <dgm:pt modelId="{E798C20D-9E3C-4BBB-8618-AD0D3B293641}" type="parTrans" cxnId="{2202E386-6198-4482-86F5-FE040C91DF30}">
      <dgm:prSet/>
      <dgm:spPr/>
      <dgm:t>
        <a:bodyPr/>
        <a:lstStyle/>
        <a:p>
          <a:pPr latinLnBrk="1"/>
          <a:endParaRPr lang="ko-KR" altLang="en-US"/>
        </a:p>
      </dgm:t>
    </dgm:pt>
    <dgm:pt modelId="{683A0BE5-0C7F-47D9-9E11-7CE75EE536B6}" type="sibTrans" cxnId="{2202E386-6198-4482-86F5-FE040C91DF30}">
      <dgm:prSet/>
      <dgm:spPr/>
      <dgm:t>
        <a:bodyPr/>
        <a:lstStyle/>
        <a:p>
          <a:pPr latinLnBrk="1"/>
          <a:endParaRPr lang="ko-KR" altLang="en-US"/>
        </a:p>
      </dgm:t>
    </dgm:pt>
    <dgm:pt modelId="{0659C078-6FF5-4227-8D91-773AC4D6CD3C}">
      <dgm:prSet/>
      <dgm:spPr/>
      <dgm:t>
        <a:bodyPr/>
        <a:lstStyle/>
        <a:p>
          <a:pPr latinLnBrk="1"/>
          <a:r>
            <a:rPr kumimoji="1" lang="en-US" dirty="0"/>
            <a:t>JavaScript</a:t>
          </a:r>
          <a:endParaRPr lang="ko-KR" dirty="0"/>
        </a:p>
      </dgm:t>
    </dgm:pt>
    <dgm:pt modelId="{2176A135-66B8-4E47-BBF7-B168980C789D}" type="parTrans" cxnId="{04E6323E-03EF-471B-9E54-EC26E03F0411}">
      <dgm:prSet/>
      <dgm:spPr/>
      <dgm:t>
        <a:bodyPr/>
        <a:lstStyle/>
        <a:p>
          <a:pPr latinLnBrk="1"/>
          <a:endParaRPr lang="ko-KR" altLang="en-US"/>
        </a:p>
      </dgm:t>
    </dgm:pt>
    <dgm:pt modelId="{A2E70C8E-6885-4066-A390-4440975CB3C4}" type="sibTrans" cxnId="{04E6323E-03EF-471B-9E54-EC26E03F0411}">
      <dgm:prSet/>
      <dgm:spPr/>
      <dgm:t>
        <a:bodyPr/>
        <a:lstStyle/>
        <a:p>
          <a:pPr latinLnBrk="1"/>
          <a:endParaRPr lang="ko-KR" altLang="en-US"/>
        </a:p>
      </dgm:t>
    </dgm:pt>
    <dgm:pt modelId="{AAD6584F-F131-472E-BCA6-64136C5742B9}">
      <dgm:prSet/>
      <dgm:spPr/>
      <dgm:t>
        <a:bodyPr/>
        <a:lstStyle/>
        <a:p>
          <a:pPr latinLnBrk="1"/>
          <a:r>
            <a:rPr kumimoji="1" lang="en-US" dirty="0"/>
            <a:t>go</a:t>
          </a:r>
          <a:endParaRPr lang="ko-KR" dirty="0"/>
        </a:p>
      </dgm:t>
    </dgm:pt>
    <dgm:pt modelId="{18F26B1D-AB98-485A-8F48-38604109A5B9}" type="parTrans" cxnId="{4E31A11A-FF27-41AD-9988-6E2390085ADC}">
      <dgm:prSet/>
      <dgm:spPr/>
      <dgm:t>
        <a:bodyPr/>
        <a:lstStyle/>
        <a:p>
          <a:pPr latinLnBrk="1"/>
          <a:endParaRPr lang="ko-KR" altLang="en-US"/>
        </a:p>
      </dgm:t>
    </dgm:pt>
    <dgm:pt modelId="{EE051D55-8902-4FC6-A52F-EBF218B78346}" type="sibTrans" cxnId="{4E31A11A-FF27-41AD-9988-6E2390085ADC}">
      <dgm:prSet/>
      <dgm:spPr/>
      <dgm:t>
        <a:bodyPr/>
        <a:lstStyle/>
        <a:p>
          <a:pPr latinLnBrk="1"/>
          <a:endParaRPr lang="ko-KR" altLang="en-US"/>
        </a:p>
      </dgm:t>
    </dgm:pt>
    <dgm:pt modelId="{2DEC6A93-16D1-46ED-AE33-20E435CDD53B}">
      <dgm:prSet/>
      <dgm:spPr/>
      <dgm:t>
        <a:bodyPr/>
        <a:lstStyle/>
        <a:p>
          <a:pPr latinLnBrk="1"/>
          <a:r>
            <a:rPr kumimoji="1" lang="en-US" dirty="0"/>
            <a:t>SQL</a:t>
          </a:r>
          <a:endParaRPr lang="ko-KR" dirty="0"/>
        </a:p>
      </dgm:t>
    </dgm:pt>
    <dgm:pt modelId="{FB52E88F-6F94-40E4-8EFE-AB21787B9946}" type="parTrans" cxnId="{D8C1745E-14CE-4696-AA67-1E64A2F0EF16}">
      <dgm:prSet/>
      <dgm:spPr/>
      <dgm:t>
        <a:bodyPr/>
        <a:lstStyle/>
        <a:p>
          <a:pPr latinLnBrk="1"/>
          <a:endParaRPr lang="ko-KR" altLang="en-US"/>
        </a:p>
      </dgm:t>
    </dgm:pt>
    <dgm:pt modelId="{4A03A03F-2888-4258-A649-A1EEAF4CB265}" type="sibTrans" cxnId="{D8C1745E-14CE-4696-AA67-1E64A2F0EF16}">
      <dgm:prSet/>
      <dgm:spPr/>
      <dgm:t>
        <a:bodyPr/>
        <a:lstStyle/>
        <a:p>
          <a:pPr latinLnBrk="1"/>
          <a:endParaRPr lang="ko-KR" altLang="en-US"/>
        </a:p>
      </dgm:t>
    </dgm:pt>
    <dgm:pt modelId="{63051186-FE4A-4D8D-8BB4-494522C8B0C2}">
      <dgm:prSet/>
      <dgm:spPr/>
      <dgm:t>
        <a:bodyPr/>
        <a:lstStyle/>
        <a:p>
          <a:pPr latinLnBrk="1"/>
          <a:r>
            <a:rPr kumimoji="1" lang="en-US" dirty="0"/>
            <a:t>Swift </a:t>
          </a:r>
          <a:endParaRPr lang="ko-KR" dirty="0"/>
        </a:p>
      </dgm:t>
    </dgm:pt>
    <dgm:pt modelId="{99383FEC-3C24-43A4-AA4B-DC6F23A328A0}" type="parTrans" cxnId="{511EAFE0-1914-42EC-81B9-E31628632F77}">
      <dgm:prSet/>
      <dgm:spPr/>
      <dgm:t>
        <a:bodyPr/>
        <a:lstStyle/>
        <a:p>
          <a:pPr latinLnBrk="1"/>
          <a:endParaRPr lang="ko-KR" altLang="en-US"/>
        </a:p>
      </dgm:t>
    </dgm:pt>
    <dgm:pt modelId="{5CF796C0-95BF-425C-A6D8-41A169B7F5AA}" type="sibTrans" cxnId="{511EAFE0-1914-42EC-81B9-E31628632F77}">
      <dgm:prSet/>
      <dgm:spPr/>
      <dgm:t>
        <a:bodyPr/>
        <a:lstStyle/>
        <a:p>
          <a:pPr latinLnBrk="1"/>
          <a:endParaRPr lang="ko-KR" altLang="en-US"/>
        </a:p>
      </dgm:t>
    </dgm:pt>
    <dgm:pt modelId="{CC859347-0999-4AD0-914E-5F6A7A1692AB}">
      <dgm:prSet/>
      <dgm:spPr/>
      <dgm:t>
        <a:bodyPr/>
        <a:lstStyle/>
        <a:p>
          <a:pPr latinLnBrk="1"/>
          <a:r>
            <a:rPr kumimoji="1" lang="en-US" dirty="0"/>
            <a:t>Kotlin</a:t>
          </a:r>
          <a:endParaRPr lang="ko-KR" dirty="0"/>
        </a:p>
      </dgm:t>
    </dgm:pt>
    <dgm:pt modelId="{F1E71B0D-6E0A-4ADC-AD19-ED399528BD5E}" type="parTrans" cxnId="{BD66E750-5E0D-423D-AED7-EA1F913CF0DA}">
      <dgm:prSet/>
      <dgm:spPr/>
      <dgm:t>
        <a:bodyPr/>
        <a:lstStyle/>
        <a:p>
          <a:pPr latinLnBrk="1"/>
          <a:endParaRPr lang="ko-KR" altLang="en-US"/>
        </a:p>
      </dgm:t>
    </dgm:pt>
    <dgm:pt modelId="{5FE09A01-AE89-40B5-B41A-9113ABF425CB}" type="sibTrans" cxnId="{BD66E750-5E0D-423D-AED7-EA1F913CF0DA}">
      <dgm:prSet/>
      <dgm:spPr/>
      <dgm:t>
        <a:bodyPr/>
        <a:lstStyle/>
        <a:p>
          <a:pPr latinLnBrk="1"/>
          <a:endParaRPr lang="ko-KR" altLang="en-US"/>
        </a:p>
      </dgm:t>
    </dgm:pt>
    <dgm:pt modelId="{9BCDF24F-536A-4091-8BFA-5C61F18ACC23}">
      <dgm:prSet/>
      <dgm:spPr/>
      <dgm:t>
        <a:bodyPr/>
        <a:lstStyle/>
        <a:p>
          <a:pPr latinLnBrk="1"/>
          <a:r>
            <a:rPr lang="ko-KR" altLang="en-US" b="0" i="0" dirty="0"/>
            <a:t>데이터 분석</a:t>
          </a:r>
          <a:endParaRPr lang="ko-KR" dirty="0"/>
        </a:p>
      </dgm:t>
    </dgm:pt>
    <dgm:pt modelId="{52723B0B-4C5C-4C66-9C71-C759968FCDEC}" type="parTrans" cxnId="{C0407F20-3ACF-4897-AF8B-01D5E42954C1}">
      <dgm:prSet/>
      <dgm:spPr/>
      <dgm:t>
        <a:bodyPr/>
        <a:lstStyle/>
        <a:p>
          <a:pPr latinLnBrk="1"/>
          <a:endParaRPr lang="ko-KR" altLang="en-US"/>
        </a:p>
      </dgm:t>
    </dgm:pt>
    <dgm:pt modelId="{FE902D9B-419B-4835-85A7-3E973FC91645}" type="sibTrans" cxnId="{C0407F20-3ACF-4897-AF8B-01D5E42954C1}">
      <dgm:prSet/>
      <dgm:spPr/>
      <dgm:t>
        <a:bodyPr/>
        <a:lstStyle/>
        <a:p>
          <a:pPr latinLnBrk="1"/>
          <a:endParaRPr lang="ko-KR" altLang="en-US"/>
        </a:p>
      </dgm:t>
    </dgm:pt>
    <dgm:pt modelId="{8A83904C-3B18-4CB7-8016-CA35A8BF3EC2}">
      <dgm:prSet/>
      <dgm:spPr/>
      <dgm:t>
        <a:bodyPr/>
        <a:lstStyle/>
        <a:p>
          <a:pPr latinLnBrk="1"/>
          <a:r>
            <a:rPr lang="ko-KR" altLang="en-US" b="0" i="0" dirty="0"/>
            <a:t>시스템 소프트웨어</a:t>
          </a:r>
          <a:endParaRPr lang="ko-KR" dirty="0"/>
        </a:p>
      </dgm:t>
    </dgm:pt>
    <dgm:pt modelId="{D58F9161-07EA-489E-B8D9-32B54512CEA9}" type="parTrans" cxnId="{E6DDF3D9-A355-4EEE-879A-D04025FA20F4}">
      <dgm:prSet/>
      <dgm:spPr/>
      <dgm:t>
        <a:bodyPr/>
        <a:lstStyle/>
        <a:p>
          <a:pPr latinLnBrk="1"/>
          <a:endParaRPr lang="ko-KR" altLang="en-US"/>
        </a:p>
      </dgm:t>
    </dgm:pt>
    <dgm:pt modelId="{F5C187D0-6D3B-4320-991B-82549A5F3A21}" type="sibTrans" cxnId="{E6DDF3D9-A355-4EEE-879A-D04025FA20F4}">
      <dgm:prSet/>
      <dgm:spPr/>
      <dgm:t>
        <a:bodyPr/>
        <a:lstStyle/>
        <a:p>
          <a:pPr latinLnBrk="1"/>
          <a:endParaRPr lang="ko-KR" altLang="en-US"/>
        </a:p>
      </dgm:t>
    </dgm:pt>
    <dgm:pt modelId="{CD867434-41BE-467F-8651-284856CE8344}">
      <dgm:prSet/>
      <dgm:spPr/>
      <dgm:t>
        <a:bodyPr/>
        <a:lstStyle/>
        <a:p>
          <a:pPr latinLnBrk="1"/>
          <a:r>
            <a:rPr lang="ko-KR" altLang="en-US" dirty="0"/>
            <a:t>하드웨어 제어</a:t>
          </a:r>
          <a:endParaRPr lang="ko-KR" dirty="0"/>
        </a:p>
      </dgm:t>
    </dgm:pt>
    <dgm:pt modelId="{1DD02019-B4E5-4EED-8658-BE44EE60218D}" type="parTrans" cxnId="{626E8987-270C-4368-87D0-A8461E248B2B}">
      <dgm:prSet/>
      <dgm:spPr/>
      <dgm:t>
        <a:bodyPr/>
        <a:lstStyle/>
        <a:p>
          <a:pPr latinLnBrk="1"/>
          <a:endParaRPr lang="ko-KR" altLang="en-US"/>
        </a:p>
      </dgm:t>
    </dgm:pt>
    <dgm:pt modelId="{9623D21E-9264-4642-816E-4640F6B2EB37}" type="sibTrans" cxnId="{626E8987-270C-4368-87D0-A8461E248B2B}">
      <dgm:prSet/>
      <dgm:spPr/>
      <dgm:t>
        <a:bodyPr/>
        <a:lstStyle/>
        <a:p>
          <a:pPr latinLnBrk="1"/>
          <a:endParaRPr lang="ko-KR" altLang="en-US"/>
        </a:p>
      </dgm:t>
    </dgm:pt>
    <dgm:pt modelId="{53CBCEF4-6E5E-425F-A4CB-0FA16927BDAC}">
      <dgm:prSet/>
      <dgm:spPr/>
      <dgm:t>
        <a:bodyPr/>
        <a:lstStyle/>
        <a:p>
          <a:pPr latinLnBrk="1"/>
          <a:r>
            <a:rPr lang="ko-KR" altLang="en-US" dirty="0"/>
            <a:t>웹 개발</a:t>
          </a:r>
          <a:endParaRPr lang="ko-KR" dirty="0"/>
        </a:p>
      </dgm:t>
    </dgm:pt>
    <dgm:pt modelId="{DF5110C0-6396-427A-9453-F0FDEACBD462}" type="parTrans" cxnId="{E52E6B91-DFDE-4466-99CB-65730462BF14}">
      <dgm:prSet/>
      <dgm:spPr/>
      <dgm:t>
        <a:bodyPr/>
        <a:lstStyle/>
        <a:p>
          <a:pPr latinLnBrk="1"/>
          <a:endParaRPr lang="ko-KR" altLang="en-US"/>
        </a:p>
      </dgm:t>
    </dgm:pt>
    <dgm:pt modelId="{F61B61B5-98BA-4674-9E6A-5EA1388F5ED1}" type="sibTrans" cxnId="{E52E6B91-DFDE-4466-99CB-65730462BF14}">
      <dgm:prSet/>
      <dgm:spPr/>
      <dgm:t>
        <a:bodyPr/>
        <a:lstStyle/>
        <a:p>
          <a:pPr latinLnBrk="1"/>
          <a:endParaRPr lang="ko-KR" altLang="en-US"/>
        </a:p>
      </dgm:t>
    </dgm:pt>
    <dgm:pt modelId="{CCF44BA0-0C33-4027-AEEE-1449ED218BDC}">
      <dgm:prSet/>
      <dgm:spPr/>
      <dgm:t>
        <a:bodyPr/>
        <a:lstStyle/>
        <a:p>
          <a:pPr latinLnBrk="1"/>
          <a:r>
            <a:rPr lang="ko-KR" altLang="en-US" dirty="0"/>
            <a:t>웹 개발</a:t>
          </a:r>
          <a:endParaRPr lang="ko-KR" dirty="0"/>
        </a:p>
      </dgm:t>
    </dgm:pt>
    <dgm:pt modelId="{9940310F-5EC3-4277-AD06-912022DBABEC}" type="parTrans" cxnId="{C85C197C-A291-4F81-8055-9B7EA9836AC7}">
      <dgm:prSet/>
      <dgm:spPr/>
      <dgm:t>
        <a:bodyPr/>
        <a:lstStyle/>
        <a:p>
          <a:pPr latinLnBrk="1"/>
          <a:endParaRPr lang="ko-KR" altLang="en-US"/>
        </a:p>
      </dgm:t>
    </dgm:pt>
    <dgm:pt modelId="{23A43909-AD50-4914-AFCE-65E65EBE8D68}" type="sibTrans" cxnId="{C85C197C-A291-4F81-8055-9B7EA9836AC7}">
      <dgm:prSet/>
      <dgm:spPr/>
      <dgm:t>
        <a:bodyPr/>
        <a:lstStyle/>
        <a:p>
          <a:pPr latinLnBrk="1"/>
          <a:endParaRPr lang="ko-KR" altLang="en-US"/>
        </a:p>
      </dgm:t>
    </dgm:pt>
    <dgm:pt modelId="{7707F39C-DF9D-4AEE-842C-C45E261D2C2E}">
      <dgm:prSet/>
      <dgm:spPr/>
      <dgm:t>
        <a:bodyPr/>
        <a:lstStyle/>
        <a:p>
          <a:pPr latinLnBrk="1"/>
          <a:r>
            <a:rPr lang="ko-KR" altLang="en-US" dirty="0"/>
            <a:t>웹 개발</a:t>
          </a:r>
          <a:endParaRPr lang="ko-KR" dirty="0"/>
        </a:p>
      </dgm:t>
    </dgm:pt>
    <dgm:pt modelId="{0C6B2A3B-A902-4267-9C97-9DADFFE41CD8}" type="parTrans" cxnId="{4F18FBF7-F3AB-4702-9CFD-C0C4A2EAAC42}">
      <dgm:prSet/>
      <dgm:spPr/>
      <dgm:t>
        <a:bodyPr/>
        <a:lstStyle/>
        <a:p>
          <a:pPr latinLnBrk="1"/>
          <a:endParaRPr lang="ko-KR" altLang="en-US"/>
        </a:p>
      </dgm:t>
    </dgm:pt>
    <dgm:pt modelId="{B0DE0ADB-69FA-489A-A4B8-93A52736566B}" type="sibTrans" cxnId="{4F18FBF7-F3AB-4702-9CFD-C0C4A2EAAC42}">
      <dgm:prSet/>
      <dgm:spPr/>
      <dgm:t>
        <a:bodyPr/>
        <a:lstStyle/>
        <a:p>
          <a:pPr latinLnBrk="1"/>
          <a:endParaRPr lang="ko-KR" altLang="en-US"/>
        </a:p>
      </dgm:t>
    </dgm:pt>
    <dgm:pt modelId="{ECECD9F2-A8E9-4D56-A3C5-3546B10CB3AE}">
      <dgm:prSet/>
      <dgm:spPr/>
      <dgm:t>
        <a:bodyPr/>
        <a:lstStyle/>
        <a:p>
          <a:pPr latinLnBrk="1"/>
          <a:r>
            <a:rPr lang="ko-KR" altLang="en-US" dirty="0" err="1"/>
            <a:t>프론트엔드</a:t>
          </a:r>
          <a:r>
            <a:rPr lang="en-US" altLang="ko-KR" dirty="0"/>
            <a:t>, </a:t>
          </a:r>
          <a:r>
            <a:rPr lang="ko-KR" altLang="en-US" dirty="0" err="1"/>
            <a:t>백엔드</a:t>
          </a:r>
          <a:r>
            <a:rPr lang="ko-KR" altLang="en-US" dirty="0"/>
            <a:t> 개발</a:t>
          </a:r>
          <a:endParaRPr lang="ko-KR" dirty="0"/>
        </a:p>
      </dgm:t>
    </dgm:pt>
    <dgm:pt modelId="{079A1A68-C277-443C-8008-CD33B0C6A27F}" type="parTrans" cxnId="{876A8E13-3BE3-4CD2-9D2E-D341CEEA4A63}">
      <dgm:prSet/>
      <dgm:spPr/>
      <dgm:t>
        <a:bodyPr/>
        <a:lstStyle/>
        <a:p>
          <a:pPr latinLnBrk="1"/>
          <a:endParaRPr lang="ko-KR" altLang="en-US"/>
        </a:p>
      </dgm:t>
    </dgm:pt>
    <dgm:pt modelId="{94B01669-07D4-423A-A373-8E7AFDB3249C}" type="sibTrans" cxnId="{876A8E13-3BE3-4CD2-9D2E-D341CEEA4A63}">
      <dgm:prSet/>
      <dgm:spPr/>
      <dgm:t>
        <a:bodyPr/>
        <a:lstStyle/>
        <a:p>
          <a:pPr latinLnBrk="1"/>
          <a:endParaRPr lang="ko-KR" altLang="en-US"/>
        </a:p>
      </dgm:t>
    </dgm:pt>
    <dgm:pt modelId="{46845239-83AD-49E3-AFEE-75FB218356C8}">
      <dgm:prSet/>
      <dgm:spPr/>
      <dgm:t>
        <a:bodyPr/>
        <a:lstStyle/>
        <a:p>
          <a:pPr latinLnBrk="1"/>
          <a:r>
            <a:rPr lang="ko-KR" altLang="en-US" dirty="0"/>
            <a:t>운영 체제 개발</a:t>
          </a:r>
          <a:br>
            <a:rPr lang="en-US" altLang="ko-KR" dirty="0"/>
          </a:br>
          <a:r>
            <a:rPr lang="en-US" altLang="ko-KR" dirty="0"/>
            <a:t>(</a:t>
          </a:r>
          <a:r>
            <a:rPr lang="ko-KR" altLang="en-US" dirty="0"/>
            <a:t>시스템소프트웨어</a:t>
          </a:r>
          <a:r>
            <a:rPr lang="en-US" altLang="ko-KR" dirty="0"/>
            <a:t>)</a:t>
          </a:r>
          <a:endParaRPr lang="ko-KR" dirty="0"/>
        </a:p>
      </dgm:t>
    </dgm:pt>
    <dgm:pt modelId="{BFD9FA53-FA92-4D7F-8695-9AB116917A53}" type="parTrans" cxnId="{A939B14F-7876-43EE-870A-CC6E705D5752}">
      <dgm:prSet/>
      <dgm:spPr/>
      <dgm:t>
        <a:bodyPr/>
        <a:lstStyle/>
        <a:p>
          <a:pPr latinLnBrk="1"/>
          <a:endParaRPr lang="ko-KR" altLang="en-US"/>
        </a:p>
      </dgm:t>
    </dgm:pt>
    <dgm:pt modelId="{9F32600F-C89A-4444-B946-BBEAB837A53E}" type="sibTrans" cxnId="{A939B14F-7876-43EE-870A-CC6E705D5752}">
      <dgm:prSet/>
      <dgm:spPr/>
      <dgm:t>
        <a:bodyPr/>
        <a:lstStyle/>
        <a:p>
          <a:pPr latinLnBrk="1"/>
          <a:endParaRPr lang="ko-KR" altLang="en-US"/>
        </a:p>
      </dgm:t>
    </dgm:pt>
    <dgm:pt modelId="{ACE9A2C2-4DA7-4F7E-9FC3-237F6AE19F7F}">
      <dgm:prSet/>
      <dgm:spPr/>
      <dgm:t>
        <a:bodyPr/>
        <a:lstStyle/>
        <a:p>
          <a:pPr latinLnBrk="1"/>
          <a:r>
            <a:rPr lang="ko-KR" altLang="en-US" dirty="0"/>
            <a:t>임베디드 시스템</a:t>
          </a:r>
          <a:endParaRPr lang="ko-KR" dirty="0"/>
        </a:p>
      </dgm:t>
    </dgm:pt>
    <dgm:pt modelId="{AF37A126-2C91-46BA-B8CD-84A82F1E0B4C}" type="parTrans" cxnId="{A7581585-A09C-4F5E-8042-BE30CF219E8D}">
      <dgm:prSet/>
      <dgm:spPr/>
      <dgm:t>
        <a:bodyPr/>
        <a:lstStyle/>
        <a:p>
          <a:pPr latinLnBrk="1"/>
          <a:endParaRPr lang="ko-KR" altLang="en-US"/>
        </a:p>
      </dgm:t>
    </dgm:pt>
    <dgm:pt modelId="{B6251E63-48BC-4AB5-A17E-92F1DE813B8A}" type="sibTrans" cxnId="{A7581585-A09C-4F5E-8042-BE30CF219E8D}">
      <dgm:prSet/>
      <dgm:spPr/>
      <dgm:t>
        <a:bodyPr/>
        <a:lstStyle/>
        <a:p>
          <a:pPr latinLnBrk="1"/>
          <a:endParaRPr lang="ko-KR" altLang="en-US"/>
        </a:p>
      </dgm:t>
    </dgm:pt>
    <dgm:pt modelId="{6C9C63B9-B5A7-440E-A1B8-F61EC8D12896}">
      <dgm:prSet/>
      <dgm:spPr/>
      <dgm:t>
        <a:bodyPr/>
        <a:lstStyle/>
        <a:p>
          <a:pPr latinLnBrk="1"/>
          <a:r>
            <a:rPr lang="ko-KR" altLang="en-US" b="0" i="0" dirty="0"/>
            <a:t>웹 개발</a:t>
          </a:r>
          <a:endParaRPr lang="ko-KR" dirty="0"/>
        </a:p>
      </dgm:t>
    </dgm:pt>
    <dgm:pt modelId="{A3E96AF8-C153-4F5F-A11B-6F7CBE93027D}" type="parTrans" cxnId="{07A21AF9-00F1-4FC4-9A31-4B032E8F58D6}">
      <dgm:prSet/>
      <dgm:spPr/>
      <dgm:t>
        <a:bodyPr/>
        <a:lstStyle/>
        <a:p>
          <a:pPr latinLnBrk="1"/>
          <a:endParaRPr lang="ko-KR" altLang="en-US"/>
        </a:p>
      </dgm:t>
    </dgm:pt>
    <dgm:pt modelId="{1B152CC8-EF65-4890-9AF4-6251EF1E560E}" type="sibTrans" cxnId="{07A21AF9-00F1-4FC4-9A31-4B032E8F58D6}">
      <dgm:prSet/>
      <dgm:spPr/>
      <dgm:t>
        <a:bodyPr/>
        <a:lstStyle/>
        <a:p>
          <a:pPr latinLnBrk="1"/>
          <a:endParaRPr lang="ko-KR" altLang="en-US"/>
        </a:p>
      </dgm:t>
    </dgm:pt>
    <dgm:pt modelId="{64B9EF02-AFFF-4521-AAEB-4BA0732391AE}">
      <dgm:prSet/>
      <dgm:spPr/>
      <dgm:t>
        <a:bodyPr/>
        <a:lstStyle/>
        <a:p>
          <a:pPr latinLnBrk="1"/>
          <a:r>
            <a:rPr lang="ko-KR" altLang="en-US" b="0" i="0" dirty="0"/>
            <a:t>인공지능</a:t>
          </a:r>
          <a:r>
            <a:rPr lang="en-US" altLang="ko-KR" b="0" i="0" dirty="0"/>
            <a:t>(AI)</a:t>
          </a:r>
          <a:endParaRPr lang="ko-KR" dirty="0"/>
        </a:p>
      </dgm:t>
    </dgm:pt>
    <dgm:pt modelId="{CBA1748C-F4A9-4B9A-8EC7-BBA1D5AA2448}" type="parTrans" cxnId="{1A5785FA-AE4F-46A3-99A9-1D8B7C04258B}">
      <dgm:prSet/>
      <dgm:spPr/>
      <dgm:t>
        <a:bodyPr/>
        <a:lstStyle/>
        <a:p>
          <a:pPr latinLnBrk="1"/>
          <a:endParaRPr lang="ko-KR" altLang="en-US"/>
        </a:p>
      </dgm:t>
    </dgm:pt>
    <dgm:pt modelId="{CAAA9EB4-BA3E-4D19-B131-1264E32FBE60}" type="sibTrans" cxnId="{1A5785FA-AE4F-46A3-99A9-1D8B7C04258B}">
      <dgm:prSet/>
      <dgm:spPr/>
      <dgm:t>
        <a:bodyPr/>
        <a:lstStyle/>
        <a:p>
          <a:pPr latinLnBrk="1"/>
          <a:endParaRPr lang="ko-KR" altLang="en-US"/>
        </a:p>
      </dgm:t>
    </dgm:pt>
    <dgm:pt modelId="{043A15DF-5DCA-429C-BF57-99C7AE21FF08}">
      <dgm:prSet/>
      <dgm:spPr/>
      <dgm:t>
        <a:bodyPr/>
        <a:lstStyle/>
        <a:p>
          <a:pPr latinLnBrk="1"/>
          <a:r>
            <a:rPr lang="en-US" altLang="ko-KR" b="0" i="0" dirty="0"/>
            <a:t> </a:t>
          </a:r>
          <a:r>
            <a:rPr lang="ko-KR" altLang="en-US" b="0" i="0" dirty="0"/>
            <a:t>게임 엔진 개발</a:t>
          </a:r>
          <a:endParaRPr lang="ko-KR" dirty="0"/>
        </a:p>
      </dgm:t>
    </dgm:pt>
    <dgm:pt modelId="{69624D28-EDF3-406A-BAFA-DC6F824DD713}" type="parTrans" cxnId="{9C0DD97B-37AB-4061-BE2E-C1F6B8D9240B}">
      <dgm:prSet/>
      <dgm:spPr/>
      <dgm:t>
        <a:bodyPr/>
        <a:lstStyle/>
        <a:p>
          <a:pPr latinLnBrk="1"/>
          <a:endParaRPr lang="ko-KR" altLang="en-US"/>
        </a:p>
      </dgm:t>
    </dgm:pt>
    <dgm:pt modelId="{B8A6B739-58A5-42C8-A4C4-F3C88F10E3C8}" type="sibTrans" cxnId="{9C0DD97B-37AB-4061-BE2E-C1F6B8D9240B}">
      <dgm:prSet/>
      <dgm:spPr/>
      <dgm:t>
        <a:bodyPr/>
        <a:lstStyle/>
        <a:p>
          <a:pPr latinLnBrk="1"/>
          <a:endParaRPr lang="ko-KR" altLang="en-US"/>
        </a:p>
      </dgm:t>
    </dgm:pt>
    <dgm:pt modelId="{D7F3FF9A-993D-4917-B4AE-08D6135A586E}">
      <dgm:prSet/>
      <dgm:spPr/>
      <dgm:t>
        <a:bodyPr/>
        <a:lstStyle/>
        <a:p>
          <a:pPr latinLnBrk="1"/>
          <a:r>
            <a:rPr lang="ko-KR" altLang="en-US" b="0" i="0" dirty="0"/>
            <a:t>실시간 시스템</a:t>
          </a:r>
          <a:endParaRPr lang="ko-KR" dirty="0"/>
        </a:p>
      </dgm:t>
    </dgm:pt>
    <dgm:pt modelId="{0ACAEAB2-D512-47F0-860C-60A686DB7BF7}" type="parTrans" cxnId="{D21C86E1-B72D-4751-A165-4D47DF945829}">
      <dgm:prSet/>
      <dgm:spPr/>
      <dgm:t>
        <a:bodyPr/>
        <a:lstStyle/>
        <a:p>
          <a:pPr latinLnBrk="1"/>
          <a:endParaRPr lang="ko-KR" altLang="en-US"/>
        </a:p>
      </dgm:t>
    </dgm:pt>
    <dgm:pt modelId="{4FF61505-9DDB-4242-81CC-66F55F4023D4}" type="sibTrans" cxnId="{D21C86E1-B72D-4751-A165-4D47DF945829}">
      <dgm:prSet/>
      <dgm:spPr/>
      <dgm:t>
        <a:bodyPr/>
        <a:lstStyle/>
        <a:p>
          <a:pPr latinLnBrk="1"/>
          <a:endParaRPr lang="ko-KR" altLang="en-US"/>
        </a:p>
      </dgm:t>
    </dgm:pt>
    <dgm:pt modelId="{00CBD511-3946-4830-A1A7-9EE8255E0D92}">
      <dgm:prSet/>
      <dgm:spPr/>
      <dgm:t>
        <a:bodyPr/>
        <a:lstStyle/>
        <a:p>
          <a:pPr latinLnBrk="1"/>
          <a:r>
            <a:rPr lang="ko-KR" altLang="en-US" dirty="0"/>
            <a:t>안드로이드 앱 개발</a:t>
          </a:r>
          <a:endParaRPr lang="ko-KR" dirty="0"/>
        </a:p>
      </dgm:t>
    </dgm:pt>
    <dgm:pt modelId="{3A047307-7FD9-478A-82BA-374ED3F288A2}" type="parTrans" cxnId="{4F3AD0F3-3131-4C5C-AB00-292885AB9696}">
      <dgm:prSet/>
      <dgm:spPr/>
      <dgm:t>
        <a:bodyPr/>
        <a:lstStyle/>
        <a:p>
          <a:pPr latinLnBrk="1"/>
          <a:endParaRPr lang="ko-KR" altLang="en-US"/>
        </a:p>
      </dgm:t>
    </dgm:pt>
    <dgm:pt modelId="{7BF855CF-8EF0-4951-B1A0-8F3F658E97DA}" type="sibTrans" cxnId="{4F3AD0F3-3131-4C5C-AB00-292885AB9696}">
      <dgm:prSet/>
      <dgm:spPr/>
      <dgm:t>
        <a:bodyPr/>
        <a:lstStyle/>
        <a:p>
          <a:pPr latinLnBrk="1"/>
          <a:endParaRPr lang="ko-KR" altLang="en-US"/>
        </a:p>
      </dgm:t>
    </dgm:pt>
    <dgm:pt modelId="{98C461F8-6EAD-4929-A902-A20EB73812BD}">
      <dgm:prSet/>
      <dgm:spPr/>
      <dgm:t>
        <a:bodyPr/>
        <a:lstStyle/>
        <a:p>
          <a:pPr latinLnBrk="1"/>
          <a:r>
            <a:rPr lang="ko-KR" altLang="en-US" dirty="0"/>
            <a:t>게임 개발</a:t>
          </a:r>
          <a:r>
            <a:rPr lang="en-US" altLang="ko-KR" dirty="0"/>
            <a:t>(unity)</a:t>
          </a:r>
          <a:endParaRPr lang="ko-KR" dirty="0"/>
        </a:p>
      </dgm:t>
    </dgm:pt>
    <dgm:pt modelId="{23F34EBA-0C73-480C-9E50-F6ADD2659FE9}" type="parTrans" cxnId="{A737F33E-8AAF-49E8-9747-51F911A365BB}">
      <dgm:prSet/>
      <dgm:spPr/>
      <dgm:t>
        <a:bodyPr/>
        <a:lstStyle/>
        <a:p>
          <a:pPr latinLnBrk="1"/>
          <a:endParaRPr lang="ko-KR" altLang="en-US"/>
        </a:p>
      </dgm:t>
    </dgm:pt>
    <dgm:pt modelId="{9A914D65-AE3C-4068-B15B-0340B9EB03CB}" type="sibTrans" cxnId="{A737F33E-8AAF-49E8-9747-51F911A365BB}">
      <dgm:prSet/>
      <dgm:spPr/>
      <dgm:t>
        <a:bodyPr/>
        <a:lstStyle/>
        <a:p>
          <a:pPr latinLnBrk="1"/>
          <a:endParaRPr lang="ko-KR" altLang="en-US"/>
        </a:p>
      </dgm:t>
    </dgm:pt>
    <dgm:pt modelId="{19F93D72-B3F3-479B-A665-A199783DEFF1}">
      <dgm:prSet/>
      <dgm:spPr/>
      <dgm:t>
        <a:bodyPr/>
        <a:lstStyle/>
        <a:p>
          <a:pPr latinLnBrk="1"/>
          <a:r>
            <a:rPr lang="ko-KR" altLang="en-US" dirty="0"/>
            <a:t>윈도우 애플리케이션</a:t>
          </a:r>
          <a:endParaRPr lang="ko-KR" dirty="0"/>
        </a:p>
      </dgm:t>
    </dgm:pt>
    <dgm:pt modelId="{61F48015-FDFE-4872-9A91-8654C2CE770B}" type="parTrans" cxnId="{80AB29FF-ED0E-4BCB-9F8F-92B574A8E003}">
      <dgm:prSet/>
      <dgm:spPr/>
      <dgm:t>
        <a:bodyPr/>
        <a:lstStyle/>
        <a:p>
          <a:pPr latinLnBrk="1"/>
          <a:endParaRPr lang="ko-KR" altLang="en-US"/>
        </a:p>
      </dgm:t>
    </dgm:pt>
    <dgm:pt modelId="{2B4F8C37-2ED8-4EFE-B43F-5668FA2DA618}" type="sibTrans" cxnId="{80AB29FF-ED0E-4BCB-9F8F-92B574A8E003}">
      <dgm:prSet/>
      <dgm:spPr/>
      <dgm:t>
        <a:bodyPr/>
        <a:lstStyle/>
        <a:p>
          <a:pPr latinLnBrk="1"/>
          <a:endParaRPr lang="ko-KR" altLang="en-US"/>
        </a:p>
      </dgm:t>
    </dgm:pt>
    <dgm:pt modelId="{99340E94-F910-4466-82D2-3DC750022754}">
      <dgm:prSet/>
      <dgm:spPr/>
      <dgm:t>
        <a:bodyPr/>
        <a:lstStyle/>
        <a:p>
          <a:pPr latinLnBrk="1"/>
          <a:r>
            <a:rPr lang="ko-KR" altLang="en-US" b="0" i="0" dirty="0"/>
            <a:t>분산 시스템</a:t>
          </a:r>
          <a:r>
            <a:rPr lang="en-US" altLang="ko-KR" b="0" i="0" dirty="0"/>
            <a:t>, </a:t>
          </a:r>
          <a:r>
            <a:rPr lang="ko-KR" altLang="en-US" b="0" i="0" dirty="0"/>
            <a:t>클라우드 서비스</a:t>
          </a:r>
          <a:r>
            <a:rPr lang="en-US" altLang="ko-KR" b="0" i="0" dirty="0"/>
            <a:t>, </a:t>
          </a:r>
          <a:r>
            <a:rPr lang="ko-KR" altLang="en-US" b="0" i="0" dirty="0"/>
            <a:t>네트워크 서버 개발 </a:t>
          </a:r>
          <a:endParaRPr lang="ko-KR" dirty="0"/>
        </a:p>
      </dgm:t>
    </dgm:pt>
    <dgm:pt modelId="{F1A4A894-10DB-4FA5-8C75-DEA39F6D23C8}" type="parTrans" cxnId="{5C5234B4-AEC0-47D7-93DB-9446F0C4D416}">
      <dgm:prSet/>
      <dgm:spPr/>
      <dgm:t>
        <a:bodyPr/>
        <a:lstStyle/>
        <a:p>
          <a:pPr latinLnBrk="1"/>
          <a:endParaRPr lang="ko-KR" altLang="en-US"/>
        </a:p>
      </dgm:t>
    </dgm:pt>
    <dgm:pt modelId="{412A7D57-C98C-4D88-A0FA-09CDE1433D2C}" type="sibTrans" cxnId="{5C5234B4-AEC0-47D7-93DB-9446F0C4D416}">
      <dgm:prSet/>
      <dgm:spPr/>
      <dgm:t>
        <a:bodyPr/>
        <a:lstStyle/>
        <a:p>
          <a:pPr latinLnBrk="1"/>
          <a:endParaRPr lang="ko-KR" altLang="en-US"/>
        </a:p>
      </dgm:t>
    </dgm:pt>
    <dgm:pt modelId="{F5DB79EC-1D2A-4366-831A-C6FBA68DC2BC}">
      <dgm:prSet/>
      <dgm:spPr/>
      <dgm:t>
        <a:bodyPr/>
        <a:lstStyle/>
        <a:p>
          <a:pPr latinLnBrk="1"/>
          <a:r>
            <a:rPr lang="ko-KR" altLang="en-US" b="0" i="0"/>
            <a:t>데이터베이스</a:t>
          </a:r>
          <a:endParaRPr lang="ko-KR" dirty="0"/>
        </a:p>
      </dgm:t>
    </dgm:pt>
    <dgm:pt modelId="{8D1C6FC2-51A7-4425-803C-14AB7898443B}" type="parTrans" cxnId="{E31BE3C5-D36B-4ADF-B7BC-A68B85085BE5}">
      <dgm:prSet/>
      <dgm:spPr/>
      <dgm:t>
        <a:bodyPr/>
        <a:lstStyle/>
        <a:p>
          <a:pPr latinLnBrk="1"/>
          <a:endParaRPr lang="ko-KR" altLang="en-US"/>
        </a:p>
      </dgm:t>
    </dgm:pt>
    <dgm:pt modelId="{D32C78FC-57A9-4219-BD29-F77150F1A9F2}" type="sibTrans" cxnId="{E31BE3C5-D36B-4ADF-B7BC-A68B85085BE5}">
      <dgm:prSet/>
      <dgm:spPr/>
      <dgm:t>
        <a:bodyPr/>
        <a:lstStyle/>
        <a:p>
          <a:pPr latinLnBrk="1"/>
          <a:endParaRPr lang="ko-KR" altLang="en-US"/>
        </a:p>
      </dgm:t>
    </dgm:pt>
    <dgm:pt modelId="{7E6BB827-0B43-4B54-884B-327CF6646022}">
      <dgm:prSet/>
      <dgm:spPr/>
      <dgm:t>
        <a:bodyPr/>
        <a:lstStyle/>
        <a:p>
          <a:pPr latinLnBrk="1"/>
          <a:r>
            <a:rPr lang="en-US" altLang="ko-KR" b="0" i="0" dirty="0"/>
            <a:t>iOS </a:t>
          </a:r>
          <a:r>
            <a:rPr lang="ko-KR" altLang="en-US" b="0" i="0" dirty="0"/>
            <a:t>및 </a:t>
          </a:r>
          <a:r>
            <a:rPr lang="en-US" altLang="ko-KR" b="0" i="0" dirty="0"/>
            <a:t>macOS </a:t>
          </a:r>
          <a:r>
            <a:rPr lang="ko-KR" altLang="en-US" b="0" i="0" dirty="0"/>
            <a:t>애플리케이션 개발</a:t>
          </a:r>
          <a:endParaRPr lang="ko-KR" dirty="0"/>
        </a:p>
      </dgm:t>
    </dgm:pt>
    <dgm:pt modelId="{A58CD1C1-A121-42B9-98D6-C297931B62D3}" type="parTrans" cxnId="{9477F6A1-97D4-496C-9570-C3812C45E84B}">
      <dgm:prSet/>
      <dgm:spPr/>
      <dgm:t>
        <a:bodyPr/>
        <a:lstStyle/>
        <a:p>
          <a:pPr latinLnBrk="1"/>
          <a:endParaRPr lang="ko-KR" altLang="en-US"/>
        </a:p>
      </dgm:t>
    </dgm:pt>
    <dgm:pt modelId="{8A49DD1D-6792-4248-8AEF-96AAA2FCC787}" type="sibTrans" cxnId="{9477F6A1-97D4-496C-9570-C3812C45E84B}">
      <dgm:prSet/>
      <dgm:spPr/>
      <dgm:t>
        <a:bodyPr/>
        <a:lstStyle/>
        <a:p>
          <a:pPr latinLnBrk="1"/>
          <a:endParaRPr lang="ko-KR" altLang="en-US"/>
        </a:p>
      </dgm:t>
    </dgm:pt>
    <dgm:pt modelId="{B1CDA807-2EE6-4C17-935B-5AD3F1827617}">
      <dgm:prSet/>
      <dgm:spPr/>
      <dgm:t>
        <a:bodyPr/>
        <a:lstStyle/>
        <a:p>
          <a:pPr latinLnBrk="1"/>
          <a:r>
            <a:rPr lang="ko-KR" altLang="en-US" b="0" i="0" dirty="0"/>
            <a:t>안드로이드 애플리케이션 개발</a:t>
          </a:r>
          <a:endParaRPr lang="ko-KR" dirty="0"/>
        </a:p>
      </dgm:t>
    </dgm:pt>
    <dgm:pt modelId="{8C0C3F5C-0818-46E5-85D7-2E4B562629CB}" type="parTrans" cxnId="{CE8F0BFE-1424-4A85-AE80-C52E5C9FA0FB}">
      <dgm:prSet/>
      <dgm:spPr/>
      <dgm:t>
        <a:bodyPr/>
        <a:lstStyle/>
        <a:p>
          <a:pPr latinLnBrk="1"/>
          <a:endParaRPr lang="ko-KR" altLang="en-US"/>
        </a:p>
      </dgm:t>
    </dgm:pt>
    <dgm:pt modelId="{DA8C08E8-D4D6-494C-9759-6BCA4FE77603}" type="sibTrans" cxnId="{CE8F0BFE-1424-4A85-AE80-C52E5C9FA0FB}">
      <dgm:prSet/>
      <dgm:spPr/>
      <dgm:t>
        <a:bodyPr/>
        <a:lstStyle/>
        <a:p>
          <a:pPr latinLnBrk="1"/>
          <a:endParaRPr lang="ko-KR" altLang="en-US"/>
        </a:p>
      </dgm:t>
    </dgm:pt>
    <dgm:pt modelId="{03451216-D241-4FED-BE59-439446CDE9F1}">
      <dgm:prSet/>
      <dgm:spPr/>
      <dgm:t>
        <a:bodyPr/>
        <a:lstStyle/>
        <a:p>
          <a:pPr latinLnBrk="1"/>
          <a:r>
            <a:rPr lang="ko-KR" altLang="en-US" dirty="0"/>
            <a:t>가전제품</a:t>
          </a:r>
          <a:endParaRPr lang="ko-KR" dirty="0"/>
        </a:p>
      </dgm:t>
    </dgm:pt>
    <dgm:pt modelId="{F4991D0C-8355-4852-AA9B-B1FCFBE2CB75}" type="parTrans" cxnId="{9EF9C830-7638-4BF5-8BD8-5A068B2347EF}">
      <dgm:prSet/>
      <dgm:spPr/>
      <dgm:t>
        <a:bodyPr/>
        <a:lstStyle/>
        <a:p>
          <a:pPr latinLnBrk="1"/>
          <a:endParaRPr lang="ko-KR" altLang="en-US"/>
        </a:p>
      </dgm:t>
    </dgm:pt>
    <dgm:pt modelId="{0D0E1FDA-043B-4400-9415-5556FCB9768E}" type="sibTrans" cxnId="{9EF9C830-7638-4BF5-8BD8-5A068B2347EF}">
      <dgm:prSet/>
      <dgm:spPr/>
      <dgm:t>
        <a:bodyPr/>
        <a:lstStyle/>
        <a:p>
          <a:pPr latinLnBrk="1"/>
          <a:endParaRPr lang="ko-KR" altLang="en-US"/>
        </a:p>
      </dgm:t>
    </dgm:pt>
    <dgm:pt modelId="{872EA3DB-6FB1-4DF7-9760-F336D0E4B338}">
      <dgm:prSet/>
      <dgm:spPr/>
      <dgm:t>
        <a:bodyPr/>
        <a:lstStyle/>
        <a:p>
          <a:pPr latinLnBrk="1"/>
          <a:r>
            <a:rPr lang="ko-KR" altLang="en-US" dirty="0"/>
            <a:t>구글</a:t>
          </a:r>
          <a:endParaRPr lang="ko-KR" dirty="0"/>
        </a:p>
      </dgm:t>
    </dgm:pt>
    <dgm:pt modelId="{542754F1-5B30-4F01-8D21-C95AEED82519}" type="parTrans" cxnId="{C1300946-0580-4562-BD4F-F8E6D5712A7F}">
      <dgm:prSet/>
      <dgm:spPr/>
      <dgm:t>
        <a:bodyPr/>
        <a:lstStyle/>
        <a:p>
          <a:pPr latinLnBrk="1"/>
          <a:endParaRPr lang="ko-KR" altLang="en-US"/>
        </a:p>
      </dgm:t>
    </dgm:pt>
    <dgm:pt modelId="{291F8B3B-CE53-4FAD-8C3F-76810CF9075D}" type="sibTrans" cxnId="{C1300946-0580-4562-BD4F-F8E6D5712A7F}">
      <dgm:prSet/>
      <dgm:spPr/>
      <dgm:t>
        <a:bodyPr/>
        <a:lstStyle/>
        <a:p>
          <a:pPr latinLnBrk="1"/>
          <a:endParaRPr lang="ko-KR" altLang="en-US"/>
        </a:p>
      </dgm:t>
    </dgm:pt>
    <dgm:pt modelId="{2A6EDDFF-135E-4E6C-8F0D-19B0DD70ABCB}">
      <dgm:prSet/>
      <dgm:spPr/>
      <dgm:t>
        <a:bodyPr/>
        <a:lstStyle/>
        <a:p>
          <a:pPr latinLnBrk="1"/>
          <a:r>
            <a:rPr lang="ko-KR" altLang="en-US" dirty="0"/>
            <a:t>애플</a:t>
          </a:r>
          <a:endParaRPr lang="ko-KR" dirty="0"/>
        </a:p>
      </dgm:t>
    </dgm:pt>
    <dgm:pt modelId="{EB94DC4D-5F0F-485D-81B4-2F481B5BDF0C}" type="parTrans" cxnId="{9EC76709-14F3-4BA7-8FD7-36371B9936B3}">
      <dgm:prSet/>
      <dgm:spPr/>
      <dgm:t>
        <a:bodyPr/>
        <a:lstStyle/>
        <a:p>
          <a:pPr latinLnBrk="1"/>
          <a:endParaRPr lang="ko-KR" altLang="en-US"/>
        </a:p>
      </dgm:t>
    </dgm:pt>
    <dgm:pt modelId="{2B64B45A-0BC3-41DF-9A59-F301C3883A24}" type="sibTrans" cxnId="{9EC76709-14F3-4BA7-8FD7-36371B9936B3}">
      <dgm:prSet/>
      <dgm:spPr/>
      <dgm:t>
        <a:bodyPr/>
        <a:lstStyle/>
        <a:p>
          <a:pPr latinLnBrk="1"/>
          <a:endParaRPr lang="ko-KR" altLang="en-US"/>
        </a:p>
      </dgm:t>
    </dgm:pt>
    <dgm:pt modelId="{B2CDF099-32BC-48B4-9202-5EB912A102E7}">
      <dgm:prSet/>
      <dgm:spPr/>
      <dgm:t>
        <a:bodyPr/>
        <a:lstStyle/>
        <a:p>
          <a:pPr latinLnBrk="1"/>
          <a:r>
            <a:rPr lang="ko-KR" altLang="en-US" dirty="0"/>
            <a:t>자바 대체</a:t>
          </a:r>
          <a:endParaRPr lang="ko-KR" dirty="0"/>
        </a:p>
      </dgm:t>
    </dgm:pt>
    <dgm:pt modelId="{1DD08E54-AEC8-4A60-8DB3-A2914AF7618B}" type="parTrans" cxnId="{ABE2A2CD-AA42-4D1D-9E9C-00266EB4514B}">
      <dgm:prSet/>
      <dgm:spPr/>
      <dgm:t>
        <a:bodyPr/>
        <a:lstStyle/>
        <a:p>
          <a:pPr latinLnBrk="1"/>
          <a:endParaRPr lang="ko-KR" altLang="en-US"/>
        </a:p>
      </dgm:t>
    </dgm:pt>
    <dgm:pt modelId="{1BEEF83F-AFBB-4D5E-B290-1810FF928263}" type="sibTrans" cxnId="{ABE2A2CD-AA42-4D1D-9E9C-00266EB4514B}">
      <dgm:prSet/>
      <dgm:spPr/>
      <dgm:t>
        <a:bodyPr/>
        <a:lstStyle/>
        <a:p>
          <a:pPr latinLnBrk="1"/>
          <a:endParaRPr lang="ko-KR" altLang="en-US"/>
        </a:p>
      </dgm:t>
    </dgm:pt>
    <dgm:pt modelId="{D3B5B03C-565C-4EBF-9B93-6ADF978DB6F0}" type="pres">
      <dgm:prSet presAssocID="{92201D62-8BF3-4A8B-B305-498B7C94E1B5}" presName="diagram" presStyleCnt="0">
        <dgm:presLayoutVars>
          <dgm:dir/>
          <dgm:animLvl val="lvl"/>
          <dgm:resizeHandles val="exact"/>
        </dgm:presLayoutVars>
      </dgm:prSet>
      <dgm:spPr/>
    </dgm:pt>
    <dgm:pt modelId="{4A3DB85E-0DFA-42A7-9C80-01559E752BE2}" type="pres">
      <dgm:prSet presAssocID="{73C9003E-C370-4DCF-8FC5-FEEBC7D1D141}" presName="compNode" presStyleCnt="0"/>
      <dgm:spPr/>
    </dgm:pt>
    <dgm:pt modelId="{8959E275-1EC7-44CC-9731-6055E2D36F8B}" type="pres">
      <dgm:prSet presAssocID="{73C9003E-C370-4DCF-8FC5-FEEBC7D1D141}" presName="childRect" presStyleLbl="bgAcc1" presStyleIdx="0" presStyleCnt="10">
        <dgm:presLayoutVars>
          <dgm:bulletEnabled val="1"/>
        </dgm:presLayoutVars>
      </dgm:prSet>
      <dgm:spPr/>
    </dgm:pt>
    <dgm:pt modelId="{2B2A96AC-930E-4DE7-AE43-2302198E1E1B}" type="pres">
      <dgm:prSet presAssocID="{73C9003E-C370-4DCF-8FC5-FEEBC7D1D141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40A3C90-1364-46E0-98BC-48840B444B6A}" type="pres">
      <dgm:prSet presAssocID="{73C9003E-C370-4DCF-8FC5-FEEBC7D1D141}" presName="parentRect" presStyleLbl="alignNode1" presStyleIdx="0" presStyleCnt="10"/>
      <dgm:spPr/>
    </dgm:pt>
    <dgm:pt modelId="{F1B2F8A6-CF7D-4A5D-AA9D-1225FDABDAD2}" type="pres">
      <dgm:prSet presAssocID="{73C9003E-C370-4DCF-8FC5-FEEBC7D1D141}" presName="adorn" presStyleLbl="fgAccFollowNode1" presStyleIdx="0" presStyleCnt="10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BB7CDAA-1D06-40B1-97BA-3120E1C5D1FF}" type="pres">
      <dgm:prSet presAssocID="{4447B371-B058-46C1-9B9A-E2CF107BAC94}" presName="sibTrans" presStyleLbl="sibTrans2D1" presStyleIdx="0" presStyleCnt="0"/>
      <dgm:spPr/>
    </dgm:pt>
    <dgm:pt modelId="{E6C5BB23-6ED1-4A5E-9353-CBADDD88ECFB}" type="pres">
      <dgm:prSet presAssocID="{642B17A3-F142-4B4E-99FB-36F3C872F8AF}" presName="compNode" presStyleCnt="0"/>
      <dgm:spPr/>
    </dgm:pt>
    <dgm:pt modelId="{F0EEEE40-2CBD-426D-BD87-68045EE8AF3C}" type="pres">
      <dgm:prSet presAssocID="{642B17A3-F142-4B4E-99FB-36F3C872F8AF}" presName="childRect" presStyleLbl="bgAcc1" presStyleIdx="1" presStyleCnt="10">
        <dgm:presLayoutVars>
          <dgm:bulletEnabled val="1"/>
        </dgm:presLayoutVars>
      </dgm:prSet>
      <dgm:spPr/>
    </dgm:pt>
    <dgm:pt modelId="{540FDF2A-32CA-482E-A20C-AC85F5FFD4A2}" type="pres">
      <dgm:prSet presAssocID="{642B17A3-F142-4B4E-99FB-36F3C872F8AF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A855E8E6-05F1-4E24-B7E5-9C65D5E83A9E}" type="pres">
      <dgm:prSet presAssocID="{642B17A3-F142-4B4E-99FB-36F3C872F8AF}" presName="parentRect" presStyleLbl="alignNode1" presStyleIdx="1" presStyleCnt="10"/>
      <dgm:spPr/>
    </dgm:pt>
    <dgm:pt modelId="{F3AECE8B-F543-4968-BDB2-D6302DE712C4}" type="pres">
      <dgm:prSet presAssocID="{642B17A3-F142-4B4E-99FB-36F3C872F8AF}" presName="adorn" presStyleLbl="fgAccFollowNode1" presStyleIdx="1" presStyleCnt="10"/>
      <dgm:spPr>
        <a:blipFill>
          <a:blip xmlns:r="http://schemas.openxmlformats.org/officeDocument/2006/relationships" r:embed="rId2"/>
          <a:stretch>
            <a:fillRect/>
          </a:stretch>
        </a:blipFill>
      </dgm:spPr>
    </dgm:pt>
    <dgm:pt modelId="{3E284CD1-4036-4B2A-90B3-E11934B8B944}" type="pres">
      <dgm:prSet presAssocID="{96CF2D40-8884-481F-B1A0-9060C6E14910}" presName="sibTrans" presStyleLbl="sibTrans2D1" presStyleIdx="0" presStyleCnt="0"/>
      <dgm:spPr/>
    </dgm:pt>
    <dgm:pt modelId="{C0D878DB-09D3-4554-89AA-7EA9513D9EEB}" type="pres">
      <dgm:prSet presAssocID="{7C7591F8-504C-41ED-BECB-E3B3DB79D8E0}" presName="compNode" presStyleCnt="0"/>
      <dgm:spPr/>
    </dgm:pt>
    <dgm:pt modelId="{F8AF94C5-4258-4594-82BB-FAAF1F6E4CC0}" type="pres">
      <dgm:prSet presAssocID="{7C7591F8-504C-41ED-BECB-E3B3DB79D8E0}" presName="childRect" presStyleLbl="bgAcc1" presStyleIdx="2" presStyleCnt="10">
        <dgm:presLayoutVars>
          <dgm:bulletEnabled val="1"/>
        </dgm:presLayoutVars>
      </dgm:prSet>
      <dgm:spPr/>
    </dgm:pt>
    <dgm:pt modelId="{BA816968-555F-416F-BCC4-636B7704F46A}" type="pres">
      <dgm:prSet presAssocID="{7C7591F8-504C-41ED-BECB-E3B3DB79D8E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D68558BE-825A-492D-B7A9-340FCA783581}" type="pres">
      <dgm:prSet presAssocID="{7C7591F8-504C-41ED-BECB-E3B3DB79D8E0}" presName="parentRect" presStyleLbl="alignNode1" presStyleIdx="2" presStyleCnt="10"/>
      <dgm:spPr/>
    </dgm:pt>
    <dgm:pt modelId="{0A55B40D-970F-4A0B-9A9E-F1835E7AB3E3}" type="pres">
      <dgm:prSet presAssocID="{7C7591F8-504C-41ED-BECB-E3B3DB79D8E0}" presName="adorn" presStyleLbl="fgAccFollowNode1" presStyleIdx="2" presStyleCnt="10"/>
      <dgm:spPr>
        <a:blipFill>
          <a:blip xmlns:r="http://schemas.openxmlformats.org/officeDocument/2006/relationships" r:embed="rId3"/>
          <a:stretch>
            <a:fillRect/>
          </a:stretch>
        </a:blipFill>
      </dgm:spPr>
    </dgm:pt>
    <dgm:pt modelId="{B2142061-841A-407D-AF32-7BC884FFA7B5}" type="pres">
      <dgm:prSet presAssocID="{99BC56EC-21BB-424C-A8B4-F76D1E3DEB29}" presName="sibTrans" presStyleLbl="sibTrans2D1" presStyleIdx="0" presStyleCnt="0"/>
      <dgm:spPr/>
    </dgm:pt>
    <dgm:pt modelId="{89070211-8008-46CB-BA90-5BB00CEAC191}" type="pres">
      <dgm:prSet presAssocID="{05C48E2B-7393-48C7-9443-F8B62F664427}" presName="compNode" presStyleCnt="0"/>
      <dgm:spPr/>
    </dgm:pt>
    <dgm:pt modelId="{52414915-8D08-4FD3-B7D6-264279D23D90}" type="pres">
      <dgm:prSet presAssocID="{05C48E2B-7393-48C7-9443-F8B62F664427}" presName="childRect" presStyleLbl="bgAcc1" presStyleIdx="3" presStyleCnt="10">
        <dgm:presLayoutVars>
          <dgm:bulletEnabled val="1"/>
        </dgm:presLayoutVars>
      </dgm:prSet>
      <dgm:spPr/>
    </dgm:pt>
    <dgm:pt modelId="{E9FE448B-F254-44BC-97BF-7288B605B390}" type="pres">
      <dgm:prSet presAssocID="{05C48E2B-7393-48C7-9443-F8B62F66442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33AE0C53-787C-4D31-B23C-65714B7C91EB}" type="pres">
      <dgm:prSet presAssocID="{05C48E2B-7393-48C7-9443-F8B62F664427}" presName="parentRect" presStyleLbl="alignNode1" presStyleIdx="3" presStyleCnt="10"/>
      <dgm:spPr/>
    </dgm:pt>
    <dgm:pt modelId="{E5F960D2-05D4-4F17-A3EC-86879CF84FC3}" type="pres">
      <dgm:prSet presAssocID="{05C48E2B-7393-48C7-9443-F8B62F664427}" presName="adorn" presStyleLbl="fgAccFollowNode1" presStyleIdx="3" presStyleCnt="10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</dgm:pt>
    <dgm:pt modelId="{720492E2-0CB2-4D80-955B-4FCFB0C3DD0E}" type="pres">
      <dgm:prSet presAssocID="{44EDFD08-72B9-4575-83AD-D85D66A7FB6D}" presName="sibTrans" presStyleLbl="sibTrans2D1" presStyleIdx="0" presStyleCnt="0"/>
      <dgm:spPr/>
    </dgm:pt>
    <dgm:pt modelId="{1C5E189A-0D7A-4D4C-B1F6-B06586ADA36F}" type="pres">
      <dgm:prSet presAssocID="{BC1F9CE4-A648-4974-928E-29350CA8E9AB}" presName="compNode" presStyleCnt="0"/>
      <dgm:spPr/>
    </dgm:pt>
    <dgm:pt modelId="{A59469F8-29B9-46FF-AD14-1C2510709181}" type="pres">
      <dgm:prSet presAssocID="{BC1F9CE4-A648-4974-928E-29350CA8E9AB}" presName="childRect" presStyleLbl="bgAcc1" presStyleIdx="4" presStyleCnt="10">
        <dgm:presLayoutVars>
          <dgm:bulletEnabled val="1"/>
        </dgm:presLayoutVars>
      </dgm:prSet>
      <dgm:spPr/>
    </dgm:pt>
    <dgm:pt modelId="{0DC597FF-6AAD-434A-A66D-E2840AC39F44}" type="pres">
      <dgm:prSet presAssocID="{BC1F9CE4-A648-4974-928E-29350CA8E9AB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D5271DCB-B9FA-40F4-A440-606B37B3CB38}" type="pres">
      <dgm:prSet presAssocID="{BC1F9CE4-A648-4974-928E-29350CA8E9AB}" presName="parentRect" presStyleLbl="alignNode1" presStyleIdx="4" presStyleCnt="10"/>
      <dgm:spPr/>
    </dgm:pt>
    <dgm:pt modelId="{29686330-E1F9-4964-89EE-85174192BC5E}" type="pres">
      <dgm:prSet presAssocID="{BC1F9CE4-A648-4974-928E-29350CA8E9AB}" presName="adorn" presStyleLbl="fgAccFollowNode1" presStyleIdx="4" presStyleCnt="10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25D7CC08-CD96-4692-8508-AD695D566043}" type="pres">
      <dgm:prSet presAssocID="{683A0BE5-0C7F-47D9-9E11-7CE75EE536B6}" presName="sibTrans" presStyleLbl="sibTrans2D1" presStyleIdx="0" presStyleCnt="0"/>
      <dgm:spPr/>
    </dgm:pt>
    <dgm:pt modelId="{5A16F0E5-04E8-44CF-A381-FC7FCD0F75C7}" type="pres">
      <dgm:prSet presAssocID="{0659C078-6FF5-4227-8D91-773AC4D6CD3C}" presName="compNode" presStyleCnt="0"/>
      <dgm:spPr/>
    </dgm:pt>
    <dgm:pt modelId="{1DC4EA92-C084-42D8-BEF0-CA8492B352B3}" type="pres">
      <dgm:prSet presAssocID="{0659C078-6FF5-4227-8D91-773AC4D6CD3C}" presName="childRect" presStyleLbl="bgAcc1" presStyleIdx="5" presStyleCnt="10">
        <dgm:presLayoutVars>
          <dgm:bulletEnabled val="1"/>
        </dgm:presLayoutVars>
      </dgm:prSet>
      <dgm:spPr/>
    </dgm:pt>
    <dgm:pt modelId="{25E5F385-99D5-46D2-934B-491EBBCB5E54}" type="pres">
      <dgm:prSet presAssocID="{0659C078-6FF5-4227-8D91-773AC4D6CD3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B78BDAC8-5B30-4EDA-BF13-5D3EAA8A9C94}" type="pres">
      <dgm:prSet presAssocID="{0659C078-6FF5-4227-8D91-773AC4D6CD3C}" presName="parentRect" presStyleLbl="alignNode1" presStyleIdx="5" presStyleCnt="10"/>
      <dgm:spPr/>
    </dgm:pt>
    <dgm:pt modelId="{BA861AE6-8F31-4A86-847C-1F311C3798BA}" type="pres">
      <dgm:prSet presAssocID="{0659C078-6FF5-4227-8D91-773AC4D6CD3C}" presName="adorn" presStyleLbl="fgAccFollowNode1" presStyleIdx="5" presStyleCnt="10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27F393AB-D054-4976-A134-011874547F76}" type="pres">
      <dgm:prSet presAssocID="{A2E70C8E-6885-4066-A390-4440975CB3C4}" presName="sibTrans" presStyleLbl="sibTrans2D1" presStyleIdx="0" presStyleCnt="0"/>
      <dgm:spPr/>
    </dgm:pt>
    <dgm:pt modelId="{600EBFDB-1F27-471D-9C74-EEDC2A26A06C}" type="pres">
      <dgm:prSet presAssocID="{AAD6584F-F131-472E-BCA6-64136C5742B9}" presName="compNode" presStyleCnt="0"/>
      <dgm:spPr/>
    </dgm:pt>
    <dgm:pt modelId="{7C5790B2-E237-4B82-BA91-CBEFEB4DE37B}" type="pres">
      <dgm:prSet presAssocID="{AAD6584F-F131-472E-BCA6-64136C5742B9}" presName="childRect" presStyleLbl="bgAcc1" presStyleIdx="6" presStyleCnt="10">
        <dgm:presLayoutVars>
          <dgm:bulletEnabled val="1"/>
        </dgm:presLayoutVars>
      </dgm:prSet>
      <dgm:spPr/>
    </dgm:pt>
    <dgm:pt modelId="{71189E29-33C3-49AC-9407-F750B7141943}" type="pres">
      <dgm:prSet presAssocID="{AAD6584F-F131-472E-BCA6-64136C5742B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EAF3D80F-09F7-4FBB-9463-FA6AAABEAEB4}" type="pres">
      <dgm:prSet presAssocID="{AAD6584F-F131-472E-BCA6-64136C5742B9}" presName="parentRect" presStyleLbl="alignNode1" presStyleIdx="6" presStyleCnt="10"/>
      <dgm:spPr/>
    </dgm:pt>
    <dgm:pt modelId="{A9403E49-05FF-4F16-953E-139CA3D9A2F3}" type="pres">
      <dgm:prSet presAssocID="{AAD6584F-F131-472E-BCA6-64136C5742B9}" presName="adorn" presStyleLbl="fgAccFollowNode1" presStyleIdx="6" presStyleCnt="10"/>
      <dgm:spPr>
        <a:blipFill dpi="0"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9FEA741-E521-4932-B8C3-B8E910B60B37}" type="pres">
      <dgm:prSet presAssocID="{EE051D55-8902-4FC6-A52F-EBF218B78346}" presName="sibTrans" presStyleLbl="sibTrans2D1" presStyleIdx="0" presStyleCnt="0"/>
      <dgm:spPr/>
    </dgm:pt>
    <dgm:pt modelId="{6ED06F4D-F8F2-45CF-8194-04B4A8A3D1EB}" type="pres">
      <dgm:prSet presAssocID="{2DEC6A93-16D1-46ED-AE33-20E435CDD53B}" presName="compNode" presStyleCnt="0"/>
      <dgm:spPr/>
    </dgm:pt>
    <dgm:pt modelId="{F4E6B94E-367E-45FB-A028-8371525D5732}" type="pres">
      <dgm:prSet presAssocID="{2DEC6A93-16D1-46ED-AE33-20E435CDD53B}" presName="childRect" presStyleLbl="bgAcc1" presStyleIdx="7" presStyleCnt="10">
        <dgm:presLayoutVars>
          <dgm:bulletEnabled val="1"/>
        </dgm:presLayoutVars>
      </dgm:prSet>
      <dgm:spPr/>
    </dgm:pt>
    <dgm:pt modelId="{7EA2CE15-337D-4084-A383-14A14791DBD7}" type="pres">
      <dgm:prSet presAssocID="{2DEC6A93-16D1-46ED-AE33-20E435CDD53B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161BD6C-5375-4E8E-86C8-D6E028463745}" type="pres">
      <dgm:prSet presAssocID="{2DEC6A93-16D1-46ED-AE33-20E435CDD53B}" presName="parentRect" presStyleLbl="alignNode1" presStyleIdx="7" presStyleCnt="10"/>
      <dgm:spPr/>
    </dgm:pt>
    <dgm:pt modelId="{53ABD2FB-A56F-42C3-B11B-A843FDDD6FEC}" type="pres">
      <dgm:prSet presAssocID="{2DEC6A93-16D1-46ED-AE33-20E435CDD53B}" presName="adorn" presStyleLbl="fgAccFollowNode1" presStyleIdx="7" presStyleCnt="10"/>
      <dgm:spPr>
        <a:blipFill dpi="0" rotWithShape="1"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B03330F-5A5F-4193-8DF5-5630BC685CE5}" type="pres">
      <dgm:prSet presAssocID="{4A03A03F-2888-4258-A649-A1EEAF4CB265}" presName="sibTrans" presStyleLbl="sibTrans2D1" presStyleIdx="0" presStyleCnt="0"/>
      <dgm:spPr/>
    </dgm:pt>
    <dgm:pt modelId="{04ACE704-3B93-4859-BB86-2274B88DD514}" type="pres">
      <dgm:prSet presAssocID="{63051186-FE4A-4D8D-8BB4-494522C8B0C2}" presName="compNode" presStyleCnt="0"/>
      <dgm:spPr/>
    </dgm:pt>
    <dgm:pt modelId="{4B202A0B-258F-4546-8C7C-B4313F86C551}" type="pres">
      <dgm:prSet presAssocID="{63051186-FE4A-4D8D-8BB4-494522C8B0C2}" presName="childRect" presStyleLbl="bgAcc1" presStyleIdx="8" presStyleCnt="10">
        <dgm:presLayoutVars>
          <dgm:bulletEnabled val="1"/>
        </dgm:presLayoutVars>
      </dgm:prSet>
      <dgm:spPr/>
    </dgm:pt>
    <dgm:pt modelId="{C7C0985B-A71B-415F-90F8-FAE959D772DC}" type="pres">
      <dgm:prSet presAssocID="{63051186-FE4A-4D8D-8BB4-494522C8B0C2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3496A96-EAD8-42FB-980F-E5A6F02E7BFE}" type="pres">
      <dgm:prSet presAssocID="{63051186-FE4A-4D8D-8BB4-494522C8B0C2}" presName="parentRect" presStyleLbl="alignNode1" presStyleIdx="8" presStyleCnt="10"/>
      <dgm:spPr/>
    </dgm:pt>
    <dgm:pt modelId="{9E109D36-CEDF-434C-94B1-91CEE564B865}" type="pres">
      <dgm:prSet presAssocID="{63051186-FE4A-4D8D-8BB4-494522C8B0C2}" presName="adorn" presStyleLbl="fgAccFollowNode1" presStyleIdx="8" presStyleCnt="10"/>
      <dgm:spPr>
        <a:blipFill>
          <a:blip xmlns:r="http://schemas.openxmlformats.org/officeDocument/2006/relationships" r:embed="rId9"/>
          <a:stretch>
            <a:fillRect/>
          </a:stretch>
        </a:blipFill>
      </dgm:spPr>
    </dgm:pt>
    <dgm:pt modelId="{47BBAAE5-00B5-415E-9395-6CF5303FCE80}" type="pres">
      <dgm:prSet presAssocID="{5CF796C0-95BF-425C-A6D8-41A169B7F5AA}" presName="sibTrans" presStyleLbl="sibTrans2D1" presStyleIdx="0" presStyleCnt="0"/>
      <dgm:spPr/>
    </dgm:pt>
    <dgm:pt modelId="{360BC093-62D1-4456-ABF3-F65B98BE32AF}" type="pres">
      <dgm:prSet presAssocID="{CC859347-0999-4AD0-914E-5F6A7A1692AB}" presName="compNode" presStyleCnt="0"/>
      <dgm:spPr/>
    </dgm:pt>
    <dgm:pt modelId="{C7BAFD16-FD06-4386-BD2F-729CFD998455}" type="pres">
      <dgm:prSet presAssocID="{CC859347-0999-4AD0-914E-5F6A7A1692AB}" presName="childRect" presStyleLbl="bgAcc1" presStyleIdx="9" presStyleCnt="10">
        <dgm:presLayoutVars>
          <dgm:bulletEnabled val="1"/>
        </dgm:presLayoutVars>
      </dgm:prSet>
      <dgm:spPr/>
    </dgm:pt>
    <dgm:pt modelId="{49F850E2-AAC5-446E-9814-1A86F324FB63}" type="pres">
      <dgm:prSet presAssocID="{CC859347-0999-4AD0-914E-5F6A7A1692AB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499030C-AFAE-45FA-ABAD-4C141FD68DA8}" type="pres">
      <dgm:prSet presAssocID="{CC859347-0999-4AD0-914E-5F6A7A1692AB}" presName="parentRect" presStyleLbl="alignNode1" presStyleIdx="9" presStyleCnt="10"/>
      <dgm:spPr/>
    </dgm:pt>
    <dgm:pt modelId="{17AC1CC2-72F5-4281-8B40-ED10CF782DAE}" type="pres">
      <dgm:prSet presAssocID="{CC859347-0999-4AD0-914E-5F6A7A1692AB}" presName="adorn" presStyleLbl="fgAccFollowNode1" presStyleIdx="9" presStyleCnt="10"/>
      <dgm:spPr>
        <a:blipFill dpi="0" rotWithShape="1"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1399C007-9570-4F29-B756-AA297463DEA3}" type="presOf" srcId="{98C461F8-6EAD-4929-A902-A20EB73812BD}" destId="{A59469F8-29B9-46FF-AD14-1C2510709181}" srcOrd="0" destOrd="1" presId="urn:microsoft.com/office/officeart/2005/8/layout/bList2"/>
    <dgm:cxn modelId="{9EC76709-14F3-4BA7-8FD7-36371B9936B3}" srcId="{63051186-FE4A-4D8D-8BB4-494522C8B0C2}" destId="{2A6EDDFF-135E-4E6C-8F0D-19B0DD70ABCB}" srcOrd="0" destOrd="0" parTransId="{EB94DC4D-5F0F-485D-81B4-2F481B5BDF0C}" sibTransId="{2B64B45A-0BC3-41DF-9A59-F301C3883A24}"/>
    <dgm:cxn modelId="{9528730B-FB8D-43B1-9BB4-2791F215F55C}" type="presOf" srcId="{64B9EF02-AFFF-4521-AAEB-4BA0732391AE}" destId="{8959E275-1EC7-44CC-9731-6055E2D36F8B}" srcOrd="0" destOrd="2" presId="urn:microsoft.com/office/officeart/2005/8/layout/bList2"/>
    <dgm:cxn modelId="{625FB10F-D74B-4804-B5FB-ADCC5A604144}" type="presOf" srcId="{0659C078-6FF5-4227-8D91-773AC4D6CD3C}" destId="{25E5F385-99D5-46D2-934B-491EBBCB5E54}" srcOrd="0" destOrd="0" presId="urn:microsoft.com/office/officeart/2005/8/layout/bList2"/>
    <dgm:cxn modelId="{876A8E13-3BE3-4CD2-9D2E-D341CEEA4A63}" srcId="{0659C078-6FF5-4227-8D91-773AC4D6CD3C}" destId="{ECECD9F2-A8E9-4D56-A3C5-3546B10CB3AE}" srcOrd="1" destOrd="0" parTransId="{079A1A68-C277-443C-8008-CD33B0C6A27F}" sibTransId="{94B01669-07D4-423A-A373-8E7AFDB3249C}"/>
    <dgm:cxn modelId="{291F3318-BF82-4503-A163-9D6D3DBBAA6F}" type="presOf" srcId="{92201D62-8BF3-4A8B-B305-498B7C94E1B5}" destId="{D3B5B03C-565C-4EBF-9B93-6ADF978DB6F0}" srcOrd="0" destOrd="0" presId="urn:microsoft.com/office/officeart/2005/8/layout/bList2"/>
    <dgm:cxn modelId="{4E31A11A-FF27-41AD-9988-6E2390085ADC}" srcId="{92201D62-8BF3-4A8B-B305-498B7C94E1B5}" destId="{AAD6584F-F131-472E-BCA6-64136C5742B9}" srcOrd="6" destOrd="0" parTransId="{18F26B1D-AB98-485A-8F48-38604109A5B9}" sibTransId="{EE051D55-8902-4FC6-A52F-EBF218B78346}"/>
    <dgm:cxn modelId="{C0407F20-3ACF-4897-AF8B-01D5E42954C1}" srcId="{73C9003E-C370-4DCF-8FC5-FEEBC7D1D141}" destId="{9BCDF24F-536A-4091-8BFA-5C61F18ACC23}" srcOrd="0" destOrd="0" parTransId="{52723B0B-4C5C-4C66-9C71-C759968FCDEC}" sibTransId="{FE902D9B-419B-4835-85A7-3E973FC91645}"/>
    <dgm:cxn modelId="{6806B620-307D-45F9-B50E-237464085B17}" type="presOf" srcId="{6C9C63B9-B5A7-440E-A1B8-F61EC8D12896}" destId="{8959E275-1EC7-44CC-9731-6055E2D36F8B}" srcOrd="0" destOrd="1" presId="urn:microsoft.com/office/officeart/2005/8/layout/bList2"/>
    <dgm:cxn modelId="{FF5DFD24-8679-4DF0-9299-B0FAC6E0FEF8}" type="presOf" srcId="{7C7591F8-504C-41ED-BECB-E3B3DB79D8E0}" destId="{BA816968-555F-416F-BCC4-636B7704F46A}" srcOrd="0" destOrd="0" presId="urn:microsoft.com/office/officeart/2005/8/layout/bList2"/>
    <dgm:cxn modelId="{AA19112C-C50D-4969-B95A-76CE4675BAB0}" type="presOf" srcId="{00CBD511-3946-4830-A1A7-9EE8255E0D92}" destId="{52414915-8D08-4FD3-B7D6-264279D23D90}" srcOrd="0" destOrd="1" presId="urn:microsoft.com/office/officeart/2005/8/layout/bList2"/>
    <dgm:cxn modelId="{4FA9FE2F-8E9F-4BF1-BDF8-E7D902D8440D}" type="presOf" srcId="{AAD6584F-F131-472E-BCA6-64136C5742B9}" destId="{71189E29-33C3-49AC-9407-F750B7141943}" srcOrd="0" destOrd="0" presId="urn:microsoft.com/office/officeart/2005/8/layout/bList2"/>
    <dgm:cxn modelId="{9EF9C830-7638-4BF5-8BD8-5A068B2347EF}" srcId="{05C48E2B-7393-48C7-9443-F8B62F664427}" destId="{03451216-D241-4FED-BE59-439446CDE9F1}" srcOrd="2" destOrd="0" parTransId="{F4991D0C-8355-4852-AA9B-B1FCFBE2CB75}" sibTransId="{0D0E1FDA-043B-4400-9415-5556FCB9768E}"/>
    <dgm:cxn modelId="{1737CF30-3BBF-43A7-A696-2CD6A5D7B450}" type="presOf" srcId="{5CF796C0-95BF-425C-A6D8-41A169B7F5AA}" destId="{47BBAAE5-00B5-415E-9395-6CF5303FCE80}" srcOrd="0" destOrd="0" presId="urn:microsoft.com/office/officeart/2005/8/layout/bList2"/>
    <dgm:cxn modelId="{E8F85D31-ACB0-469E-BB41-0BCD48C575AE}" type="presOf" srcId="{73C9003E-C370-4DCF-8FC5-FEEBC7D1D141}" destId="{2B2A96AC-930E-4DE7-AE43-2302198E1E1B}" srcOrd="0" destOrd="0" presId="urn:microsoft.com/office/officeart/2005/8/layout/bList2"/>
    <dgm:cxn modelId="{AE8B5F3A-2CE5-4A40-99EE-64988DE5D086}" type="presOf" srcId="{7707F39C-DF9D-4AEE-842C-C45E261D2C2E}" destId="{1DC4EA92-C084-42D8-BEF0-CA8492B352B3}" srcOrd="0" destOrd="0" presId="urn:microsoft.com/office/officeart/2005/8/layout/bList2"/>
    <dgm:cxn modelId="{04E6323E-03EF-471B-9E54-EC26E03F0411}" srcId="{92201D62-8BF3-4A8B-B305-498B7C94E1B5}" destId="{0659C078-6FF5-4227-8D91-773AC4D6CD3C}" srcOrd="5" destOrd="0" parTransId="{2176A135-66B8-4E47-BBF7-B168980C789D}" sibTransId="{A2E70C8E-6885-4066-A390-4440975CB3C4}"/>
    <dgm:cxn modelId="{A737F33E-8AAF-49E8-9747-51F911A365BB}" srcId="{BC1F9CE4-A648-4974-928E-29350CA8E9AB}" destId="{98C461F8-6EAD-4929-A902-A20EB73812BD}" srcOrd="1" destOrd="0" parTransId="{23F34EBA-0C73-480C-9E50-F6ADD2659FE9}" sibTransId="{9A914D65-AE3C-4068-B15B-0340B9EB03CB}"/>
    <dgm:cxn modelId="{57A38440-9879-4B91-92C2-5CC3CA89188D}" srcId="{92201D62-8BF3-4A8B-B305-498B7C94E1B5}" destId="{7C7591F8-504C-41ED-BECB-E3B3DB79D8E0}" srcOrd="2" destOrd="0" parTransId="{99F24422-7586-4F9A-8962-AEEE52161CD8}" sibTransId="{99BC56EC-21BB-424C-A8B4-F76D1E3DEB29}"/>
    <dgm:cxn modelId="{DCAD6A5D-2827-4F1D-82A6-B2186862CA56}" type="presOf" srcId="{ECECD9F2-A8E9-4D56-A3C5-3546B10CB3AE}" destId="{1DC4EA92-C084-42D8-BEF0-CA8492B352B3}" srcOrd="0" destOrd="1" presId="urn:microsoft.com/office/officeart/2005/8/layout/bList2"/>
    <dgm:cxn modelId="{D8C1745E-14CE-4696-AA67-1E64A2F0EF16}" srcId="{92201D62-8BF3-4A8B-B305-498B7C94E1B5}" destId="{2DEC6A93-16D1-46ED-AE33-20E435CDD53B}" srcOrd="7" destOrd="0" parTransId="{FB52E88F-6F94-40E4-8EFE-AB21787B9946}" sibTransId="{4A03A03F-2888-4258-A649-A1EEAF4CB265}"/>
    <dgm:cxn modelId="{A4D40462-11C4-444E-AE44-8935658421DA}" type="presOf" srcId="{872EA3DB-6FB1-4DF7-9760-F336D0E4B338}" destId="{7C5790B2-E237-4B82-BA91-CBEFEB4DE37B}" srcOrd="0" destOrd="0" presId="urn:microsoft.com/office/officeart/2005/8/layout/bList2"/>
    <dgm:cxn modelId="{C1300946-0580-4562-BD4F-F8E6D5712A7F}" srcId="{AAD6584F-F131-472E-BCA6-64136C5742B9}" destId="{872EA3DB-6FB1-4DF7-9760-F336D0E4B338}" srcOrd="0" destOrd="0" parTransId="{542754F1-5B30-4F01-8D21-C95AEED82519}" sibTransId="{291F8B3B-CE53-4FAD-8C3F-76810CF9075D}"/>
    <dgm:cxn modelId="{3239A067-D682-4B88-B98A-5704880C0E1B}" type="presOf" srcId="{9BCDF24F-536A-4091-8BFA-5C61F18ACC23}" destId="{8959E275-1EC7-44CC-9731-6055E2D36F8B}" srcOrd="0" destOrd="0" presId="urn:microsoft.com/office/officeart/2005/8/layout/bList2"/>
    <dgm:cxn modelId="{D4EB6649-5825-4140-892D-BFF80E6471E4}" type="presOf" srcId="{CD867434-41BE-467F-8651-284856CE8344}" destId="{F8AF94C5-4258-4594-82BB-FAAF1F6E4CC0}" srcOrd="0" destOrd="0" presId="urn:microsoft.com/office/officeart/2005/8/layout/bList2"/>
    <dgm:cxn modelId="{116C8469-DEAA-4267-BBD0-3DEE2CB5FFB1}" srcId="{92201D62-8BF3-4A8B-B305-498B7C94E1B5}" destId="{05C48E2B-7393-48C7-9443-F8B62F664427}" srcOrd="3" destOrd="0" parTransId="{4AA963AA-3EDA-42CB-9EEF-1DBC2B058DF6}" sibTransId="{44EDFD08-72B9-4575-83AD-D85D66A7FB6D}"/>
    <dgm:cxn modelId="{B8540A6C-BFB6-46B4-99D9-AE4DC23CF215}" type="presOf" srcId="{683A0BE5-0C7F-47D9-9E11-7CE75EE536B6}" destId="{25D7CC08-CD96-4692-8508-AD695D566043}" srcOrd="0" destOrd="0" presId="urn:microsoft.com/office/officeart/2005/8/layout/bList2"/>
    <dgm:cxn modelId="{FD63204E-CBFC-4396-934D-FB1AA795FB37}" type="presOf" srcId="{CC859347-0999-4AD0-914E-5F6A7A1692AB}" destId="{9499030C-AFAE-45FA-ABAD-4C141FD68DA8}" srcOrd="1" destOrd="0" presId="urn:microsoft.com/office/officeart/2005/8/layout/bList2"/>
    <dgm:cxn modelId="{9182296E-E960-4F50-8087-CB2BDAC6D054}" type="presOf" srcId="{CC859347-0999-4AD0-914E-5F6A7A1692AB}" destId="{49F850E2-AAC5-446E-9814-1A86F324FB63}" srcOrd="0" destOrd="0" presId="urn:microsoft.com/office/officeart/2005/8/layout/bList2"/>
    <dgm:cxn modelId="{29DFAD4F-3FCA-4C6A-8842-9245A19E41B7}" srcId="{92201D62-8BF3-4A8B-B305-498B7C94E1B5}" destId="{73C9003E-C370-4DCF-8FC5-FEEBC7D1D141}" srcOrd="0" destOrd="0" parTransId="{F500F481-163D-42E4-A6FF-A8C5B4F7C1D6}" sibTransId="{4447B371-B058-46C1-9B9A-E2CF107BAC94}"/>
    <dgm:cxn modelId="{A939B14F-7876-43EE-870A-CC6E705D5752}" srcId="{7C7591F8-504C-41ED-BECB-E3B3DB79D8E0}" destId="{46845239-83AD-49E3-AFEE-75FB218356C8}" srcOrd="1" destOrd="0" parTransId="{BFD9FA53-FA92-4D7F-8695-9AB116917A53}" sibTransId="{9F32600F-C89A-4444-B946-BBEAB837A53E}"/>
    <dgm:cxn modelId="{CB3AC46F-B348-4165-8472-3E8F9F3323CB}" type="presOf" srcId="{19F93D72-B3F3-479B-A665-A199783DEFF1}" destId="{A59469F8-29B9-46FF-AD14-1C2510709181}" srcOrd="0" destOrd="2" presId="urn:microsoft.com/office/officeart/2005/8/layout/bList2"/>
    <dgm:cxn modelId="{BD66E750-5E0D-423D-AED7-EA1F913CF0DA}" srcId="{92201D62-8BF3-4A8B-B305-498B7C94E1B5}" destId="{CC859347-0999-4AD0-914E-5F6A7A1692AB}" srcOrd="9" destOrd="0" parTransId="{F1E71B0D-6E0A-4ADC-AD19-ED399528BD5E}" sibTransId="{5FE09A01-AE89-40B5-B41A-9113ABF425CB}"/>
    <dgm:cxn modelId="{5AA3A471-8451-4E9F-9A08-A1C3B21CDD7C}" type="presOf" srcId="{B2CDF099-32BC-48B4-9202-5EB912A102E7}" destId="{C7BAFD16-FD06-4386-BD2F-729CFD998455}" srcOrd="0" destOrd="0" presId="urn:microsoft.com/office/officeart/2005/8/layout/bList2"/>
    <dgm:cxn modelId="{5E20A673-0C10-49E6-B5B8-2C020A8B477E}" type="presOf" srcId="{2DEC6A93-16D1-46ED-AE33-20E435CDD53B}" destId="{9161BD6C-5375-4E8E-86C8-D6E028463745}" srcOrd="1" destOrd="0" presId="urn:microsoft.com/office/officeart/2005/8/layout/bList2"/>
    <dgm:cxn modelId="{C8D42C75-1906-4128-8CBA-D47A03B3F0C0}" type="presOf" srcId="{EE051D55-8902-4FC6-A52F-EBF218B78346}" destId="{39FEA741-E521-4932-B8C3-B8E910B60B37}" srcOrd="0" destOrd="0" presId="urn:microsoft.com/office/officeart/2005/8/layout/bList2"/>
    <dgm:cxn modelId="{649CF475-1B8C-40CD-AD6A-A8FAE50D69A4}" type="presOf" srcId="{03451216-D241-4FED-BE59-439446CDE9F1}" destId="{52414915-8D08-4FD3-B7D6-264279D23D90}" srcOrd="0" destOrd="2" presId="urn:microsoft.com/office/officeart/2005/8/layout/bList2"/>
    <dgm:cxn modelId="{8AF24578-AD07-4D6C-8D88-EE8A8B646599}" type="presOf" srcId="{F5DB79EC-1D2A-4366-831A-C6FBA68DC2BC}" destId="{F4E6B94E-367E-45FB-A028-8371525D5732}" srcOrd="0" destOrd="0" presId="urn:microsoft.com/office/officeart/2005/8/layout/bList2"/>
    <dgm:cxn modelId="{C0D5B15A-D004-420D-9B74-E6BB638222B1}" type="presOf" srcId="{7E6BB827-0B43-4B54-884B-327CF6646022}" destId="{4B202A0B-258F-4546-8C7C-B4313F86C551}" srcOrd="0" destOrd="1" presId="urn:microsoft.com/office/officeart/2005/8/layout/bList2"/>
    <dgm:cxn modelId="{9C0DD97B-37AB-4061-BE2E-C1F6B8D9240B}" srcId="{642B17A3-F142-4B4E-99FB-36F3C872F8AF}" destId="{043A15DF-5DCA-429C-BF57-99C7AE21FF08}" srcOrd="1" destOrd="0" parTransId="{69624D28-EDF3-406A-BAFA-DC6F824DD713}" sibTransId="{B8A6B739-58A5-42C8-A4C4-F3C88F10E3C8}"/>
    <dgm:cxn modelId="{C85C197C-A291-4F81-8055-9B7EA9836AC7}" srcId="{BC1F9CE4-A648-4974-928E-29350CA8E9AB}" destId="{CCF44BA0-0C33-4027-AEEE-1449ED218BDC}" srcOrd="0" destOrd="0" parTransId="{9940310F-5EC3-4277-AD06-912022DBABEC}" sibTransId="{23A43909-AD50-4914-AFCE-65E65EBE8D68}"/>
    <dgm:cxn modelId="{91001B80-F7E7-4EE0-8E9F-94B0675032DE}" type="presOf" srcId="{44EDFD08-72B9-4575-83AD-D85D66A7FB6D}" destId="{720492E2-0CB2-4D80-955B-4FCFB0C3DD0E}" srcOrd="0" destOrd="0" presId="urn:microsoft.com/office/officeart/2005/8/layout/bList2"/>
    <dgm:cxn modelId="{9BE28A80-FE9F-4E13-B609-46A3692F94A6}" type="presOf" srcId="{2DEC6A93-16D1-46ED-AE33-20E435CDD53B}" destId="{7EA2CE15-337D-4084-A383-14A14791DBD7}" srcOrd="0" destOrd="0" presId="urn:microsoft.com/office/officeart/2005/8/layout/bList2"/>
    <dgm:cxn modelId="{E15DA283-BFC3-4ABF-BE3D-50E00BEC620C}" type="presOf" srcId="{7C7591F8-504C-41ED-BECB-E3B3DB79D8E0}" destId="{D68558BE-825A-492D-B7A9-340FCA783581}" srcOrd="1" destOrd="0" presId="urn:microsoft.com/office/officeart/2005/8/layout/bList2"/>
    <dgm:cxn modelId="{A7581585-A09C-4F5E-8042-BE30CF219E8D}" srcId="{7C7591F8-504C-41ED-BECB-E3B3DB79D8E0}" destId="{ACE9A2C2-4DA7-4F7E-9FC3-237F6AE19F7F}" srcOrd="2" destOrd="0" parTransId="{AF37A126-2C91-46BA-B8CD-84A82F1E0B4C}" sibTransId="{B6251E63-48BC-4AB5-A17E-92F1DE813B8A}"/>
    <dgm:cxn modelId="{C6B66085-0570-40C2-B76E-52D53D441D25}" type="presOf" srcId="{8A83904C-3B18-4CB7-8016-CA35A8BF3EC2}" destId="{F0EEEE40-2CBD-426D-BD87-68045EE8AF3C}" srcOrd="0" destOrd="0" presId="urn:microsoft.com/office/officeart/2005/8/layout/bList2"/>
    <dgm:cxn modelId="{2202E386-6198-4482-86F5-FE040C91DF30}" srcId="{92201D62-8BF3-4A8B-B305-498B7C94E1B5}" destId="{BC1F9CE4-A648-4974-928E-29350CA8E9AB}" srcOrd="4" destOrd="0" parTransId="{E798C20D-9E3C-4BBB-8618-AD0D3B293641}" sibTransId="{683A0BE5-0C7F-47D9-9E11-7CE75EE536B6}"/>
    <dgm:cxn modelId="{626E8987-270C-4368-87D0-A8461E248B2B}" srcId="{7C7591F8-504C-41ED-BECB-E3B3DB79D8E0}" destId="{CD867434-41BE-467F-8651-284856CE8344}" srcOrd="0" destOrd="0" parTransId="{1DD02019-B4E5-4EED-8658-BE44EE60218D}" sibTransId="{9623D21E-9264-4642-816E-4640F6B2EB37}"/>
    <dgm:cxn modelId="{12959A87-94BE-4A50-9D41-BD53DE66E658}" srcId="{92201D62-8BF3-4A8B-B305-498B7C94E1B5}" destId="{642B17A3-F142-4B4E-99FB-36F3C872F8AF}" srcOrd="1" destOrd="0" parTransId="{2BAE2941-A266-41B5-B607-C738C8AF0BBD}" sibTransId="{96CF2D40-8884-481F-B1A0-9060C6E14910}"/>
    <dgm:cxn modelId="{9B512E91-8AC8-4B47-BC8A-E0485011972D}" type="presOf" srcId="{A2E70C8E-6885-4066-A390-4440975CB3C4}" destId="{27F393AB-D054-4976-A134-011874547F76}" srcOrd="0" destOrd="0" presId="urn:microsoft.com/office/officeart/2005/8/layout/bList2"/>
    <dgm:cxn modelId="{E52E6B91-DFDE-4466-99CB-65730462BF14}" srcId="{05C48E2B-7393-48C7-9443-F8B62F664427}" destId="{53CBCEF4-6E5E-425F-A4CB-0FA16927BDAC}" srcOrd="0" destOrd="0" parTransId="{DF5110C0-6396-427A-9453-F0FDEACBD462}" sibTransId="{F61B61B5-98BA-4674-9E6A-5EA1388F5ED1}"/>
    <dgm:cxn modelId="{14447A98-5660-46EE-A911-C755E10381C5}" type="presOf" srcId="{63051186-FE4A-4D8D-8BB4-494522C8B0C2}" destId="{C7C0985B-A71B-415F-90F8-FAE959D772DC}" srcOrd="0" destOrd="0" presId="urn:microsoft.com/office/officeart/2005/8/layout/bList2"/>
    <dgm:cxn modelId="{9477F6A1-97D4-496C-9570-C3812C45E84B}" srcId="{63051186-FE4A-4D8D-8BB4-494522C8B0C2}" destId="{7E6BB827-0B43-4B54-884B-327CF6646022}" srcOrd="1" destOrd="0" parTransId="{A58CD1C1-A121-42B9-98D6-C297931B62D3}" sibTransId="{8A49DD1D-6792-4248-8AEF-96AAA2FCC787}"/>
    <dgm:cxn modelId="{662093A3-FDF9-4F51-984E-74D3CCCA2122}" type="presOf" srcId="{4A03A03F-2888-4258-A649-A1EEAF4CB265}" destId="{9B03330F-5A5F-4193-8DF5-5630BC685CE5}" srcOrd="0" destOrd="0" presId="urn:microsoft.com/office/officeart/2005/8/layout/bList2"/>
    <dgm:cxn modelId="{C5AA42A4-AD4A-4614-A7CC-772B9FB76C2F}" type="presOf" srcId="{2A6EDDFF-135E-4E6C-8F0D-19B0DD70ABCB}" destId="{4B202A0B-258F-4546-8C7C-B4313F86C551}" srcOrd="0" destOrd="0" presId="urn:microsoft.com/office/officeart/2005/8/layout/bList2"/>
    <dgm:cxn modelId="{C97980A5-71AC-4D6E-8808-F6A85155EAFD}" type="presOf" srcId="{53CBCEF4-6E5E-425F-A4CB-0FA16927BDAC}" destId="{52414915-8D08-4FD3-B7D6-264279D23D90}" srcOrd="0" destOrd="0" presId="urn:microsoft.com/office/officeart/2005/8/layout/bList2"/>
    <dgm:cxn modelId="{7406D6A6-A292-4416-BFFB-A0549EC6DE5F}" type="presOf" srcId="{99BC56EC-21BB-424C-A8B4-F76D1E3DEB29}" destId="{B2142061-841A-407D-AF32-7BC884FFA7B5}" srcOrd="0" destOrd="0" presId="urn:microsoft.com/office/officeart/2005/8/layout/bList2"/>
    <dgm:cxn modelId="{25FC1AA7-8871-4450-975C-02274273F74E}" type="presOf" srcId="{ACE9A2C2-4DA7-4F7E-9FC3-237F6AE19F7F}" destId="{F8AF94C5-4258-4594-82BB-FAAF1F6E4CC0}" srcOrd="0" destOrd="2" presId="urn:microsoft.com/office/officeart/2005/8/layout/bList2"/>
    <dgm:cxn modelId="{75BBCEA7-859C-4AA9-BB96-13E1AF54D735}" type="presOf" srcId="{05C48E2B-7393-48C7-9443-F8B62F664427}" destId="{E9FE448B-F254-44BC-97BF-7288B605B390}" srcOrd="0" destOrd="0" presId="urn:microsoft.com/office/officeart/2005/8/layout/bList2"/>
    <dgm:cxn modelId="{B9273CB1-CFBA-41BC-9C44-79864622C76B}" type="presOf" srcId="{CCF44BA0-0C33-4027-AEEE-1449ED218BDC}" destId="{A59469F8-29B9-46FF-AD14-1C2510709181}" srcOrd="0" destOrd="0" presId="urn:microsoft.com/office/officeart/2005/8/layout/bList2"/>
    <dgm:cxn modelId="{5C5234B4-AEC0-47D7-93DB-9446F0C4D416}" srcId="{AAD6584F-F131-472E-BCA6-64136C5742B9}" destId="{99340E94-F910-4466-82D2-3DC750022754}" srcOrd="1" destOrd="0" parTransId="{F1A4A894-10DB-4FA5-8C75-DEA39F6D23C8}" sibTransId="{412A7D57-C98C-4D88-A0FA-09CDE1433D2C}"/>
    <dgm:cxn modelId="{7EAD38B8-4CDC-46FC-BB03-73D1425A64F4}" type="presOf" srcId="{05C48E2B-7393-48C7-9443-F8B62F664427}" destId="{33AE0C53-787C-4D31-B23C-65714B7C91EB}" srcOrd="1" destOrd="0" presId="urn:microsoft.com/office/officeart/2005/8/layout/bList2"/>
    <dgm:cxn modelId="{1D90ABC1-A5DF-46BD-BD1E-54152CF1194C}" type="presOf" srcId="{642B17A3-F142-4B4E-99FB-36F3C872F8AF}" destId="{540FDF2A-32CA-482E-A20C-AC85F5FFD4A2}" srcOrd="0" destOrd="0" presId="urn:microsoft.com/office/officeart/2005/8/layout/bList2"/>
    <dgm:cxn modelId="{E31BE3C5-D36B-4ADF-B7BC-A68B85085BE5}" srcId="{2DEC6A93-16D1-46ED-AE33-20E435CDD53B}" destId="{F5DB79EC-1D2A-4366-831A-C6FBA68DC2BC}" srcOrd="0" destOrd="0" parTransId="{8D1C6FC2-51A7-4425-803C-14AB7898443B}" sibTransId="{D32C78FC-57A9-4219-BD29-F77150F1A9F2}"/>
    <dgm:cxn modelId="{DF9BEBC9-8537-4405-9B36-C5E276528C6C}" type="presOf" srcId="{0659C078-6FF5-4227-8D91-773AC4D6CD3C}" destId="{B78BDAC8-5B30-4EDA-BF13-5D3EAA8A9C94}" srcOrd="1" destOrd="0" presId="urn:microsoft.com/office/officeart/2005/8/layout/bList2"/>
    <dgm:cxn modelId="{ABE2A2CD-AA42-4D1D-9E9C-00266EB4514B}" srcId="{CC859347-0999-4AD0-914E-5F6A7A1692AB}" destId="{B2CDF099-32BC-48B4-9202-5EB912A102E7}" srcOrd="0" destOrd="0" parTransId="{1DD08E54-AEC8-4A60-8DB3-A2914AF7618B}" sibTransId="{1BEEF83F-AFBB-4D5E-B290-1810FF928263}"/>
    <dgm:cxn modelId="{F94D60CE-0D8E-4AFD-B7FD-04F3DAACA6CC}" type="presOf" srcId="{B1CDA807-2EE6-4C17-935B-5AD3F1827617}" destId="{C7BAFD16-FD06-4386-BD2F-729CFD998455}" srcOrd="0" destOrd="1" presId="urn:microsoft.com/office/officeart/2005/8/layout/bList2"/>
    <dgm:cxn modelId="{BD6DAFCF-B612-4603-B140-E72BC265249D}" type="presOf" srcId="{AAD6584F-F131-472E-BCA6-64136C5742B9}" destId="{EAF3D80F-09F7-4FBB-9463-FA6AAABEAEB4}" srcOrd="1" destOrd="0" presId="urn:microsoft.com/office/officeart/2005/8/layout/bList2"/>
    <dgm:cxn modelId="{E95962D0-7FD1-499D-AB41-C9027D6E50BD}" type="presOf" srcId="{642B17A3-F142-4B4E-99FB-36F3C872F8AF}" destId="{A855E8E6-05F1-4E24-B7E5-9C65D5E83A9E}" srcOrd="1" destOrd="0" presId="urn:microsoft.com/office/officeart/2005/8/layout/bList2"/>
    <dgm:cxn modelId="{10D62FD7-735A-4CA1-8744-14458CC2923A}" type="presOf" srcId="{BC1F9CE4-A648-4974-928E-29350CA8E9AB}" destId="{D5271DCB-B9FA-40F4-A440-606B37B3CB38}" srcOrd="1" destOrd="0" presId="urn:microsoft.com/office/officeart/2005/8/layout/bList2"/>
    <dgm:cxn modelId="{7652A4D8-3D1A-48C4-9A0C-F4954087EC02}" type="presOf" srcId="{4447B371-B058-46C1-9B9A-E2CF107BAC94}" destId="{DBB7CDAA-1D06-40B1-97BA-3120E1C5D1FF}" srcOrd="0" destOrd="0" presId="urn:microsoft.com/office/officeart/2005/8/layout/bList2"/>
    <dgm:cxn modelId="{E6DDF3D9-A355-4EEE-879A-D04025FA20F4}" srcId="{642B17A3-F142-4B4E-99FB-36F3C872F8AF}" destId="{8A83904C-3B18-4CB7-8016-CA35A8BF3EC2}" srcOrd="0" destOrd="0" parTransId="{D58F9161-07EA-489E-B8D9-32B54512CEA9}" sibTransId="{F5C187D0-6D3B-4320-991B-82549A5F3A21}"/>
    <dgm:cxn modelId="{511EAFE0-1914-42EC-81B9-E31628632F77}" srcId="{92201D62-8BF3-4A8B-B305-498B7C94E1B5}" destId="{63051186-FE4A-4D8D-8BB4-494522C8B0C2}" srcOrd="8" destOrd="0" parTransId="{99383FEC-3C24-43A4-AA4B-DC6F23A328A0}" sibTransId="{5CF796C0-95BF-425C-A6D8-41A169B7F5AA}"/>
    <dgm:cxn modelId="{D21C86E1-B72D-4751-A165-4D47DF945829}" srcId="{642B17A3-F142-4B4E-99FB-36F3C872F8AF}" destId="{D7F3FF9A-993D-4917-B4AE-08D6135A586E}" srcOrd="2" destOrd="0" parTransId="{0ACAEAB2-D512-47F0-860C-60A686DB7BF7}" sibTransId="{4FF61505-9DDB-4242-81CC-66F55F4023D4}"/>
    <dgm:cxn modelId="{E6C940E2-8D98-42D1-AC7A-981983E29BD0}" type="presOf" srcId="{043A15DF-5DCA-429C-BF57-99C7AE21FF08}" destId="{F0EEEE40-2CBD-426D-BD87-68045EE8AF3C}" srcOrd="0" destOrd="1" presId="urn:microsoft.com/office/officeart/2005/8/layout/bList2"/>
    <dgm:cxn modelId="{67A1A7E2-011F-4123-A3E7-42138553819B}" type="presOf" srcId="{BC1F9CE4-A648-4974-928E-29350CA8E9AB}" destId="{0DC597FF-6AAD-434A-A66D-E2840AC39F44}" srcOrd="0" destOrd="0" presId="urn:microsoft.com/office/officeart/2005/8/layout/bList2"/>
    <dgm:cxn modelId="{4F3AD0F3-3131-4C5C-AB00-292885AB9696}" srcId="{05C48E2B-7393-48C7-9443-F8B62F664427}" destId="{00CBD511-3946-4830-A1A7-9EE8255E0D92}" srcOrd="1" destOrd="0" parTransId="{3A047307-7FD9-478A-82BA-374ED3F288A2}" sibTransId="{7BF855CF-8EF0-4951-B1A0-8F3F658E97DA}"/>
    <dgm:cxn modelId="{BCDC64F4-0EAA-40B1-914F-D3667D7DFCA9}" type="presOf" srcId="{73C9003E-C370-4DCF-8FC5-FEEBC7D1D141}" destId="{040A3C90-1364-46E0-98BC-48840B444B6A}" srcOrd="1" destOrd="0" presId="urn:microsoft.com/office/officeart/2005/8/layout/bList2"/>
    <dgm:cxn modelId="{C3C8B2F4-C32B-474A-9AE5-0AD596EF57D3}" type="presOf" srcId="{46845239-83AD-49E3-AFEE-75FB218356C8}" destId="{F8AF94C5-4258-4594-82BB-FAAF1F6E4CC0}" srcOrd="0" destOrd="1" presId="urn:microsoft.com/office/officeart/2005/8/layout/bList2"/>
    <dgm:cxn modelId="{FD2633F6-AF44-4353-B6A4-4FD330E6B5C6}" type="presOf" srcId="{63051186-FE4A-4D8D-8BB4-494522C8B0C2}" destId="{13496A96-EAD8-42FB-980F-E5A6F02E7BFE}" srcOrd="1" destOrd="0" presId="urn:microsoft.com/office/officeart/2005/8/layout/bList2"/>
    <dgm:cxn modelId="{4F18FBF7-F3AB-4702-9CFD-C0C4A2EAAC42}" srcId="{0659C078-6FF5-4227-8D91-773AC4D6CD3C}" destId="{7707F39C-DF9D-4AEE-842C-C45E261D2C2E}" srcOrd="0" destOrd="0" parTransId="{0C6B2A3B-A902-4267-9C97-9DADFFE41CD8}" sibTransId="{B0DE0ADB-69FA-489A-A4B8-93A52736566B}"/>
    <dgm:cxn modelId="{644F28F8-06EF-4F56-AC2C-3F879AB9B9D0}" type="presOf" srcId="{D7F3FF9A-993D-4917-B4AE-08D6135A586E}" destId="{F0EEEE40-2CBD-426D-BD87-68045EE8AF3C}" srcOrd="0" destOrd="2" presId="urn:microsoft.com/office/officeart/2005/8/layout/bList2"/>
    <dgm:cxn modelId="{776ECDF8-A36C-4100-88D0-2588B921EAB6}" type="presOf" srcId="{96CF2D40-8884-481F-B1A0-9060C6E14910}" destId="{3E284CD1-4036-4B2A-90B3-E11934B8B944}" srcOrd="0" destOrd="0" presId="urn:microsoft.com/office/officeart/2005/8/layout/bList2"/>
    <dgm:cxn modelId="{07A21AF9-00F1-4FC4-9A31-4B032E8F58D6}" srcId="{73C9003E-C370-4DCF-8FC5-FEEBC7D1D141}" destId="{6C9C63B9-B5A7-440E-A1B8-F61EC8D12896}" srcOrd="1" destOrd="0" parTransId="{A3E96AF8-C153-4F5F-A11B-6F7CBE93027D}" sibTransId="{1B152CC8-EF65-4890-9AF4-6251EF1E560E}"/>
    <dgm:cxn modelId="{1A5785FA-AE4F-46A3-99A9-1D8B7C04258B}" srcId="{73C9003E-C370-4DCF-8FC5-FEEBC7D1D141}" destId="{64B9EF02-AFFF-4521-AAEB-4BA0732391AE}" srcOrd="2" destOrd="0" parTransId="{CBA1748C-F4A9-4B9A-8EC7-BBA1D5AA2448}" sibTransId="{CAAA9EB4-BA3E-4D19-B131-1264E32FBE60}"/>
    <dgm:cxn modelId="{C367D2FD-60F0-46A3-862C-94FFC3673904}" type="presOf" srcId="{99340E94-F910-4466-82D2-3DC750022754}" destId="{7C5790B2-E237-4B82-BA91-CBEFEB4DE37B}" srcOrd="0" destOrd="1" presId="urn:microsoft.com/office/officeart/2005/8/layout/bList2"/>
    <dgm:cxn modelId="{CE8F0BFE-1424-4A85-AE80-C52E5C9FA0FB}" srcId="{CC859347-0999-4AD0-914E-5F6A7A1692AB}" destId="{B1CDA807-2EE6-4C17-935B-5AD3F1827617}" srcOrd="1" destOrd="0" parTransId="{8C0C3F5C-0818-46E5-85D7-2E4B562629CB}" sibTransId="{DA8C08E8-D4D6-494C-9759-6BCA4FE77603}"/>
    <dgm:cxn modelId="{80AB29FF-ED0E-4BCB-9F8F-92B574A8E003}" srcId="{BC1F9CE4-A648-4974-928E-29350CA8E9AB}" destId="{19F93D72-B3F3-479B-A665-A199783DEFF1}" srcOrd="2" destOrd="0" parTransId="{61F48015-FDFE-4872-9A91-8654C2CE770B}" sibTransId="{2B4F8C37-2ED8-4EFE-B43F-5668FA2DA618}"/>
    <dgm:cxn modelId="{BA4A4D6E-64A3-4C04-896B-CB1C9BBD8626}" type="presParOf" srcId="{D3B5B03C-565C-4EBF-9B93-6ADF978DB6F0}" destId="{4A3DB85E-0DFA-42A7-9C80-01559E752BE2}" srcOrd="0" destOrd="0" presId="urn:microsoft.com/office/officeart/2005/8/layout/bList2"/>
    <dgm:cxn modelId="{0DC5604E-5DED-4EA2-B2EC-A6EB9ED22D03}" type="presParOf" srcId="{4A3DB85E-0DFA-42A7-9C80-01559E752BE2}" destId="{8959E275-1EC7-44CC-9731-6055E2D36F8B}" srcOrd="0" destOrd="0" presId="urn:microsoft.com/office/officeart/2005/8/layout/bList2"/>
    <dgm:cxn modelId="{071EB9C1-0B37-4C63-BA67-4D82A097C77B}" type="presParOf" srcId="{4A3DB85E-0DFA-42A7-9C80-01559E752BE2}" destId="{2B2A96AC-930E-4DE7-AE43-2302198E1E1B}" srcOrd="1" destOrd="0" presId="urn:microsoft.com/office/officeart/2005/8/layout/bList2"/>
    <dgm:cxn modelId="{DCFCB0AD-95CE-465A-8B1D-38C637041D02}" type="presParOf" srcId="{4A3DB85E-0DFA-42A7-9C80-01559E752BE2}" destId="{040A3C90-1364-46E0-98BC-48840B444B6A}" srcOrd="2" destOrd="0" presId="urn:microsoft.com/office/officeart/2005/8/layout/bList2"/>
    <dgm:cxn modelId="{E115AD17-C497-4A2D-87A4-34DEDCB88014}" type="presParOf" srcId="{4A3DB85E-0DFA-42A7-9C80-01559E752BE2}" destId="{F1B2F8A6-CF7D-4A5D-AA9D-1225FDABDAD2}" srcOrd="3" destOrd="0" presId="urn:microsoft.com/office/officeart/2005/8/layout/bList2"/>
    <dgm:cxn modelId="{563F5877-26E0-461A-8CA8-5FBC6DD86560}" type="presParOf" srcId="{D3B5B03C-565C-4EBF-9B93-6ADF978DB6F0}" destId="{DBB7CDAA-1D06-40B1-97BA-3120E1C5D1FF}" srcOrd="1" destOrd="0" presId="urn:microsoft.com/office/officeart/2005/8/layout/bList2"/>
    <dgm:cxn modelId="{06AE56DB-BD2F-43F6-8874-F48B37EA744F}" type="presParOf" srcId="{D3B5B03C-565C-4EBF-9B93-6ADF978DB6F0}" destId="{E6C5BB23-6ED1-4A5E-9353-CBADDD88ECFB}" srcOrd="2" destOrd="0" presId="urn:microsoft.com/office/officeart/2005/8/layout/bList2"/>
    <dgm:cxn modelId="{63CFBD60-BE93-4B65-B83B-60D9ADBAF0CB}" type="presParOf" srcId="{E6C5BB23-6ED1-4A5E-9353-CBADDD88ECFB}" destId="{F0EEEE40-2CBD-426D-BD87-68045EE8AF3C}" srcOrd="0" destOrd="0" presId="urn:microsoft.com/office/officeart/2005/8/layout/bList2"/>
    <dgm:cxn modelId="{44A9F03F-E35B-495D-9842-B45D1DB58677}" type="presParOf" srcId="{E6C5BB23-6ED1-4A5E-9353-CBADDD88ECFB}" destId="{540FDF2A-32CA-482E-A20C-AC85F5FFD4A2}" srcOrd="1" destOrd="0" presId="urn:microsoft.com/office/officeart/2005/8/layout/bList2"/>
    <dgm:cxn modelId="{D430939F-39DB-4C84-A98A-4C861B7F8782}" type="presParOf" srcId="{E6C5BB23-6ED1-4A5E-9353-CBADDD88ECFB}" destId="{A855E8E6-05F1-4E24-B7E5-9C65D5E83A9E}" srcOrd="2" destOrd="0" presId="urn:microsoft.com/office/officeart/2005/8/layout/bList2"/>
    <dgm:cxn modelId="{99F756EF-0C44-42D9-8AAD-84E8905B68FF}" type="presParOf" srcId="{E6C5BB23-6ED1-4A5E-9353-CBADDD88ECFB}" destId="{F3AECE8B-F543-4968-BDB2-D6302DE712C4}" srcOrd="3" destOrd="0" presId="urn:microsoft.com/office/officeart/2005/8/layout/bList2"/>
    <dgm:cxn modelId="{DCB4B86B-D538-41D7-94BF-5C599FCCA9F0}" type="presParOf" srcId="{D3B5B03C-565C-4EBF-9B93-6ADF978DB6F0}" destId="{3E284CD1-4036-4B2A-90B3-E11934B8B944}" srcOrd="3" destOrd="0" presId="urn:microsoft.com/office/officeart/2005/8/layout/bList2"/>
    <dgm:cxn modelId="{B3DD11AB-635C-44FE-9795-622A37212D7B}" type="presParOf" srcId="{D3B5B03C-565C-4EBF-9B93-6ADF978DB6F0}" destId="{C0D878DB-09D3-4554-89AA-7EA9513D9EEB}" srcOrd="4" destOrd="0" presId="urn:microsoft.com/office/officeart/2005/8/layout/bList2"/>
    <dgm:cxn modelId="{4AAC920F-5131-4CCF-AA9A-36FE1778BE49}" type="presParOf" srcId="{C0D878DB-09D3-4554-89AA-7EA9513D9EEB}" destId="{F8AF94C5-4258-4594-82BB-FAAF1F6E4CC0}" srcOrd="0" destOrd="0" presId="urn:microsoft.com/office/officeart/2005/8/layout/bList2"/>
    <dgm:cxn modelId="{69026554-BB57-476A-80C2-374A9BDFD02C}" type="presParOf" srcId="{C0D878DB-09D3-4554-89AA-7EA9513D9EEB}" destId="{BA816968-555F-416F-BCC4-636B7704F46A}" srcOrd="1" destOrd="0" presId="urn:microsoft.com/office/officeart/2005/8/layout/bList2"/>
    <dgm:cxn modelId="{057C6CF8-3E7B-4F36-910E-90107B27DE11}" type="presParOf" srcId="{C0D878DB-09D3-4554-89AA-7EA9513D9EEB}" destId="{D68558BE-825A-492D-B7A9-340FCA783581}" srcOrd="2" destOrd="0" presId="urn:microsoft.com/office/officeart/2005/8/layout/bList2"/>
    <dgm:cxn modelId="{B6FB8FF3-DFFD-4042-980A-DA212F0F5F9A}" type="presParOf" srcId="{C0D878DB-09D3-4554-89AA-7EA9513D9EEB}" destId="{0A55B40D-970F-4A0B-9A9E-F1835E7AB3E3}" srcOrd="3" destOrd="0" presId="urn:microsoft.com/office/officeart/2005/8/layout/bList2"/>
    <dgm:cxn modelId="{818F3563-C67A-4E56-967B-7CA57A05E0D4}" type="presParOf" srcId="{D3B5B03C-565C-4EBF-9B93-6ADF978DB6F0}" destId="{B2142061-841A-407D-AF32-7BC884FFA7B5}" srcOrd="5" destOrd="0" presId="urn:microsoft.com/office/officeart/2005/8/layout/bList2"/>
    <dgm:cxn modelId="{F057C8D2-FB44-4D90-8365-FF988A9D647F}" type="presParOf" srcId="{D3B5B03C-565C-4EBF-9B93-6ADF978DB6F0}" destId="{89070211-8008-46CB-BA90-5BB00CEAC191}" srcOrd="6" destOrd="0" presId="urn:microsoft.com/office/officeart/2005/8/layout/bList2"/>
    <dgm:cxn modelId="{E58F592B-D621-42F6-9766-97958395DFE8}" type="presParOf" srcId="{89070211-8008-46CB-BA90-5BB00CEAC191}" destId="{52414915-8D08-4FD3-B7D6-264279D23D90}" srcOrd="0" destOrd="0" presId="urn:microsoft.com/office/officeart/2005/8/layout/bList2"/>
    <dgm:cxn modelId="{6FB7911A-3F02-4478-BE2B-E02F37D3B050}" type="presParOf" srcId="{89070211-8008-46CB-BA90-5BB00CEAC191}" destId="{E9FE448B-F254-44BC-97BF-7288B605B390}" srcOrd="1" destOrd="0" presId="urn:microsoft.com/office/officeart/2005/8/layout/bList2"/>
    <dgm:cxn modelId="{DF9FE723-7B59-4B3E-99B7-C4D5ADD0703E}" type="presParOf" srcId="{89070211-8008-46CB-BA90-5BB00CEAC191}" destId="{33AE0C53-787C-4D31-B23C-65714B7C91EB}" srcOrd="2" destOrd="0" presId="urn:microsoft.com/office/officeart/2005/8/layout/bList2"/>
    <dgm:cxn modelId="{29A105DF-631E-4624-AAD5-3979A23005EA}" type="presParOf" srcId="{89070211-8008-46CB-BA90-5BB00CEAC191}" destId="{E5F960D2-05D4-4F17-A3EC-86879CF84FC3}" srcOrd="3" destOrd="0" presId="urn:microsoft.com/office/officeart/2005/8/layout/bList2"/>
    <dgm:cxn modelId="{7DECD793-7D88-4CEA-9873-9E82E8FB2E75}" type="presParOf" srcId="{D3B5B03C-565C-4EBF-9B93-6ADF978DB6F0}" destId="{720492E2-0CB2-4D80-955B-4FCFB0C3DD0E}" srcOrd="7" destOrd="0" presId="urn:microsoft.com/office/officeart/2005/8/layout/bList2"/>
    <dgm:cxn modelId="{92B72B22-238F-42C2-B301-49C5E7DF6678}" type="presParOf" srcId="{D3B5B03C-565C-4EBF-9B93-6ADF978DB6F0}" destId="{1C5E189A-0D7A-4D4C-B1F6-B06586ADA36F}" srcOrd="8" destOrd="0" presId="urn:microsoft.com/office/officeart/2005/8/layout/bList2"/>
    <dgm:cxn modelId="{DDE3D179-A679-49B6-833E-0D777A954D89}" type="presParOf" srcId="{1C5E189A-0D7A-4D4C-B1F6-B06586ADA36F}" destId="{A59469F8-29B9-46FF-AD14-1C2510709181}" srcOrd="0" destOrd="0" presId="urn:microsoft.com/office/officeart/2005/8/layout/bList2"/>
    <dgm:cxn modelId="{789418A6-6E20-40DD-9D34-11F617713447}" type="presParOf" srcId="{1C5E189A-0D7A-4D4C-B1F6-B06586ADA36F}" destId="{0DC597FF-6AAD-434A-A66D-E2840AC39F44}" srcOrd="1" destOrd="0" presId="urn:microsoft.com/office/officeart/2005/8/layout/bList2"/>
    <dgm:cxn modelId="{54CAF6EF-DF1E-4DB6-A729-6CCE408200CA}" type="presParOf" srcId="{1C5E189A-0D7A-4D4C-B1F6-B06586ADA36F}" destId="{D5271DCB-B9FA-40F4-A440-606B37B3CB38}" srcOrd="2" destOrd="0" presId="urn:microsoft.com/office/officeart/2005/8/layout/bList2"/>
    <dgm:cxn modelId="{12956266-38E4-4A86-AA07-5C75605D6592}" type="presParOf" srcId="{1C5E189A-0D7A-4D4C-B1F6-B06586ADA36F}" destId="{29686330-E1F9-4964-89EE-85174192BC5E}" srcOrd="3" destOrd="0" presId="urn:microsoft.com/office/officeart/2005/8/layout/bList2"/>
    <dgm:cxn modelId="{9D813FF2-1F22-4FD9-B3C7-34A52D8C8FBB}" type="presParOf" srcId="{D3B5B03C-565C-4EBF-9B93-6ADF978DB6F0}" destId="{25D7CC08-CD96-4692-8508-AD695D566043}" srcOrd="9" destOrd="0" presId="urn:microsoft.com/office/officeart/2005/8/layout/bList2"/>
    <dgm:cxn modelId="{B489FB3B-E3C6-445D-8EAC-FDA76CCFA32C}" type="presParOf" srcId="{D3B5B03C-565C-4EBF-9B93-6ADF978DB6F0}" destId="{5A16F0E5-04E8-44CF-A381-FC7FCD0F75C7}" srcOrd="10" destOrd="0" presId="urn:microsoft.com/office/officeart/2005/8/layout/bList2"/>
    <dgm:cxn modelId="{4A7B1F37-6A5A-4CA3-951F-5FA0C0A6CFE0}" type="presParOf" srcId="{5A16F0E5-04E8-44CF-A381-FC7FCD0F75C7}" destId="{1DC4EA92-C084-42D8-BEF0-CA8492B352B3}" srcOrd="0" destOrd="0" presId="urn:microsoft.com/office/officeart/2005/8/layout/bList2"/>
    <dgm:cxn modelId="{05CBD240-94A2-4C56-8A8F-DD2180400C1D}" type="presParOf" srcId="{5A16F0E5-04E8-44CF-A381-FC7FCD0F75C7}" destId="{25E5F385-99D5-46D2-934B-491EBBCB5E54}" srcOrd="1" destOrd="0" presId="urn:microsoft.com/office/officeart/2005/8/layout/bList2"/>
    <dgm:cxn modelId="{28EAE6F9-4F1F-4B54-BBE9-0284C0279A18}" type="presParOf" srcId="{5A16F0E5-04E8-44CF-A381-FC7FCD0F75C7}" destId="{B78BDAC8-5B30-4EDA-BF13-5D3EAA8A9C94}" srcOrd="2" destOrd="0" presId="urn:microsoft.com/office/officeart/2005/8/layout/bList2"/>
    <dgm:cxn modelId="{438D5980-DB61-4628-9EA9-C700BCC0E8F6}" type="presParOf" srcId="{5A16F0E5-04E8-44CF-A381-FC7FCD0F75C7}" destId="{BA861AE6-8F31-4A86-847C-1F311C3798BA}" srcOrd="3" destOrd="0" presId="urn:microsoft.com/office/officeart/2005/8/layout/bList2"/>
    <dgm:cxn modelId="{986941C0-AA95-4E18-98B2-4B2D48AC1DDB}" type="presParOf" srcId="{D3B5B03C-565C-4EBF-9B93-6ADF978DB6F0}" destId="{27F393AB-D054-4976-A134-011874547F76}" srcOrd="11" destOrd="0" presId="urn:microsoft.com/office/officeart/2005/8/layout/bList2"/>
    <dgm:cxn modelId="{FB5909D7-8F90-4B31-87F0-45D9EEF183F8}" type="presParOf" srcId="{D3B5B03C-565C-4EBF-9B93-6ADF978DB6F0}" destId="{600EBFDB-1F27-471D-9C74-EEDC2A26A06C}" srcOrd="12" destOrd="0" presId="urn:microsoft.com/office/officeart/2005/8/layout/bList2"/>
    <dgm:cxn modelId="{09649179-4A41-4A9C-8AFF-44F0B2BE0129}" type="presParOf" srcId="{600EBFDB-1F27-471D-9C74-EEDC2A26A06C}" destId="{7C5790B2-E237-4B82-BA91-CBEFEB4DE37B}" srcOrd="0" destOrd="0" presId="urn:microsoft.com/office/officeart/2005/8/layout/bList2"/>
    <dgm:cxn modelId="{52A0DAA2-1D2D-4D5A-80FA-B1ABE8E17F60}" type="presParOf" srcId="{600EBFDB-1F27-471D-9C74-EEDC2A26A06C}" destId="{71189E29-33C3-49AC-9407-F750B7141943}" srcOrd="1" destOrd="0" presId="urn:microsoft.com/office/officeart/2005/8/layout/bList2"/>
    <dgm:cxn modelId="{7065378C-974A-406B-9739-CF056CBC39B4}" type="presParOf" srcId="{600EBFDB-1F27-471D-9C74-EEDC2A26A06C}" destId="{EAF3D80F-09F7-4FBB-9463-FA6AAABEAEB4}" srcOrd="2" destOrd="0" presId="urn:microsoft.com/office/officeart/2005/8/layout/bList2"/>
    <dgm:cxn modelId="{B9666D65-92FF-45C6-803F-2A3C9755030F}" type="presParOf" srcId="{600EBFDB-1F27-471D-9C74-EEDC2A26A06C}" destId="{A9403E49-05FF-4F16-953E-139CA3D9A2F3}" srcOrd="3" destOrd="0" presId="urn:microsoft.com/office/officeart/2005/8/layout/bList2"/>
    <dgm:cxn modelId="{74F2D200-E1C0-4F19-A862-BD5C842BD818}" type="presParOf" srcId="{D3B5B03C-565C-4EBF-9B93-6ADF978DB6F0}" destId="{39FEA741-E521-4932-B8C3-B8E910B60B37}" srcOrd="13" destOrd="0" presId="urn:microsoft.com/office/officeart/2005/8/layout/bList2"/>
    <dgm:cxn modelId="{B49232B3-5911-46EB-AB89-A153A3E63DCA}" type="presParOf" srcId="{D3B5B03C-565C-4EBF-9B93-6ADF978DB6F0}" destId="{6ED06F4D-F8F2-45CF-8194-04B4A8A3D1EB}" srcOrd="14" destOrd="0" presId="urn:microsoft.com/office/officeart/2005/8/layout/bList2"/>
    <dgm:cxn modelId="{1658CEA9-68EB-4AE1-BBDA-A8759DE889BB}" type="presParOf" srcId="{6ED06F4D-F8F2-45CF-8194-04B4A8A3D1EB}" destId="{F4E6B94E-367E-45FB-A028-8371525D5732}" srcOrd="0" destOrd="0" presId="urn:microsoft.com/office/officeart/2005/8/layout/bList2"/>
    <dgm:cxn modelId="{6150326F-0A9B-46FF-B13E-500943241909}" type="presParOf" srcId="{6ED06F4D-F8F2-45CF-8194-04B4A8A3D1EB}" destId="{7EA2CE15-337D-4084-A383-14A14791DBD7}" srcOrd="1" destOrd="0" presId="urn:microsoft.com/office/officeart/2005/8/layout/bList2"/>
    <dgm:cxn modelId="{81FBD6A2-AB87-4A42-97C2-6F6D41E72589}" type="presParOf" srcId="{6ED06F4D-F8F2-45CF-8194-04B4A8A3D1EB}" destId="{9161BD6C-5375-4E8E-86C8-D6E028463745}" srcOrd="2" destOrd="0" presId="urn:microsoft.com/office/officeart/2005/8/layout/bList2"/>
    <dgm:cxn modelId="{A533A6A2-14B1-462E-9FEE-DD2CCBA192AC}" type="presParOf" srcId="{6ED06F4D-F8F2-45CF-8194-04B4A8A3D1EB}" destId="{53ABD2FB-A56F-42C3-B11B-A843FDDD6FEC}" srcOrd="3" destOrd="0" presId="urn:microsoft.com/office/officeart/2005/8/layout/bList2"/>
    <dgm:cxn modelId="{11CF2E28-E37B-47D3-B8A2-6B5225ECCF6C}" type="presParOf" srcId="{D3B5B03C-565C-4EBF-9B93-6ADF978DB6F0}" destId="{9B03330F-5A5F-4193-8DF5-5630BC685CE5}" srcOrd="15" destOrd="0" presId="urn:microsoft.com/office/officeart/2005/8/layout/bList2"/>
    <dgm:cxn modelId="{CC7B211B-9127-46B5-91D2-98C6309DD0CA}" type="presParOf" srcId="{D3B5B03C-565C-4EBF-9B93-6ADF978DB6F0}" destId="{04ACE704-3B93-4859-BB86-2274B88DD514}" srcOrd="16" destOrd="0" presId="urn:microsoft.com/office/officeart/2005/8/layout/bList2"/>
    <dgm:cxn modelId="{9CBECEAC-4853-44CA-9485-DDF792803565}" type="presParOf" srcId="{04ACE704-3B93-4859-BB86-2274B88DD514}" destId="{4B202A0B-258F-4546-8C7C-B4313F86C551}" srcOrd="0" destOrd="0" presId="urn:microsoft.com/office/officeart/2005/8/layout/bList2"/>
    <dgm:cxn modelId="{EE135738-C989-448D-8D59-D74585795BE5}" type="presParOf" srcId="{04ACE704-3B93-4859-BB86-2274B88DD514}" destId="{C7C0985B-A71B-415F-90F8-FAE959D772DC}" srcOrd="1" destOrd="0" presId="urn:microsoft.com/office/officeart/2005/8/layout/bList2"/>
    <dgm:cxn modelId="{89507E9F-E721-4EF6-AE59-62A9108D04E2}" type="presParOf" srcId="{04ACE704-3B93-4859-BB86-2274B88DD514}" destId="{13496A96-EAD8-42FB-980F-E5A6F02E7BFE}" srcOrd="2" destOrd="0" presId="urn:microsoft.com/office/officeart/2005/8/layout/bList2"/>
    <dgm:cxn modelId="{A931F29B-E952-44F9-B331-246E2BA5C319}" type="presParOf" srcId="{04ACE704-3B93-4859-BB86-2274B88DD514}" destId="{9E109D36-CEDF-434C-94B1-91CEE564B865}" srcOrd="3" destOrd="0" presId="urn:microsoft.com/office/officeart/2005/8/layout/bList2"/>
    <dgm:cxn modelId="{83751B5B-CBC3-449E-A5C1-DE97ABFBF03F}" type="presParOf" srcId="{D3B5B03C-565C-4EBF-9B93-6ADF978DB6F0}" destId="{47BBAAE5-00B5-415E-9395-6CF5303FCE80}" srcOrd="17" destOrd="0" presId="urn:microsoft.com/office/officeart/2005/8/layout/bList2"/>
    <dgm:cxn modelId="{7FAF34B7-4EA9-431A-8A8D-2A22A42582AF}" type="presParOf" srcId="{D3B5B03C-565C-4EBF-9B93-6ADF978DB6F0}" destId="{360BC093-62D1-4456-ABF3-F65B98BE32AF}" srcOrd="18" destOrd="0" presId="urn:microsoft.com/office/officeart/2005/8/layout/bList2"/>
    <dgm:cxn modelId="{6A809135-C2D2-4DA7-94D5-132B77275BB9}" type="presParOf" srcId="{360BC093-62D1-4456-ABF3-F65B98BE32AF}" destId="{C7BAFD16-FD06-4386-BD2F-729CFD998455}" srcOrd="0" destOrd="0" presId="urn:microsoft.com/office/officeart/2005/8/layout/bList2"/>
    <dgm:cxn modelId="{03351E4E-4A7F-4E71-871A-C035A0D249E2}" type="presParOf" srcId="{360BC093-62D1-4456-ABF3-F65B98BE32AF}" destId="{49F850E2-AAC5-446E-9814-1A86F324FB63}" srcOrd="1" destOrd="0" presId="urn:microsoft.com/office/officeart/2005/8/layout/bList2"/>
    <dgm:cxn modelId="{6C61ED5C-0661-4504-96EE-FA36E49AFAC1}" type="presParOf" srcId="{360BC093-62D1-4456-ABF3-F65B98BE32AF}" destId="{9499030C-AFAE-45FA-ABAD-4C141FD68DA8}" srcOrd="2" destOrd="0" presId="urn:microsoft.com/office/officeart/2005/8/layout/bList2"/>
    <dgm:cxn modelId="{577B48C5-F4A8-4B5A-A3B9-74B26CF8420E}" type="presParOf" srcId="{360BC093-62D1-4456-ABF3-F65B98BE32AF}" destId="{17AC1CC2-72F5-4281-8B40-ED10CF782DAE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2201D62-8BF3-4A8B-B305-498B7C94E1B5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3C9003E-C370-4DCF-8FC5-FEEBC7D1D141}">
      <dgm:prSet/>
      <dgm:spPr/>
      <dgm:t>
        <a:bodyPr/>
        <a:lstStyle/>
        <a:p>
          <a:pPr latinLnBrk="1"/>
          <a:r>
            <a:rPr lang="ko-KR" b="1" i="0" baseline="0"/>
            <a:t>Ruby</a:t>
          </a:r>
          <a:r>
            <a:rPr lang="en-US" b="1" i="0" baseline="0"/>
            <a:t> </a:t>
          </a:r>
          <a:endParaRPr lang="ko-KR" dirty="0"/>
        </a:p>
      </dgm:t>
    </dgm:pt>
    <dgm:pt modelId="{F500F481-163D-42E4-A6FF-A8C5B4F7C1D6}" type="parTrans" cxnId="{29DFAD4F-3FCA-4C6A-8842-9245A19E41B7}">
      <dgm:prSet/>
      <dgm:spPr/>
      <dgm:t>
        <a:bodyPr/>
        <a:lstStyle/>
        <a:p>
          <a:pPr latinLnBrk="1"/>
          <a:endParaRPr lang="ko-KR" altLang="en-US"/>
        </a:p>
      </dgm:t>
    </dgm:pt>
    <dgm:pt modelId="{4447B371-B058-46C1-9B9A-E2CF107BAC94}" type="sibTrans" cxnId="{29DFAD4F-3FCA-4C6A-8842-9245A19E41B7}">
      <dgm:prSet/>
      <dgm:spPr/>
      <dgm:t>
        <a:bodyPr/>
        <a:lstStyle/>
        <a:p>
          <a:pPr latinLnBrk="1"/>
          <a:endParaRPr lang="ko-KR" altLang="en-US"/>
        </a:p>
      </dgm:t>
    </dgm:pt>
    <dgm:pt modelId="{2ABF7105-78A1-4BC0-BFFB-61A7F0D11BA2}">
      <dgm:prSet/>
      <dgm:spPr/>
      <dgm:t>
        <a:bodyPr/>
        <a:lstStyle/>
        <a:p>
          <a:pPr latinLnBrk="1"/>
          <a:r>
            <a:rPr lang="ko-KR" b="0" i="0" baseline="0" dirty="0"/>
            <a:t>웹 개발</a:t>
          </a:r>
          <a:endParaRPr lang="ko-KR" dirty="0"/>
        </a:p>
      </dgm:t>
    </dgm:pt>
    <dgm:pt modelId="{71C461CF-CF27-4B12-B842-F344BDB4A563}" type="parTrans" cxnId="{8CB42474-A9B3-4446-8F93-5FF0618B39C1}">
      <dgm:prSet/>
      <dgm:spPr/>
      <dgm:t>
        <a:bodyPr/>
        <a:lstStyle/>
        <a:p>
          <a:pPr latinLnBrk="1"/>
          <a:endParaRPr lang="ko-KR" altLang="en-US"/>
        </a:p>
      </dgm:t>
    </dgm:pt>
    <dgm:pt modelId="{46C68E15-EA4F-42B2-B7A9-2D1371A0640C}" type="sibTrans" cxnId="{8CB42474-A9B3-4446-8F93-5FF0618B39C1}">
      <dgm:prSet/>
      <dgm:spPr/>
      <dgm:t>
        <a:bodyPr/>
        <a:lstStyle/>
        <a:p>
          <a:pPr latinLnBrk="1"/>
          <a:endParaRPr lang="ko-KR" altLang="en-US"/>
        </a:p>
      </dgm:t>
    </dgm:pt>
    <dgm:pt modelId="{4DAD2C14-B64C-45E5-B5A3-9295D5E732DA}">
      <dgm:prSet/>
      <dgm:spPr/>
      <dgm:t>
        <a:bodyPr/>
        <a:lstStyle/>
        <a:p>
          <a:pPr latinLnBrk="1"/>
          <a:r>
            <a:rPr lang="ko-KR" b="1" i="0" baseline="0" dirty="0"/>
            <a:t>PHP</a:t>
          </a:r>
          <a:endParaRPr lang="ko-KR" dirty="0"/>
        </a:p>
      </dgm:t>
    </dgm:pt>
    <dgm:pt modelId="{87EE5438-5A8B-4FCC-8340-55869CC60C80}" type="parTrans" cxnId="{362CBA98-89E9-42C8-93EB-4B541CA089B9}">
      <dgm:prSet/>
      <dgm:spPr/>
      <dgm:t>
        <a:bodyPr/>
        <a:lstStyle/>
        <a:p>
          <a:pPr latinLnBrk="1"/>
          <a:endParaRPr lang="ko-KR" altLang="en-US"/>
        </a:p>
      </dgm:t>
    </dgm:pt>
    <dgm:pt modelId="{62FED5BD-EEFE-49B8-8B83-60146B699365}" type="sibTrans" cxnId="{362CBA98-89E9-42C8-93EB-4B541CA089B9}">
      <dgm:prSet/>
      <dgm:spPr/>
      <dgm:t>
        <a:bodyPr/>
        <a:lstStyle/>
        <a:p>
          <a:pPr latinLnBrk="1"/>
          <a:endParaRPr lang="ko-KR" altLang="en-US"/>
        </a:p>
      </dgm:t>
    </dgm:pt>
    <dgm:pt modelId="{8EF10F68-9F33-41AC-A692-49DF20EAA728}">
      <dgm:prSet/>
      <dgm:spPr/>
      <dgm:t>
        <a:bodyPr/>
        <a:lstStyle/>
        <a:p>
          <a:pPr latinLnBrk="1"/>
          <a:r>
            <a:rPr lang="ko-KR" b="0" i="0" baseline="0" dirty="0"/>
            <a:t>동적 웹 페이지를 개발</a:t>
          </a:r>
          <a:r>
            <a:rPr lang="en-US" b="0" i="0" baseline="0" dirty="0"/>
            <a:t>, </a:t>
          </a:r>
          <a:endParaRPr lang="ko-KR" dirty="0"/>
        </a:p>
      </dgm:t>
    </dgm:pt>
    <dgm:pt modelId="{BFC18902-D28D-45C8-ABCB-EA6B07082317}" type="parTrans" cxnId="{7C5B2CD5-7892-42CE-8457-F40AA0B3177B}">
      <dgm:prSet/>
      <dgm:spPr/>
      <dgm:t>
        <a:bodyPr/>
        <a:lstStyle/>
        <a:p>
          <a:pPr latinLnBrk="1"/>
          <a:endParaRPr lang="ko-KR" altLang="en-US"/>
        </a:p>
      </dgm:t>
    </dgm:pt>
    <dgm:pt modelId="{BBA0117D-C162-45F9-B29E-10B4CFB3BDB1}" type="sibTrans" cxnId="{7C5B2CD5-7892-42CE-8457-F40AA0B3177B}">
      <dgm:prSet/>
      <dgm:spPr/>
      <dgm:t>
        <a:bodyPr/>
        <a:lstStyle/>
        <a:p>
          <a:pPr latinLnBrk="1"/>
          <a:endParaRPr lang="ko-KR" altLang="en-US"/>
        </a:p>
      </dgm:t>
    </dgm:pt>
    <dgm:pt modelId="{ADC3BE4D-8D36-415B-9050-B33B0710A217}">
      <dgm:prSet/>
      <dgm:spPr/>
      <dgm:t>
        <a:bodyPr/>
        <a:lstStyle/>
        <a:p>
          <a:pPr latinLnBrk="1"/>
          <a:r>
            <a:rPr lang="ko-KR" b="1" i="0" baseline="0" dirty="0" err="1"/>
            <a:t>Rust</a:t>
          </a:r>
          <a:endParaRPr lang="ko-KR" dirty="0"/>
        </a:p>
      </dgm:t>
    </dgm:pt>
    <dgm:pt modelId="{6948A5E1-6D5F-4B3C-A7CE-CCF3A0E3DC60}" type="parTrans" cxnId="{5BEB3B76-76C5-4DD2-BCCD-643F5B3F120E}">
      <dgm:prSet/>
      <dgm:spPr/>
      <dgm:t>
        <a:bodyPr/>
        <a:lstStyle/>
        <a:p>
          <a:pPr latinLnBrk="1"/>
          <a:endParaRPr lang="ko-KR" altLang="en-US"/>
        </a:p>
      </dgm:t>
    </dgm:pt>
    <dgm:pt modelId="{10DB0D3D-B09C-48CF-9F29-14FDA8C36E80}" type="sibTrans" cxnId="{5BEB3B76-76C5-4DD2-BCCD-643F5B3F120E}">
      <dgm:prSet/>
      <dgm:spPr/>
      <dgm:t>
        <a:bodyPr/>
        <a:lstStyle/>
        <a:p>
          <a:pPr latinLnBrk="1"/>
          <a:endParaRPr lang="ko-KR" altLang="en-US"/>
        </a:p>
      </dgm:t>
    </dgm:pt>
    <dgm:pt modelId="{E49EF042-9B96-4038-B0C5-72C6DB2C5486}">
      <dgm:prSet/>
      <dgm:spPr/>
      <dgm:t>
        <a:bodyPr/>
        <a:lstStyle/>
        <a:p>
          <a:pPr latinLnBrk="1"/>
          <a:r>
            <a:rPr lang="ko-KR" b="0" i="0" baseline="0" dirty="0"/>
            <a:t>시스템 프로그래밍</a:t>
          </a:r>
          <a:endParaRPr lang="ko-KR" dirty="0"/>
        </a:p>
      </dgm:t>
    </dgm:pt>
    <dgm:pt modelId="{FF0729F0-138B-479A-A15F-A53260BBB2AD}" type="parTrans" cxnId="{9013D8A4-954B-4F4A-9020-B5158627B387}">
      <dgm:prSet/>
      <dgm:spPr/>
      <dgm:t>
        <a:bodyPr/>
        <a:lstStyle/>
        <a:p>
          <a:pPr latinLnBrk="1"/>
          <a:endParaRPr lang="ko-KR" altLang="en-US"/>
        </a:p>
      </dgm:t>
    </dgm:pt>
    <dgm:pt modelId="{5E78FB27-25C5-4C90-ABB3-073F2F97F445}" type="sibTrans" cxnId="{9013D8A4-954B-4F4A-9020-B5158627B387}">
      <dgm:prSet/>
      <dgm:spPr/>
      <dgm:t>
        <a:bodyPr/>
        <a:lstStyle/>
        <a:p>
          <a:pPr latinLnBrk="1"/>
          <a:endParaRPr lang="ko-KR" altLang="en-US"/>
        </a:p>
      </dgm:t>
    </dgm:pt>
    <dgm:pt modelId="{ECB6AE1A-2C2E-4948-8E6B-A398DF1B6445}">
      <dgm:prSet/>
      <dgm:spPr/>
      <dgm:t>
        <a:bodyPr/>
        <a:lstStyle/>
        <a:p>
          <a:pPr latinLnBrk="1"/>
          <a:r>
            <a:rPr lang="ko-KR" b="1" i="0" baseline="0" dirty="0" err="1"/>
            <a:t>TypeScript</a:t>
          </a:r>
          <a:endParaRPr lang="ko-KR" dirty="0"/>
        </a:p>
      </dgm:t>
    </dgm:pt>
    <dgm:pt modelId="{8921589E-BD53-4423-94E0-8A343A80087D}" type="parTrans" cxnId="{C800A334-629E-41A3-95BA-343447D9EC05}">
      <dgm:prSet/>
      <dgm:spPr/>
      <dgm:t>
        <a:bodyPr/>
        <a:lstStyle/>
        <a:p>
          <a:pPr latinLnBrk="1"/>
          <a:endParaRPr lang="ko-KR" altLang="en-US"/>
        </a:p>
      </dgm:t>
    </dgm:pt>
    <dgm:pt modelId="{F03B8255-B792-467C-BC08-AE77FB53C5E7}" type="sibTrans" cxnId="{C800A334-629E-41A3-95BA-343447D9EC05}">
      <dgm:prSet/>
      <dgm:spPr/>
      <dgm:t>
        <a:bodyPr/>
        <a:lstStyle/>
        <a:p>
          <a:pPr latinLnBrk="1"/>
          <a:endParaRPr lang="ko-KR" altLang="en-US"/>
        </a:p>
      </dgm:t>
    </dgm:pt>
    <dgm:pt modelId="{8AF7F299-4AE3-4671-A933-CB24A4BBBEAD}">
      <dgm:prSet/>
      <dgm:spPr/>
      <dgm:t>
        <a:bodyPr/>
        <a:lstStyle/>
        <a:p>
          <a:pPr latinLnBrk="1"/>
          <a:r>
            <a:rPr lang="ko-KR" b="0" i="0" baseline="0" dirty="0" err="1"/>
            <a:t>JavaScript의</a:t>
          </a:r>
          <a:r>
            <a:rPr lang="ko-KR" b="0" i="0" baseline="0" dirty="0"/>
            <a:t> 상위</a:t>
          </a:r>
          <a:endParaRPr lang="ko-KR" dirty="0"/>
        </a:p>
      </dgm:t>
    </dgm:pt>
    <dgm:pt modelId="{C6EBF800-5D74-4B22-9335-A3881F5E69C1}" type="parTrans" cxnId="{4642D3C1-01CE-4662-BB7A-4BFCEFA06872}">
      <dgm:prSet/>
      <dgm:spPr/>
      <dgm:t>
        <a:bodyPr/>
        <a:lstStyle/>
        <a:p>
          <a:pPr latinLnBrk="1"/>
          <a:endParaRPr lang="ko-KR" altLang="en-US"/>
        </a:p>
      </dgm:t>
    </dgm:pt>
    <dgm:pt modelId="{5BFC327B-E11E-4CD0-9C61-F0FBA716F5A5}" type="sibTrans" cxnId="{4642D3C1-01CE-4662-BB7A-4BFCEFA06872}">
      <dgm:prSet/>
      <dgm:spPr/>
      <dgm:t>
        <a:bodyPr/>
        <a:lstStyle/>
        <a:p>
          <a:pPr latinLnBrk="1"/>
          <a:endParaRPr lang="ko-KR" altLang="en-US"/>
        </a:p>
      </dgm:t>
    </dgm:pt>
    <dgm:pt modelId="{DF396740-7F9B-4F33-B663-296968D7CE99}">
      <dgm:prSet/>
      <dgm:spPr/>
      <dgm:t>
        <a:bodyPr/>
        <a:lstStyle/>
        <a:p>
          <a:pPr latinLnBrk="1"/>
          <a:r>
            <a:rPr lang="ko-KR" b="1" dirty="0"/>
            <a:t>R:</a:t>
          </a:r>
          <a:endParaRPr lang="ko-KR" dirty="0"/>
        </a:p>
      </dgm:t>
    </dgm:pt>
    <dgm:pt modelId="{72D475DA-01A9-450D-AB3E-BF4E4F13E157}" type="parTrans" cxnId="{1EF22E6A-DD57-4F7A-809D-5706B6D3A911}">
      <dgm:prSet/>
      <dgm:spPr/>
      <dgm:t>
        <a:bodyPr/>
        <a:lstStyle/>
        <a:p>
          <a:pPr latinLnBrk="1"/>
          <a:endParaRPr lang="ko-KR" altLang="en-US"/>
        </a:p>
      </dgm:t>
    </dgm:pt>
    <dgm:pt modelId="{26A24907-0D8B-47CC-83C1-BBC145226FAB}" type="sibTrans" cxnId="{1EF22E6A-DD57-4F7A-809D-5706B6D3A911}">
      <dgm:prSet/>
      <dgm:spPr/>
      <dgm:t>
        <a:bodyPr/>
        <a:lstStyle/>
        <a:p>
          <a:pPr latinLnBrk="1"/>
          <a:endParaRPr lang="ko-KR" altLang="en-US"/>
        </a:p>
      </dgm:t>
    </dgm:pt>
    <dgm:pt modelId="{043E9A5B-0389-42E3-AF8C-5352D217BA07}">
      <dgm:prSet/>
      <dgm:spPr/>
      <dgm:t>
        <a:bodyPr/>
        <a:lstStyle/>
        <a:p>
          <a:pPr latinLnBrk="1"/>
          <a:r>
            <a:rPr lang="ko-KR" b="0" i="0" baseline="0" dirty="0"/>
            <a:t>데이터 분석 및 </a:t>
          </a:r>
          <a:r>
            <a:rPr lang="ko-KR" b="0" i="0" baseline="0" dirty="0" err="1"/>
            <a:t>머신러닝</a:t>
          </a:r>
          <a:endParaRPr lang="ko-KR" dirty="0"/>
        </a:p>
      </dgm:t>
    </dgm:pt>
    <dgm:pt modelId="{F1657715-CCA7-4664-BE2B-EA17349F56DD}" type="parTrans" cxnId="{325EBC6F-45A1-4DEC-BAFB-2EA4A91B2F7E}">
      <dgm:prSet/>
      <dgm:spPr/>
      <dgm:t>
        <a:bodyPr/>
        <a:lstStyle/>
        <a:p>
          <a:pPr latinLnBrk="1"/>
          <a:endParaRPr lang="ko-KR" altLang="en-US"/>
        </a:p>
      </dgm:t>
    </dgm:pt>
    <dgm:pt modelId="{FB36B8E0-48C7-4B4A-BEC2-B06DFEED00F9}" type="sibTrans" cxnId="{325EBC6F-45A1-4DEC-BAFB-2EA4A91B2F7E}">
      <dgm:prSet/>
      <dgm:spPr/>
      <dgm:t>
        <a:bodyPr/>
        <a:lstStyle/>
        <a:p>
          <a:pPr latinLnBrk="1"/>
          <a:endParaRPr lang="ko-KR" altLang="en-US"/>
        </a:p>
      </dgm:t>
    </dgm:pt>
    <dgm:pt modelId="{E407BB1C-EFFF-495A-B7E9-1107CEEAE4EA}">
      <dgm:prSet/>
      <dgm:spPr/>
      <dgm:t>
        <a:bodyPr/>
        <a:lstStyle/>
        <a:p>
          <a:pPr latinLnBrk="1"/>
          <a:r>
            <a:rPr lang="ko-KR" b="0" i="0" baseline="0" dirty="0"/>
            <a:t>시스템 관리</a:t>
          </a:r>
          <a:endParaRPr lang="ko-KR" dirty="0"/>
        </a:p>
      </dgm:t>
    </dgm:pt>
    <dgm:pt modelId="{79952D3B-C79E-4BE0-A2DC-D4473A8DD37B}" type="parTrans" cxnId="{4CF65086-BFC9-4668-A34E-8E2E107E7AB4}">
      <dgm:prSet/>
      <dgm:spPr/>
      <dgm:t>
        <a:bodyPr/>
        <a:lstStyle/>
        <a:p>
          <a:pPr latinLnBrk="1"/>
          <a:endParaRPr lang="ko-KR" altLang="en-US"/>
        </a:p>
      </dgm:t>
    </dgm:pt>
    <dgm:pt modelId="{519C1E1F-E26F-4EE4-AE8E-EF156137C2D0}" type="sibTrans" cxnId="{4CF65086-BFC9-4668-A34E-8E2E107E7AB4}">
      <dgm:prSet/>
      <dgm:spPr/>
      <dgm:t>
        <a:bodyPr/>
        <a:lstStyle/>
        <a:p>
          <a:pPr latinLnBrk="1"/>
          <a:endParaRPr lang="ko-KR" altLang="en-US"/>
        </a:p>
      </dgm:t>
    </dgm:pt>
    <dgm:pt modelId="{0669F6D2-5070-47F9-9ED3-C6DC9FD67F74}">
      <dgm:prSet/>
      <dgm:spPr/>
      <dgm:t>
        <a:bodyPr/>
        <a:lstStyle/>
        <a:p>
          <a:pPr latinLnBrk="1"/>
          <a:r>
            <a:rPr lang="ko-KR" b="1" i="0" baseline="0" dirty="0" err="1"/>
            <a:t>Matlab</a:t>
          </a:r>
          <a:endParaRPr lang="ko-KR" dirty="0"/>
        </a:p>
      </dgm:t>
    </dgm:pt>
    <dgm:pt modelId="{639AF897-A662-4B23-8F6F-551B04BF36BD}" type="parTrans" cxnId="{EA4A790D-F71D-489B-B9B8-3AC4C5D3F36F}">
      <dgm:prSet/>
      <dgm:spPr/>
      <dgm:t>
        <a:bodyPr/>
        <a:lstStyle/>
        <a:p>
          <a:pPr latinLnBrk="1"/>
          <a:endParaRPr lang="ko-KR" altLang="en-US"/>
        </a:p>
      </dgm:t>
    </dgm:pt>
    <dgm:pt modelId="{149D5624-EB27-4F60-8898-A36232053721}" type="sibTrans" cxnId="{EA4A790D-F71D-489B-B9B8-3AC4C5D3F36F}">
      <dgm:prSet/>
      <dgm:spPr/>
      <dgm:t>
        <a:bodyPr/>
        <a:lstStyle/>
        <a:p>
          <a:pPr latinLnBrk="1"/>
          <a:endParaRPr lang="ko-KR" altLang="en-US"/>
        </a:p>
      </dgm:t>
    </dgm:pt>
    <dgm:pt modelId="{549679BF-48F7-49B5-9EC6-A6EC27FB8937}">
      <dgm:prSet/>
      <dgm:spPr/>
      <dgm:t>
        <a:bodyPr/>
        <a:lstStyle/>
        <a:p>
          <a:pPr latinLnBrk="1"/>
          <a:r>
            <a:rPr lang="ko-KR" b="0" i="0" baseline="0" dirty="0"/>
            <a:t>과학 및 공학 분야</a:t>
          </a:r>
          <a:endParaRPr lang="ko-KR" dirty="0"/>
        </a:p>
      </dgm:t>
    </dgm:pt>
    <dgm:pt modelId="{E99AABF0-2C34-4A52-917E-C44899DBC7FD}" type="parTrans" cxnId="{F0D1C9A4-D3E0-431A-AF90-3670FB5ADCCB}">
      <dgm:prSet/>
      <dgm:spPr/>
      <dgm:t>
        <a:bodyPr/>
        <a:lstStyle/>
        <a:p>
          <a:pPr latinLnBrk="1"/>
          <a:endParaRPr lang="ko-KR" altLang="en-US"/>
        </a:p>
      </dgm:t>
    </dgm:pt>
    <dgm:pt modelId="{77D8E2A6-D259-4467-AAFA-C6274E06012F}" type="sibTrans" cxnId="{F0D1C9A4-D3E0-431A-AF90-3670FB5ADCCB}">
      <dgm:prSet/>
      <dgm:spPr/>
      <dgm:t>
        <a:bodyPr/>
        <a:lstStyle/>
        <a:p>
          <a:pPr latinLnBrk="1"/>
          <a:endParaRPr lang="ko-KR" altLang="en-US"/>
        </a:p>
      </dgm:t>
    </dgm:pt>
    <dgm:pt modelId="{98F1F249-F8D7-4621-931A-0839F1C3E4B8}">
      <dgm:prSet/>
      <dgm:spPr/>
      <dgm:t>
        <a:bodyPr/>
        <a:lstStyle/>
        <a:p>
          <a:pPr latinLnBrk="1"/>
          <a:r>
            <a:rPr lang="ko-KR" b="1" i="0" baseline="0" dirty="0" err="1"/>
            <a:t>Scala</a:t>
          </a:r>
          <a:endParaRPr lang="ko-KR" dirty="0"/>
        </a:p>
      </dgm:t>
    </dgm:pt>
    <dgm:pt modelId="{22F3AE70-8279-4EA6-93DF-43A95E40DB96}" type="parTrans" cxnId="{956BA3D6-82BF-4DDA-851F-78F12F1E4B92}">
      <dgm:prSet/>
      <dgm:spPr/>
      <dgm:t>
        <a:bodyPr/>
        <a:lstStyle/>
        <a:p>
          <a:pPr latinLnBrk="1"/>
          <a:endParaRPr lang="ko-KR" altLang="en-US"/>
        </a:p>
      </dgm:t>
    </dgm:pt>
    <dgm:pt modelId="{17BB9D83-E97A-4C76-B543-DBBA64BE2A5E}" type="sibTrans" cxnId="{956BA3D6-82BF-4DDA-851F-78F12F1E4B92}">
      <dgm:prSet/>
      <dgm:spPr/>
      <dgm:t>
        <a:bodyPr/>
        <a:lstStyle/>
        <a:p>
          <a:pPr latinLnBrk="1"/>
          <a:endParaRPr lang="ko-KR" altLang="en-US"/>
        </a:p>
      </dgm:t>
    </dgm:pt>
    <dgm:pt modelId="{7AE8C528-38AE-49DC-8C5C-2F05CD96B6FB}">
      <dgm:prSet/>
      <dgm:spPr/>
      <dgm:t>
        <a:bodyPr/>
        <a:lstStyle/>
        <a:p>
          <a:pPr latinLnBrk="1"/>
          <a:r>
            <a:rPr lang="ko-KR" b="0" i="0" baseline="0"/>
            <a:t>빅데이터 처리와 분산 컴퓨팅(예: Apache Spark)</a:t>
          </a:r>
          <a:endParaRPr lang="ko-KR"/>
        </a:p>
      </dgm:t>
    </dgm:pt>
    <dgm:pt modelId="{BD291F4F-B4EC-4B02-ABA0-470E15F1408D}" type="parTrans" cxnId="{E080368C-4D57-4318-BD6A-75819D6737CD}">
      <dgm:prSet/>
      <dgm:spPr/>
      <dgm:t>
        <a:bodyPr/>
        <a:lstStyle/>
        <a:p>
          <a:pPr latinLnBrk="1"/>
          <a:endParaRPr lang="ko-KR" altLang="en-US"/>
        </a:p>
      </dgm:t>
    </dgm:pt>
    <dgm:pt modelId="{49112065-345D-4B6A-B072-0785D6E0A9E3}" type="sibTrans" cxnId="{E080368C-4D57-4318-BD6A-75819D6737CD}">
      <dgm:prSet/>
      <dgm:spPr/>
      <dgm:t>
        <a:bodyPr/>
        <a:lstStyle/>
        <a:p>
          <a:pPr latinLnBrk="1"/>
          <a:endParaRPr lang="ko-KR" altLang="en-US"/>
        </a:p>
      </dgm:t>
    </dgm:pt>
    <dgm:pt modelId="{F633CC27-4DA0-43A1-A5DC-59B9F1C674BA}">
      <dgm:prSet/>
      <dgm:spPr/>
      <dgm:t>
        <a:bodyPr/>
        <a:lstStyle/>
        <a:p>
          <a:pPr latinLnBrk="1"/>
          <a:r>
            <a:rPr lang="ko-KR" b="1" i="0" baseline="0"/>
            <a:t>Dart</a:t>
          </a:r>
          <a:endParaRPr lang="ko-KR"/>
        </a:p>
      </dgm:t>
    </dgm:pt>
    <dgm:pt modelId="{58B76F8C-9203-4DE5-908C-181A8B9B9C7E}" type="parTrans" cxnId="{9585CE86-833E-4C1A-9B33-DF57774DCC94}">
      <dgm:prSet/>
      <dgm:spPr/>
      <dgm:t>
        <a:bodyPr/>
        <a:lstStyle/>
        <a:p>
          <a:pPr latinLnBrk="1"/>
          <a:endParaRPr lang="ko-KR" altLang="en-US"/>
        </a:p>
      </dgm:t>
    </dgm:pt>
    <dgm:pt modelId="{76A370E7-37C9-4951-9A64-6B90BCE08E2A}" type="sibTrans" cxnId="{9585CE86-833E-4C1A-9B33-DF57774DCC94}">
      <dgm:prSet/>
      <dgm:spPr/>
      <dgm:t>
        <a:bodyPr/>
        <a:lstStyle/>
        <a:p>
          <a:pPr latinLnBrk="1"/>
          <a:endParaRPr lang="ko-KR" altLang="en-US"/>
        </a:p>
      </dgm:t>
    </dgm:pt>
    <dgm:pt modelId="{5900C5C2-0862-4724-B0AE-0567B789D212}">
      <dgm:prSet/>
      <dgm:spPr/>
      <dgm:t>
        <a:bodyPr/>
        <a:lstStyle/>
        <a:p>
          <a:pPr latinLnBrk="1"/>
          <a:r>
            <a:rPr lang="ko-KR" b="0" i="0" baseline="0"/>
            <a:t>구글</a:t>
          </a:r>
          <a:r>
            <a:rPr lang="en-US" b="0" i="0" baseline="0"/>
            <a:t>,</a:t>
          </a:r>
          <a:r>
            <a:rPr lang="ko-KR" b="0" i="0" baseline="0"/>
            <a:t> Flutter 프레임워크와 함께 모바일 및 웹 애플리케이션 개발</a:t>
          </a:r>
          <a:endParaRPr lang="ko-KR"/>
        </a:p>
      </dgm:t>
    </dgm:pt>
    <dgm:pt modelId="{CEFC8905-85F7-4D51-90C0-41439F1ED054}" type="parTrans" cxnId="{993D5809-A694-4ACF-97CD-46E1F4EDA389}">
      <dgm:prSet/>
      <dgm:spPr/>
      <dgm:t>
        <a:bodyPr/>
        <a:lstStyle/>
        <a:p>
          <a:pPr latinLnBrk="1"/>
          <a:endParaRPr lang="ko-KR" altLang="en-US"/>
        </a:p>
      </dgm:t>
    </dgm:pt>
    <dgm:pt modelId="{40C638A0-B9A0-4695-8722-8767FE3A5419}" type="sibTrans" cxnId="{993D5809-A694-4ACF-97CD-46E1F4EDA389}">
      <dgm:prSet/>
      <dgm:spPr/>
      <dgm:t>
        <a:bodyPr/>
        <a:lstStyle/>
        <a:p>
          <a:pPr latinLnBrk="1"/>
          <a:endParaRPr lang="ko-KR" altLang="en-US"/>
        </a:p>
      </dgm:t>
    </dgm:pt>
    <dgm:pt modelId="{73E05862-6CA4-4E91-9E3C-9A78A578191D}">
      <dgm:prSet/>
      <dgm:spPr/>
      <dgm:t>
        <a:bodyPr/>
        <a:lstStyle/>
        <a:p>
          <a:pPr latinLnBrk="1"/>
          <a:r>
            <a:rPr kumimoji="1" lang="ko-KR" dirty="0" err="1"/>
            <a:t>클로저</a:t>
          </a:r>
          <a:r>
            <a:rPr kumimoji="1" lang="en-US" dirty="0"/>
            <a:t>(Clojure)</a:t>
          </a:r>
          <a:endParaRPr lang="ko-KR" dirty="0"/>
        </a:p>
      </dgm:t>
    </dgm:pt>
    <dgm:pt modelId="{C1105ABB-9764-44D5-9A03-021B4AABC917}" type="parTrans" cxnId="{4446732F-77B5-459D-9975-5BAC6865F702}">
      <dgm:prSet/>
      <dgm:spPr/>
      <dgm:t>
        <a:bodyPr/>
        <a:lstStyle/>
        <a:p>
          <a:pPr latinLnBrk="1"/>
          <a:endParaRPr lang="ko-KR" altLang="en-US"/>
        </a:p>
      </dgm:t>
    </dgm:pt>
    <dgm:pt modelId="{4C202026-4F1F-4906-BFDE-B938738713B8}" type="sibTrans" cxnId="{4446732F-77B5-459D-9975-5BAC6865F702}">
      <dgm:prSet/>
      <dgm:spPr/>
      <dgm:t>
        <a:bodyPr/>
        <a:lstStyle/>
        <a:p>
          <a:pPr latinLnBrk="1"/>
          <a:endParaRPr lang="ko-KR" altLang="en-US"/>
        </a:p>
      </dgm:t>
    </dgm:pt>
    <dgm:pt modelId="{17D6170E-FCC1-4FD4-9CB1-ACA34982D814}">
      <dgm:prSet/>
      <dgm:spPr/>
      <dgm:t>
        <a:bodyPr/>
        <a:lstStyle/>
        <a:p>
          <a:pPr latinLnBrk="1"/>
          <a:r>
            <a:rPr kumimoji="1" lang="ko-KR" altLang="en-US" b="0" dirty="0" err="1"/>
            <a:t>함수형프로그래밍언어</a:t>
          </a:r>
          <a:endParaRPr lang="ko-KR" b="0" dirty="0"/>
        </a:p>
      </dgm:t>
    </dgm:pt>
    <dgm:pt modelId="{163A261F-2EE1-4613-BEC5-98EB7CD6EE86}" type="parTrans" cxnId="{C5145E9A-D852-4C29-8B58-A6B2F93398BE}">
      <dgm:prSet/>
      <dgm:spPr/>
      <dgm:t>
        <a:bodyPr/>
        <a:lstStyle/>
        <a:p>
          <a:pPr latinLnBrk="1"/>
          <a:endParaRPr lang="ko-KR" altLang="en-US"/>
        </a:p>
      </dgm:t>
    </dgm:pt>
    <dgm:pt modelId="{A156CC81-CF32-4B25-A90F-F984D36E8980}" type="sibTrans" cxnId="{C5145E9A-D852-4C29-8B58-A6B2F93398BE}">
      <dgm:prSet/>
      <dgm:spPr/>
      <dgm:t>
        <a:bodyPr/>
        <a:lstStyle/>
        <a:p>
          <a:pPr latinLnBrk="1"/>
          <a:endParaRPr lang="ko-KR" altLang="en-US"/>
        </a:p>
      </dgm:t>
    </dgm:pt>
    <dgm:pt modelId="{C39D3719-C85A-48B6-84EE-8457858A837F}">
      <dgm:prSet/>
      <dgm:spPr/>
      <dgm:t>
        <a:bodyPr/>
        <a:lstStyle/>
        <a:p>
          <a:pPr latinLnBrk="1"/>
          <a:r>
            <a:rPr lang="ko-KR" b="0" i="0" baseline="0" dirty="0" err="1"/>
            <a:t>Ruby</a:t>
          </a:r>
          <a:r>
            <a:rPr lang="ko-KR" b="0" i="0" baseline="0" dirty="0"/>
            <a:t> </a:t>
          </a:r>
          <a:r>
            <a:rPr lang="ko-KR" b="0" i="0" baseline="0" dirty="0" err="1"/>
            <a:t>on</a:t>
          </a:r>
          <a:r>
            <a:rPr lang="ko-KR" b="0" i="0" baseline="0" dirty="0"/>
            <a:t> </a:t>
          </a:r>
          <a:r>
            <a:rPr lang="ko-KR" b="0" i="0" baseline="0" dirty="0" err="1"/>
            <a:t>Rails</a:t>
          </a:r>
          <a:r>
            <a:rPr lang="ko-KR" b="0" i="0" baseline="0" dirty="0"/>
            <a:t> 프레임워크</a:t>
          </a:r>
          <a:endParaRPr lang="ko-KR" dirty="0"/>
        </a:p>
      </dgm:t>
    </dgm:pt>
    <dgm:pt modelId="{974150B1-BF5D-4201-BBD8-109CFD52B3FC}" type="parTrans" cxnId="{EFE73F70-A598-44F5-8155-D376DAFF6776}">
      <dgm:prSet/>
      <dgm:spPr/>
      <dgm:t>
        <a:bodyPr/>
        <a:lstStyle/>
        <a:p>
          <a:pPr latinLnBrk="1"/>
          <a:endParaRPr lang="ko-KR" altLang="en-US"/>
        </a:p>
      </dgm:t>
    </dgm:pt>
    <dgm:pt modelId="{712274D9-EFD2-4D08-8712-C29E19E08E0D}" type="sibTrans" cxnId="{EFE73F70-A598-44F5-8155-D376DAFF6776}">
      <dgm:prSet/>
      <dgm:spPr/>
      <dgm:t>
        <a:bodyPr/>
        <a:lstStyle/>
        <a:p>
          <a:pPr latinLnBrk="1"/>
          <a:endParaRPr lang="ko-KR" altLang="en-US"/>
        </a:p>
      </dgm:t>
    </dgm:pt>
    <dgm:pt modelId="{D9272501-42AF-43BE-8ACC-5F5848488E2A}">
      <dgm:prSet/>
      <dgm:spPr/>
      <dgm:t>
        <a:bodyPr/>
        <a:lstStyle/>
        <a:p>
          <a:pPr latinLnBrk="1"/>
          <a:r>
            <a:rPr lang="ko-KR" b="0" i="0" baseline="0" dirty="0"/>
            <a:t>콘텐츠 관리 시스템(CMS) 개발</a:t>
          </a:r>
          <a:endParaRPr lang="ko-KR" dirty="0"/>
        </a:p>
      </dgm:t>
    </dgm:pt>
    <dgm:pt modelId="{30465B61-752A-4F99-A4EA-6B721A977D84}" type="parTrans" cxnId="{0F606475-77F5-4CBA-BB9C-C5810B31D3BF}">
      <dgm:prSet/>
      <dgm:spPr/>
      <dgm:t>
        <a:bodyPr/>
        <a:lstStyle/>
        <a:p>
          <a:pPr latinLnBrk="1"/>
          <a:endParaRPr lang="ko-KR" altLang="en-US"/>
        </a:p>
      </dgm:t>
    </dgm:pt>
    <dgm:pt modelId="{837AFAF3-BB95-4FE6-AD2D-BC38F0F05B43}" type="sibTrans" cxnId="{0F606475-77F5-4CBA-BB9C-C5810B31D3BF}">
      <dgm:prSet/>
      <dgm:spPr/>
      <dgm:t>
        <a:bodyPr/>
        <a:lstStyle/>
        <a:p>
          <a:pPr latinLnBrk="1"/>
          <a:endParaRPr lang="ko-KR" altLang="en-US"/>
        </a:p>
      </dgm:t>
    </dgm:pt>
    <dgm:pt modelId="{2D6E3776-B9C8-420E-8658-C2922F6CDB8D}">
      <dgm:prSet/>
      <dgm:spPr/>
      <dgm:t>
        <a:bodyPr/>
        <a:lstStyle/>
        <a:p>
          <a:pPr latinLnBrk="1"/>
          <a:r>
            <a:rPr lang="ko-KR" b="0" i="0" baseline="0" dirty="0"/>
            <a:t>메모리 안전성과 병렬 처리</a:t>
          </a:r>
          <a:endParaRPr lang="ko-KR" dirty="0"/>
        </a:p>
      </dgm:t>
    </dgm:pt>
    <dgm:pt modelId="{91975998-34E2-4A67-AD47-AA82857FFC62}" type="parTrans" cxnId="{E52DD277-CBF6-45E4-8747-A01917E19E8D}">
      <dgm:prSet/>
      <dgm:spPr/>
      <dgm:t>
        <a:bodyPr/>
        <a:lstStyle/>
        <a:p>
          <a:pPr latinLnBrk="1"/>
          <a:endParaRPr lang="ko-KR" altLang="en-US"/>
        </a:p>
      </dgm:t>
    </dgm:pt>
    <dgm:pt modelId="{95012782-B7C4-43C6-912D-92FBA779EAA6}" type="sibTrans" cxnId="{E52DD277-CBF6-45E4-8747-A01917E19E8D}">
      <dgm:prSet/>
      <dgm:spPr/>
      <dgm:t>
        <a:bodyPr/>
        <a:lstStyle/>
        <a:p>
          <a:pPr latinLnBrk="1"/>
          <a:endParaRPr lang="ko-KR" altLang="en-US"/>
        </a:p>
      </dgm:t>
    </dgm:pt>
    <dgm:pt modelId="{7EBB0570-90F0-4D7D-800D-21431517FD96}">
      <dgm:prSet/>
      <dgm:spPr/>
      <dgm:t>
        <a:bodyPr/>
        <a:lstStyle/>
        <a:p>
          <a:pPr latinLnBrk="1"/>
          <a:r>
            <a:rPr lang="ko-KR" b="1" i="0" baseline="0" dirty="0" err="1"/>
            <a:t>Perl</a:t>
          </a:r>
          <a:endParaRPr lang="ko-KR" dirty="0"/>
        </a:p>
      </dgm:t>
    </dgm:pt>
    <dgm:pt modelId="{070D3FCA-C560-4A88-998E-6A6E72A502B5}" type="parTrans" cxnId="{7455CEC8-5DAD-439E-B257-242F6AE923D1}">
      <dgm:prSet/>
      <dgm:spPr/>
      <dgm:t>
        <a:bodyPr/>
        <a:lstStyle/>
        <a:p>
          <a:pPr latinLnBrk="1"/>
          <a:endParaRPr lang="ko-KR" altLang="en-US"/>
        </a:p>
      </dgm:t>
    </dgm:pt>
    <dgm:pt modelId="{5D4858CD-10EE-4325-9217-5E2EC3E31E15}" type="sibTrans" cxnId="{7455CEC8-5DAD-439E-B257-242F6AE923D1}">
      <dgm:prSet/>
      <dgm:spPr/>
      <dgm:t>
        <a:bodyPr/>
        <a:lstStyle/>
        <a:p>
          <a:pPr latinLnBrk="1"/>
          <a:endParaRPr lang="ko-KR" altLang="en-US"/>
        </a:p>
      </dgm:t>
    </dgm:pt>
    <dgm:pt modelId="{815FAEC2-1D4F-494D-90CD-31C8F7EF8D62}">
      <dgm:prSet/>
      <dgm:spPr/>
      <dgm:t>
        <a:bodyPr/>
        <a:lstStyle/>
        <a:p>
          <a:pPr latinLnBrk="1"/>
          <a:r>
            <a:rPr lang="ko-KR" b="0" i="0" baseline="0"/>
            <a:t>네트워크 </a:t>
          </a:r>
          <a:r>
            <a:rPr lang="ko-KR" b="0" i="0" baseline="0" dirty="0"/>
            <a:t>개발</a:t>
          </a:r>
          <a:endParaRPr lang="ko-KR" dirty="0"/>
        </a:p>
      </dgm:t>
    </dgm:pt>
    <dgm:pt modelId="{A3D75A23-FF30-4DF8-83BB-123431BB9FEB}" type="parTrans" cxnId="{1B23C3E8-55D9-4D89-91B1-528DAE13F38F}">
      <dgm:prSet/>
      <dgm:spPr/>
      <dgm:t>
        <a:bodyPr/>
        <a:lstStyle/>
        <a:p>
          <a:pPr latinLnBrk="1"/>
          <a:endParaRPr lang="ko-KR" altLang="en-US"/>
        </a:p>
      </dgm:t>
    </dgm:pt>
    <dgm:pt modelId="{CC75344A-193B-4219-AAE4-162883982C95}" type="sibTrans" cxnId="{1B23C3E8-55D9-4D89-91B1-528DAE13F38F}">
      <dgm:prSet/>
      <dgm:spPr/>
      <dgm:t>
        <a:bodyPr/>
        <a:lstStyle/>
        <a:p>
          <a:pPr latinLnBrk="1"/>
          <a:endParaRPr lang="ko-KR" altLang="en-US"/>
        </a:p>
      </dgm:t>
    </dgm:pt>
    <dgm:pt modelId="{7320DD95-E2E3-433D-B9DA-6EB9864676AC}">
      <dgm:prSet/>
      <dgm:spPr/>
      <dgm:t>
        <a:bodyPr/>
        <a:lstStyle/>
        <a:p>
          <a:pPr latinLnBrk="1"/>
          <a:r>
            <a:rPr lang="ko-KR" b="0" i="0" baseline="0" dirty="0"/>
            <a:t>데이터 분석</a:t>
          </a:r>
          <a:endParaRPr lang="ko-KR" dirty="0"/>
        </a:p>
      </dgm:t>
    </dgm:pt>
    <dgm:pt modelId="{210114F1-8B39-4C90-83E6-DFAD7FA4BD28}" type="parTrans" cxnId="{7F334100-C87F-4074-9186-B9CB377E13C7}">
      <dgm:prSet/>
      <dgm:spPr/>
      <dgm:t>
        <a:bodyPr/>
        <a:lstStyle/>
        <a:p>
          <a:pPr latinLnBrk="1"/>
          <a:endParaRPr lang="ko-KR" altLang="en-US"/>
        </a:p>
      </dgm:t>
    </dgm:pt>
    <dgm:pt modelId="{8D36AB27-568A-4C27-B527-E5C08E80AD45}" type="sibTrans" cxnId="{7F334100-C87F-4074-9186-B9CB377E13C7}">
      <dgm:prSet/>
      <dgm:spPr/>
      <dgm:t>
        <a:bodyPr/>
        <a:lstStyle/>
        <a:p>
          <a:pPr latinLnBrk="1"/>
          <a:endParaRPr lang="ko-KR" altLang="en-US"/>
        </a:p>
      </dgm:t>
    </dgm:pt>
    <dgm:pt modelId="{77FD81E5-0257-4E5D-9392-9ADE79323491}">
      <dgm:prSet/>
      <dgm:spPr/>
      <dgm:t>
        <a:bodyPr/>
        <a:lstStyle/>
        <a:p>
          <a:pPr latinLnBrk="1"/>
          <a:r>
            <a:rPr lang="ko-KR" b="0" i="0" baseline="0" dirty="0"/>
            <a:t>수치 해석</a:t>
          </a:r>
          <a:endParaRPr lang="ko-KR" dirty="0"/>
        </a:p>
      </dgm:t>
    </dgm:pt>
    <dgm:pt modelId="{8DAB190A-11E7-4BBA-B9F5-2F2C3F301C5D}" type="parTrans" cxnId="{C916382B-E80C-408E-9AA8-B6A479CE8546}">
      <dgm:prSet/>
      <dgm:spPr/>
      <dgm:t>
        <a:bodyPr/>
        <a:lstStyle/>
        <a:p>
          <a:pPr latinLnBrk="1"/>
          <a:endParaRPr lang="ko-KR" altLang="en-US"/>
        </a:p>
      </dgm:t>
    </dgm:pt>
    <dgm:pt modelId="{E85D6939-CE50-49AD-88DB-62851F685657}" type="sibTrans" cxnId="{C916382B-E80C-408E-9AA8-B6A479CE8546}">
      <dgm:prSet/>
      <dgm:spPr/>
      <dgm:t>
        <a:bodyPr/>
        <a:lstStyle/>
        <a:p>
          <a:pPr latinLnBrk="1"/>
          <a:endParaRPr lang="ko-KR" altLang="en-US"/>
        </a:p>
      </dgm:t>
    </dgm:pt>
    <dgm:pt modelId="{D174518B-2452-41DF-BAFA-E171DFA59016}">
      <dgm:prSet/>
      <dgm:spPr/>
      <dgm:t>
        <a:bodyPr/>
        <a:lstStyle/>
        <a:p>
          <a:pPr latinLnBrk="1"/>
          <a:r>
            <a:rPr kumimoji="1" lang="ko-KR" b="0" dirty="0"/>
            <a:t>데이터 중심의 애플리케이션 개발</a:t>
          </a:r>
          <a:endParaRPr lang="ko-KR" b="0" dirty="0"/>
        </a:p>
      </dgm:t>
    </dgm:pt>
    <dgm:pt modelId="{DEF02FCD-0F54-4A79-8AEC-7B193500BE4F}" type="parTrans" cxnId="{334C1665-8561-41CF-877A-FF5C087727D8}">
      <dgm:prSet/>
      <dgm:spPr/>
      <dgm:t>
        <a:bodyPr/>
        <a:lstStyle/>
        <a:p>
          <a:pPr latinLnBrk="1"/>
          <a:endParaRPr lang="ko-KR" altLang="en-US"/>
        </a:p>
      </dgm:t>
    </dgm:pt>
    <dgm:pt modelId="{0F3EE6E9-2593-49C2-BFB9-B4AB953BFBCD}" type="sibTrans" cxnId="{334C1665-8561-41CF-877A-FF5C087727D8}">
      <dgm:prSet/>
      <dgm:spPr/>
      <dgm:t>
        <a:bodyPr/>
        <a:lstStyle/>
        <a:p>
          <a:pPr latinLnBrk="1"/>
          <a:endParaRPr lang="ko-KR" altLang="en-US"/>
        </a:p>
      </dgm:t>
    </dgm:pt>
    <dgm:pt modelId="{68F4CCEA-5C9D-445D-B07A-68598BF48337}">
      <dgm:prSet/>
      <dgm:spPr/>
      <dgm:t>
        <a:bodyPr/>
        <a:lstStyle/>
        <a:p>
          <a:pPr latinLnBrk="1"/>
          <a:r>
            <a:rPr kumimoji="1" lang="ko-KR" b="0" dirty="0"/>
            <a:t>분산 시스템</a:t>
          </a:r>
          <a:r>
            <a:rPr kumimoji="1" lang="en-US" b="0" dirty="0"/>
            <a:t>, </a:t>
          </a:r>
          <a:r>
            <a:rPr kumimoji="1" lang="ko-KR" b="0" dirty="0"/>
            <a:t>웹 개발</a:t>
          </a:r>
          <a:endParaRPr lang="ko-KR" b="0" dirty="0"/>
        </a:p>
      </dgm:t>
    </dgm:pt>
    <dgm:pt modelId="{632C1520-22D1-4850-8021-E5DB44BA7DF8}" type="parTrans" cxnId="{FDAB5DC6-EC46-4251-BF11-15E356C485E0}">
      <dgm:prSet/>
      <dgm:spPr/>
      <dgm:t>
        <a:bodyPr/>
        <a:lstStyle/>
        <a:p>
          <a:pPr latinLnBrk="1"/>
          <a:endParaRPr lang="ko-KR" altLang="en-US"/>
        </a:p>
      </dgm:t>
    </dgm:pt>
    <dgm:pt modelId="{E0D15186-9AC9-4DFA-8DE7-AF8DEF4615BD}" type="sibTrans" cxnId="{FDAB5DC6-EC46-4251-BF11-15E356C485E0}">
      <dgm:prSet/>
      <dgm:spPr/>
      <dgm:t>
        <a:bodyPr/>
        <a:lstStyle/>
        <a:p>
          <a:pPr latinLnBrk="1"/>
          <a:endParaRPr lang="ko-KR" altLang="en-US"/>
        </a:p>
      </dgm:t>
    </dgm:pt>
    <dgm:pt modelId="{D3B5B03C-565C-4EBF-9B93-6ADF978DB6F0}" type="pres">
      <dgm:prSet presAssocID="{92201D62-8BF3-4A8B-B305-498B7C94E1B5}" presName="diagram" presStyleCnt="0">
        <dgm:presLayoutVars>
          <dgm:dir/>
          <dgm:animLvl val="lvl"/>
          <dgm:resizeHandles val="exact"/>
        </dgm:presLayoutVars>
      </dgm:prSet>
      <dgm:spPr/>
    </dgm:pt>
    <dgm:pt modelId="{4A3DB85E-0DFA-42A7-9C80-01559E752BE2}" type="pres">
      <dgm:prSet presAssocID="{73C9003E-C370-4DCF-8FC5-FEEBC7D1D141}" presName="compNode" presStyleCnt="0"/>
      <dgm:spPr/>
    </dgm:pt>
    <dgm:pt modelId="{8959E275-1EC7-44CC-9731-6055E2D36F8B}" type="pres">
      <dgm:prSet presAssocID="{73C9003E-C370-4DCF-8FC5-FEEBC7D1D141}" presName="childRect" presStyleLbl="bgAcc1" presStyleIdx="0" presStyleCnt="10">
        <dgm:presLayoutVars>
          <dgm:bulletEnabled val="1"/>
        </dgm:presLayoutVars>
      </dgm:prSet>
      <dgm:spPr/>
    </dgm:pt>
    <dgm:pt modelId="{2B2A96AC-930E-4DE7-AE43-2302198E1E1B}" type="pres">
      <dgm:prSet presAssocID="{73C9003E-C370-4DCF-8FC5-FEEBC7D1D141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40A3C90-1364-46E0-98BC-48840B444B6A}" type="pres">
      <dgm:prSet presAssocID="{73C9003E-C370-4DCF-8FC5-FEEBC7D1D141}" presName="parentRect" presStyleLbl="alignNode1" presStyleIdx="0" presStyleCnt="10"/>
      <dgm:spPr/>
    </dgm:pt>
    <dgm:pt modelId="{F1B2F8A6-CF7D-4A5D-AA9D-1225FDABDAD2}" type="pres">
      <dgm:prSet presAssocID="{73C9003E-C370-4DCF-8FC5-FEEBC7D1D141}" presName="adorn" presStyleLbl="fgAccFollowNode1" presStyleIdx="0" presStyleCnt="10"/>
      <dgm:spPr>
        <a:blipFill dpi="0"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DBB7CDAA-1D06-40B1-97BA-3120E1C5D1FF}" type="pres">
      <dgm:prSet presAssocID="{4447B371-B058-46C1-9B9A-E2CF107BAC94}" presName="sibTrans" presStyleLbl="sibTrans2D1" presStyleIdx="0" presStyleCnt="0"/>
      <dgm:spPr/>
    </dgm:pt>
    <dgm:pt modelId="{28BAD7E5-49FF-4B2D-94D0-80ED43024299}" type="pres">
      <dgm:prSet presAssocID="{4DAD2C14-B64C-45E5-B5A3-9295D5E732DA}" presName="compNode" presStyleCnt="0"/>
      <dgm:spPr/>
    </dgm:pt>
    <dgm:pt modelId="{EF151F0F-7B54-4541-9E28-CAE46FFAD5BF}" type="pres">
      <dgm:prSet presAssocID="{4DAD2C14-B64C-45E5-B5A3-9295D5E732DA}" presName="childRect" presStyleLbl="bgAcc1" presStyleIdx="1" presStyleCnt="10">
        <dgm:presLayoutVars>
          <dgm:bulletEnabled val="1"/>
        </dgm:presLayoutVars>
      </dgm:prSet>
      <dgm:spPr/>
    </dgm:pt>
    <dgm:pt modelId="{39E93F0F-10CE-48E0-A020-C475D41C0E07}" type="pres">
      <dgm:prSet presAssocID="{4DAD2C14-B64C-45E5-B5A3-9295D5E732DA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36C2F10-4A43-4CF9-A475-DED6F755813D}" type="pres">
      <dgm:prSet presAssocID="{4DAD2C14-B64C-45E5-B5A3-9295D5E732DA}" presName="parentRect" presStyleLbl="alignNode1" presStyleIdx="1" presStyleCnt="10"/>
      <dgm:spPr/>
    </dgm:pt>
    <dgm:pt modelId="{39EA952D-8FA7-4BDF-8C50-1A5FA734CFF2}" type="pres">
      <dgm:prSet presAssocID="{4DAD2C14-B64C-45E5-B5A3-9295D5E732DA}" presName="adorn" presStyleLbl="fgAccFollowNode1" presStyleIdx="1" presStyleCnt="10"/>
      <dgm:spPr>
        <a:blipFill dpi="0"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5F3253C0-1C92-4812-B7E2-BC4E57B22D8E}" type="pres">
      <dgm:prSet presAssocID="{62FED5BD-EEFE-49B8-8B83-60146B699365}" presName="sibTrans" presStyleLbl="sibTrans2D1" presStyleIdx="0" presStyleCnt="0"/>
      <dgm:spPr/>
    </dgm:pt>
    <dgm:pt modelId="{3FFC49A1-E31E-4DCD-96C0-51F3067FCF27}" type="pres">
      <dgm:prSet presAssocID="{ADC3BE4D-8D36-415B-9050-B33B0710A217}" presName="compNode" presStyleCnt="0"/>
      <dgm:spPr/>
    </dgm:pt>
    <dgm:pt modelId="{B0F70B8E-8126-48D0-A947-27673739657B}" type="pres">
      <dgm:prSet presAssocID="{ADC3BE4D-8D36-415B-9050-B33B0710A217}" presName="childRect" presStyleLbl="bgAcc1" presStyleIdx="2" presStyleCnt="10">
        <dgm:presLayoutVars>
          <dgm:bulletEnabled val="1"/>
        </dgm:presLayoutVars>
      </dgm:prSet>
      <dgm:spPr/>
    </dgm:pt>
    <dgm:pt modelId="{0FA91F4D-A39C-469C-90B5-6CEECA0D1D87}" type="pres">
      <dgm:prSet presAssocID="{ADC3BE4D-8D36-415B-9050-B33B0710A21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EAD05FF0-4508-46AA-9B57-E05461E68D69}" type="pres">
      <dgm:prSet presAssocID="{ADC3BE4D-8D36-415B-9050-B33B0710A217}" presName="parentRect" presStyleLbl="alignNode1" presStyleIdx="2" presStyleCnt="10"/>
      <dgm:spPr/>
    </dgm:pt>
    <dgm:pt modelId="{954DCC67-525D-4BCA-B580-04A354FE7F0E}" type="pres">
      <dgm:prSet presAssocID="{ADC3BE4D-8D36-415B-9050-B33B0710A217}" presName="adorn" presStyleLbl="fgAccFollowNode1" presStyleIdx="2" presStyleCnt="10"/>
      <dgm:spPr>
        <a:blipFill>
          <a:blip xmlns:r="http://schemas.openxmlformats.org/officeDocument/2006/relationships" r:embed="rId3"/>
          <a:srcRect/>
          <a:stretch>
            <a:fillRect l="-1000" r="-1000"/>
          </a:stretch>
        </a:blipFill>
      </dgm:spPr>
    </dgm:pt>
    <dgm:pt modelId="{4022DE3B-0E1F-42B4-AAD8-82671B115A74}" type="pres">
      <dgm:prSet presAssocID="{10DB0D3D-B09C-48CF-9F29-14FDA8C36E80}" presName="sibTrans" presStyleLbl="sibTrans2D1" presStyleIdx="0" presStyleCnt="0"/>
      <dgm:spPr/>
    </dgm:pt>
    <dgm:pt modelId="{9B658584-08B2-48FB-A1DA-9203CAFC107B}" type="pres">
      <dgm:prSet presAssocID="{ECB6AE1A-2C2E-4948-8E6B-A398DF1B6445}" presName="compNode" presStyleCnt="0"/>
      <dgm:spPr/>
    </dgm:pt>
    <dgm:pt modelId="{F7B4E879-D301-4A3A-8339-BCF89969D628}" type="pres">
      <dgm:prSet presAssocID="{ECB6AE1A-2C2E-4948-8E6B-A398DF1B6445}" presName="childRect" presStyleLbl="bgAcc1" presStyleIdx="3" presStyleCnt="10">
        <dgm:presLayoutVars>
          <dgm:bulletEnabled val="1"/>
        </dgm:presLayoutVars>
      </dgm:prSet>
      <dgm:spPr/>
    </dgm:pt>
    <dgm:pt modelId="{B1BF177E-19AB-44A3-9F48-0686F07B1C10}" type="pres">
      <dgm:prSet presAssocID="{ECB6AE1A-2C2E-4948-8E6B-A398DF1B6445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E022A4E-331E-4F80-9464-5D7E8737C542}" type="pres">
      <dgm:prSet presAssocID="{ECB6AE1A-2C2E-4948-8E6B-A398DF1B6445}" presName="parentRect" presStyleLbl="alignNode1" presStyleIdx="3" presStyleCnt="10"/>
      <dgm:spPr/>
    </dgm:pt>
    <dgm:pt modelId="{18BC531B-3F87-4350-845D-FD6F4AA517C1}" type="pres">
      <dgm:prSet presAssocID="{ECB6AE1A-2C2E-4948-8E6B-A398DF1B6445}" presName="adorn" presStyleLbl="fgAccFollowNode1" presStyleIdx="3" presStyleCnt="10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AB883432-5C72-40BE-BE5B-9C30B1E8B3E9}" type="pres">
      <dgm:prSet presAssocID="{F03B8255-B792-467C-BC08-AE77FB53C5E7}" presName="sibTrans" presStyleLbl="sibTrans2D1" presStyleIdx="0" presStyleCnt="0"/>
      <dgm:spPr/>
    </dgm:pt>
    <dgm:pt modelId="{BED88222-4520-4F0E-8764-36027A95D792}" type="pres">
      <dgm:prSet presAssocID="{DF396740-7F9B-4F33-B663-296968D7CE99}" presName="compNode" presStyleCnt="0"/>
      <dgm:spPr/>
    </dgm:pt>
    <dgm:pt modelId="{C9C71485-D5AD-4230-9CF6-7830442DA09D}" type="pres">
      <dgm:prSet presAssocID="{DF396740-7F9B-4F33-B663-296968D7CE99}" presName="childRect" presStyleLbl="bgAcc1" presStyleIdx="4" presStyleCnt="10">
        <dgm:presLayoutVars>
          <dgm:bulletEnabled val="1"/>
        </dgm:presLayoutVars>
      </dgm:prSet>
      <dgm:spPr/>
    </dgm:pt>
    <dgm:pt modelId="{AE8C7BAA-A490-41D6-A9C9-E9B216DBDA45}" type="pres">
      <dgm:prSet presAssocID="{DF396740-7F9B-4F33-B663-296968D7CE9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BDD5285-F065-443A-B181-25148122C876}" type="pres">
      <dgm:prSet presAssocID="{DF396740-7F9B-4F33-B663-296968D7CE99}" presName="parentRect" presStyleLbl="alignNode1" presStyleIdx="4" presStyleCnt="10"/>
      <dgm:spPr/>
    </dgm:pt>
    <dgm:pt modelId="{894EE62F-BA7C-48AC-B512-1E62E05FA4A8}" type="pres">
      <dgm:prSet presAssocID="{DF396740-7F9B-4F33-B663-296968D7CE99}" presName="adorn" presStyleLbl="fgAccFollowNode1" presStyleIdx="4" presStyleCnt="10"/>
      <dgm:spPr>
        <a:blipFill>
          <a:blip xmlns:r="http://schemas.openxmlformats.org/officeDocument/2006/relationships" r:embed="rId5"/>
          <a:srcRect/>
          <a:stretch>
            <a:fillRect l="-14000" r="-14000"/>
          </a:stretch>
        </a:blipFill>
      </dgm:spPr>
    </dgm:pt>
    <dgm:pt modelId="{D9B5CEE6-881A-4213-97FD-940887630126}" type="pres">
      <dgm:prSet presAssocID="{26A24907-0D8B-47CC-83C1-BBC145226FAB}" presName="sibTrans" presStyleLbl="sibTrans2D1" presStyleIdx="0" presStyleCnt="0"/>
      <dgm:spPr/>
    </dgm:pt>
    <dgm:pt modelId="{78B7F827-4849-40CC-A0B0-08C13CFB26D3}" type="pres">
      <dgm:prSet presAssocID="{7EBB0570-90F0-4D7D-800D-21431517FD96}" presName="compNode" presStyleCnt="0"/>
      <dgm:spPr/>
    </dgm:pt>
    <dgm:pt modelId="{6F952D1A-F4FB-45EF-8699-8DBC5F474615}" type="pres">
      <dgm:prSet presAssocID="{7EBB0570-90F0-4D7D-800D-21431517FD96}" presName="childRect" presStyleLbl="bgAcc1" presStyleIdx="5" presStyleCnt="10">
        <dgm:presLayoutVars>
          <dgm:bulletEnabled val="1"/>
        </dgm:presLayoutVars>
      </dgm:prSet>
      <dgm:spPr/>
    </dgm:pt>
    <dgm:pt modelId="{687676AF-FB9F-427F-9C39-FE79056C5EE4}" type="pres">
      <dgm:prSet presAssocID="{7EBB0570-90F0-4D7D-800D-21431517FD9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DD6F0C59-5276-48D5-AD33-3D3DCBD8DCDA}" type="pres">
      <dgm:prSet presAssocID="{7EBB0570-90F0-4D7D-800D-21431517FD96}" presName="parentRect" presStyleLbl="alignNode1" presStyleIdx="5" presStyleCnt="10"/>
      <dgm:spPr/>
    </dgm:pt>
    <dgm:pt modelId="{D8A78B0A-BD2F-4FBC-B9D7-D5BA109873AE}" type="pres">
      <dgm:prSet presAssocID="{7EBB0570-90F0-4D7D-800D-21431517FD96}" presName="adorn" presStyleLbl="fgAccFollowNode1" presStyleIdx="5" presStyleCnt="10"/>
      <dgm:spPr>
        <a:blipFill>
          <a:blip xmlns:r="http://schemas.openxmlformats.org/officeDocument/2006/relationships" r:embed="rId6"/>
          <a:srcRect/>
          <a:stretch>
            <a:fillRect t="-1000" b="-1000"/>
          </a:stretch>
        </a:blipFill>
      </dgm:spPr>
    </dgm:pt>
    <dgm:pt modelId="{FEC5B0C1-0EB9-46C5-8955-2415CBCF5854}" type="pres">
      <dgm:prSet presAssocID="{5D4858CD-10EE-4325-9217-5E2EC3E31E15}" presName="sibTrans" presStyleLbl="sibTrans2D1" presStyleIdx="0" presStyleCnt="0"/>
      <dgm:spPr/>
    </dgm:pt>
    <dgm:pt modelId="{87E9A5A0-C7A9-4CFD-B4A9-B84858834877}" type="pres">
      <dgm:prSet presAssocID="{0669F6D2-5070-47F9-9ED3-C6DC9FD67F74}" presName="compNode" presStyleCnt="0"/>
      <dgm:spPr/>
    </dgm:pt>
    <dgm:pt modelId="{5AD8BA2C-8BD9-497D-8005-C5E60D8519C7}" type="pres">
      <dgm:prSet presAssocID="{0669F6D2-5070-47F9-9ED3-C6DC9FD67F74}" presName="childRect" presStyleLbl="bgAcc1" presStyleIdx="6" presStyleCnt="10">
        <dgm:presLayoutVars>
          <dgm:bulletEnabled val="1"/>
        </dgm:presLayoutVars>
      </dgm:prSet>
      <dgm:spPr/>
    </dgm:pt>
    <dgm:pt modelId="{333703FE-0E3D-411F-9417-1893C249F7B9}" type="pres">
      <dgm:prSet presAssocID="{0669F6D2-5070-47F9-9ED3-C6DC9FD67F74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AA27DA23-B0B4-42CC-98C6-887AC46E0EB6}" type="pres">
      <dgm:prSet presAssocID="{0669F6D2-5070-47F9-9ED3-C6DC9FD67F74}" presName="parentRect" presStyleLbl="alignNode1" presStyleIdx="6" presStyleCnt="10"/>
      <dgm:spPr/>
    </dgm:pt>
    <dgm:pt modelId="{94962C36-10FC-4117-9835-6F715D58191E}" type="pres">
      <dgm:prSet presAssocID="{0669F6D2-5070-47F9-9ED3-C6DC9FD67F74}" presName="adorn" presStyleLbl="fgAccFollowNode1" presStyleIdx="6" presStyleCnt="10"/>
      <dgm:spPr>
        <a:blipFill>
          <a:blip xmlns:r="http://schemas.openxmlformats.org/officeDocument/2006/relationships" r:embed="rId7"/>
          <a:srcRect/>
          <a:stretch>
            <a:fillRect l="-21000" r="-21000"/>
          </a:stretch>
        </a:blipFill>
      </dgm:spPr>
    </dgm:pt>
    <dgm:pt modelId="{A10BC78F-FE4B-4AEC-AB2E-A48885859BE8}" type="pres">
      <dgm:prSet presAssocID="{149D5624-EB27-4F60-8898-A36232053721}" presName="sibTrans" presStyleLbl="sibTrans2D1" presStyleIdx="0" presStyleCnt="0"/>
      <dgm:spPr/>
    </dgm:pt>
    <dgm:pt modelId="{1E99DC39-132C-4C31-9053-C1849958A194}" type="pres">
      <dgm:prSet presAssocID="{98F1F249-F8D7-4621-931A-0839F1C3E4B8}" presName="compNode" presStyleCnt="0"/>
      <dgm:spPr/>
    </dgm:pt>
    <dgm:pt modelId="{E32F368E-5695-40B3-A300-7CE26381ADD5}" type="pres">
      <dgm:prSet presAssocID="{98F1F249-F8D7-4621-931A-0839F1C3E4B8}" presName="childRect" presStyleLbl="bgAcc1" presStyleIdx="7" presStyleCnt="10">
        <dgm:presLayoutVars>
          <dgm:bulletEnabled val="1"/>
        </dgm:presLayoutVars>
      </dgm:prSet>
      <dgm:spPr/>
    </dgm:pt>
    <dgm:pt modelId="{8F73CE91-C66B-47E2-84B2-36FCA37D37E6}" type="pres">
      <dgm:prSet presAssocID="{98F1F249-F8D7-4621-931A-0839F1C3E4B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DB6BAC6C-0FC9-450D-82DB-21A6C064CA15}" type="pres">
      <dgm:prSet presAssocID="{98F1F249-F8D7-4621-931A-0839F1C3E4B8}" presName="parentRect" presStyleLbl="alignNode1" presStyleIdx="7" presStyleCnt="10"/>
      <dgm:spPr/>
    </dgm:pt>
    <dgm:pt modelId="{5C4F5761-5CD9-4BA6-A85B-AEF71465F5C2}" type="pres">
      <dgm:prSet presAssocID="{98F1F249-F8D7-4621-931A-0839F1C3E4B8}" presName="adorn" presStyleLbl="fgAccFollowNode1" presStyleIdx="7" presStyleCnt="10"/>
      <dgm:spPr>
        <a:blipFill dpi="0" rotWithShape="1">
          <a:blip xmlns:r="http://schemas.openxmlformats.org/officeDocument/2006/relationships" r:embed="rId8"/>
          <a:srcRect/>
          <a:stretch>
            <a:fillRect/>
          </a:stretch>
        </a:blipFill>
      </dgm:spPr>
    </dgm:pt>
    <dgm:pt modelId="{11D6E88B-8202-410F-BD7A-D6BE75FE4DAF}" type="pres">
      <dgm:prSet presAssocID="{17BB9D83-E97A-4C76-B543-DBBA64BE2A5E}" presName="sibTrans" presStyleLbl="sibTrans2D1" presStyleIdx="0" presStyleCnt="0"/>
      <dgm:spPr/>
    </dgm:pt>
    <dgm:pt modelId="{ED220445-01D4-47A1-8EEA-E50CD1B152B2}" type="pres">
      <dgm:prSet presAssocID="{F633CC27-4DA0-43A1-A5DC-59B9F1C674BA}" presName="compNode" presStyleCnt="0"/>
      <dgm:spPr/>
    </dgm:pt>
    <dgm:pt modelId="{A4240866-653B-4BB1-95D5-5CD8ACD98280}" type="pres">
      <dgm:prSet presAssocID="{F633CC27-4DA0-43A1-A5DC-59B9F1C674BA}" presName="childRect" presStyleLbl="bgAcc1" presStyleIdx="8" presStyleCnt="10">
        <dgm:presLayoutVars>
          <dgm:bulletEnabled val="1"/>
        </dgm:presLayoutVars>
      </dgm:prSet>
      <dgm:spPr/>
    </dgm:pt>
    <dgm:pt modelId="{E2C96505-94F4-4E40-A3C5-976CE0D15C7C}" type="pres">
      <dgm:prSet presAssocID="{F633CC27-4DA0-43A1-A5DC-59B9F1C674BA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2DAA152-179E-4C19-9771-F1D59545D54D}" type="pres">
      <dgm:prSet presAssocID="{F633CC27-4DA0-43A1-A5DC-59B9F1C674BA}" presName="parentRect" presStyleLbl="alignNode1" presStyleIdx="8" presStyleCnt="10"/>
      <dgm:spPr/>
    </dgm:pt>
    <dgm:pt modelId="{76D202BC-7939-44C1-9614-43001105C5F4}" type="pres">
      <dgm:prSet presAssocID="{F633CC27-4DA0-43A1-A5DC-59B9F1C674BA}" presName="adorn" presStyleLbl="fgAccFollowNode1" presStyleIdx="8" presStyleCnt="10"/>
      <dgm:spPr>
        <a:blipFill dpi="0" rotWithShape="1">
          <a:blip xmlns:r="http://schemas.openxmlformats.org/officeDocument/2006/relationships" r:embed="rId9"/>
          <a:srcRect/>
          <a:stretch>
            <a:fillRect/>
          </a:stretch>
        </a:blipFill>
      </dgm:spPr>
    </dgm:pt>
    <dgm:pt modelId="{0F0D96FE-E675-46E0-B6FD-6D404872444C}" type="pres">
      <dgm:prSet presAssocID="{76A370E7-37C9-4951-9A64-6B90BCE08E2A}" presName="sibTrans" presStyleLbl="sibTrans2D1" presStyleIdx="0" presStyleCnt="0"/>
      <dgm:spPr/>
    </dgm:pt>
    <dgm:pt modelId="{A523DBB4-2763-40A8-92E7-D8CF58C72452}" type="pres">
      <dgm:prSet presAssocID="{73E05862-6CA4-4E91-9E3C-9A78A578191D}" presName="compNode" presStyleCnt="0"/>
      <dgm:spPr/>
    </dgm:pt>
    <dgm:pt modelId="{924AE7B3-6885-4416-B3D9-C2893E6E0137}" type="pres">
      <dgm:prSet presAssocID="{73E05862-6CA4-4E91-9E3C-9A78A578191D}" presName="childRect" presStyleLbl="bgAcc1" presStyleIdx="9" presStyleCnt="10">
        <dgm:presLayoutVars>
          <dgm:bulletEnabled val="1"/>
        </dgm:presLayoutVars>
      </dgm:prSet>
      <dgm:spPr/>
    </dgm:pt>
    <dgm:pt modelId="{085E7DCA-20A0-452E-A0C7-4404755CAA56}" type="pres">
      <dgm:prSet presAssocID="{73E05862-6CA4-4E91-9E3C-9A78A578191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B1CE9DC-8FBC-4DD4-A45A-911849EC6167}" type="pres">
      <dgm:prSet presAssocID="{73E05862-6CA4-4E91-9E3C-9A78A578191D}" presName="parentRect" presStyleLbl="alignNode1" presStyleIdx="9" presStyleCnt="10"/>
      <dgm:spPr/>
    </dgm:pt>
    <dgm:pt modelId="{C8D71C38-0444-4F5E-A6AD-F7D0C21F7EFF}" type="pres">
      <dgm:prSet presAssocID="{73E05862-6CA4-4E91-9E3C-9A78A578191D}" presName="adorn" presStyleLbl="fgAccFollowNode1" presStyleIdx="9" presStyleCnt="10"/>
      <dgm:spPr>
        <a:blipFill>
          <a:blip xmlns:r="http://schemas.openxmlformats.org/officeDocument/2006/relationships" r:embed="rId10"/>
          <a:srcRect/>
          <a:stretch>
            <a:fillRect/>
          </a:stretch>
        </a:blipFill>
      </dgm:spPr>
    </dgm:pt>
  </dgm:ptLst>
  <dgm:cxnLst>
    <dgm:cxn modelId="{7F334100-C87F-4074-9186-B9CB377E13C7}" srcId="{0669F6D2-5070-47F9-9ED3-C6DC9FD67F74}" destId="{7320DD95-E2E3-433D-B9DA-6EB9864676AC}" srcOrd="1" destOrd="0" parTransId="{210114F1-8B39-4C90-83E6-DFAD7FA4BD28}" sibTransId="{8D36AB27-568A-4C27-B527-E5C08E80AD45}"/>
    <dgm:cxn modelId="{E9017F02-B33B-428B-A355-F0115DD9BDFB}" type="presOf" srcId="{5900C5C2-0862-4724-B0AE-0567B789D212}" destId="{A4240866-653B-4BB1-95D5-5CD8ACD98280}" srcOrd="0" destOrd="0" presId="urn:microsoft.com/office/officeart/2005/8/layout/bList2"/>
    <dgm:cxn modelId="{23522C04-371B-47E6-9C12-FD7F7D3AB29D}" type="presOf" srcId="{ADC3BE4D-8D36-415B-9050-B33B0710A217}" destId="{0FA91F4D-A39C-469C-90B5-6CEECA0D1D87}" srcOrd="0" destOrd="0" presId="urn:microsoft.com/office/officeart/2005/8/layout/bList2"/>
    <dgm:cxn modelId="{6A7CB604-51DC-41CA-B518-B91203E7D773}" type="presOf" srcId="{73E05862-6CA4-4E91-9E3C-9A78A578191D}" destId="{1B1CE9DC-8FBC-4DD4-A45A-911849EC6167}" srcOrd="1" destOrd="0" presId="urn:microsoft.com/office/officeart/2005/8/layout/bList2"/>
    <dgm:cxn modelId="{7B433705-C24F-4D3D-8E20-170284CC73A9}" type="presOf" srcId="{2ABF7105-78A1-4BC0-BFFB-61A7F0D11BA2}" destId="{8959E275-1EC7-44CC-9731-6055E2D36F8B}" srcOrd="0" destOrd="0" presId="urn:microsoft.com/office/officeart/2005/8/layout/bList2"/>
    <dgm:cxn modelId="{AD983B06-A728-4B39-B2E2-A3ED2B01D1A6}" type="presOf" srcId="{98F1F249-F8D7-4621-931A-0839F1C3E4B8}" destId="{DB6BAC6C-0FC9-450D-82DB-21A6C064CA15}" srcOrd="1" destOrd="0" presId="urn:microsoft.com/office/officeart/2005/8/layout/bList2"/>
    <dgm:cxn modelId="{993D5809-A694-4ACF-97CD-46E1F4EDA389}" srcId="{F633CC27-4DA0-43A1-A5DC-59B9F1C674BA}" destId="{5900C5C2-0862-4724-B0AE-0567B789D212}" srcOrd="0" destOrd="0" parTransId="{CEFC8905-85F7-4D51-90C0-41439F1ED054}" sibTransId="{40C638A0-B9A0-4695-8722-8767FE3A5419}"/>
    <dgm:cxn modelId="{EA4A790D-F71D-489B-B9B8-3AC4C5D3F36F}" srcId="{92201D62-8BF3-4A8B-B305-498B7C94E1B5}" destId="{0669F6D2-5070-47F9-9ED3-C6DC9FD67F74}" srcOrd="6" destOrd="0" parTransId="{639AF897-A662-4B23-8F6F-551B04BF36BD}" sibTransId="{149D5624-EB27-4F60-8898-A36232053721}"/>
    <dgm:cxn modelId="{291F3318-BF82-4503-A163-9D6D3DBBAA6F}" type="presOf" srcId="{92201D62-8BF3-4A8B-B305-498B7C94E1B5}" destId="{D3B5B03C-565C-4EBF-9B93-6ADF978DB6F0}" srcOrd="0" destOrd="0" presId="urn:microsoft.com/office/officeart/2005/8/layout/bList2"/>
    <dgm:cxn modelId="{7035A31B-4365-4DC6-821C-6502CE57B0F7}" type="presOf" srcId="{17D6170E-FCC1-4FD4-9CB1-ACA34982D814}" destId="{924AE7B3-6885-4416-B3D9-C2893E6E0137}" srcOrd="0" destOrd="0" presId="urn:microsoft.com/office/officeart/2005/8/layout/bList2"/>
    <dgm:cxn modelId="{6287A31B-FB3B-47C9-A555-79533264D38E}" type="presOf" srcId="{8EF10F68-9F33-41AC-A692-49DF20EAA728}" destId="{EF151F0F-7B54-4541-9E28-CAE46FFAD5BF}" srcOrd="0" destOrd="0" presId="urn:microsoft.com/office/officeart/2005/8/layout/bList2"/>
    <dgm:cxn modelId="{C0D22925-6D14-4496-BFA1-33B6A53332BA}" type="presOf" srcId="{043E9A5B-0389-42E3-AF8C-5352D217BA07}" destId="{C9C71485-D5AD-4230-9CF6-7830442DA09D}" srcOrd="0" destOrd="0" presId="urn:microsoft.com/office/officeart/2005/8/layout/bList2"/>
    <dgm:cxn modelId="{C916382B-E80C-408E-9AA8-B6A479CE8546}" srcId="{0669F6D2-5070-47F9-9ED3-C6DC9FD67F74}" destId="{77FD81E5-0257-4E5D-9392-9ADE79323491}" srcOrd="2" destOrd="0" parTransId="{8DAB190A-11E7-4BBA-B9F5-2F2C3F301C5D}" sibTransId="{E85D6939-CE50-49AD-88DB-62851F685657}"/>
    <dgm:cxn modelId="{4446732F-77B5-459D-9975-5BAC6865F702}" srcId="{92201D62-8BF3-4A8B-B305-498B7C94E1B5}" destId="{73E05862-6CA4-4E91-9E3C-9A78A578191D}" srcOrd="9" destOrd="0" parTransId="{C1105ABB-9764-44D5-9A03-021B4AABC917}" sibTransId="{4C202026-4F1F-4906-BFDE-B938738713B8}"/>
    <dgm:cxn modelId="{E8F85D31-ACB0-469E-BB41-0BCD48C575AE}" type="presOf" srcId="{73C9003E-C370-4DCF-8FC5-FEEBC7D1D141}" destId="{2B2A96AC-930E-4DE7-AE43-2302198E1E1B}" srcOrd="0" destOrd="0" presId="urn:microsoft.com/office/officeart/2005/8/layout/bList2"/>
    <dgm:cxn modelId="{C800A334-629E-41A3-95BA-343447D9EC05}" srcId="{92201D62-8BF3-4A8B-B305-498B7C94E1B5}" destId="{ECB6AE1A-2C2E-4948-8E6B-A398DF1B6445}" srcOrd="3" destOrd="0" parTransId="{8921589E-BD53-4423-94E0-8A343A80087D}" sibTransId="{F03B8255-B792-467C-BC08-AE77FB53C5E7}"/>
    <dgm:cxn modelId="{48F46E3F-7EEE-4912-B77E-9326B1D974FE}" type="presOf" srcId="{7320DD95-E2E3-433D-B9DA-6EB9864676AC}" destId="{5AD8BA2C-8BD9-497D-8005-C5E60D8519C7}" srcOrd="0" destOrd="1" presId="urn:microsoft.com/office/officeart/2005/8/layout/bList2"/>
    <dgm:cxn modelId="{9134A95B-092A-4E51-B285-4F6403E37CF6}" type="presOf" srcId="{ECB6AE1A-2C2E-4948-8E6B-A398DF1B6445}" destId="{B1BF177E-19AB-44A3-9F48-0686F07B1C10}" srcOrd="0" destOrd="0" presId="urn:microsoft.com/office/officeart/2005/8/layout/bList2"/>
    <dgm:cxn modelId="{393B3543-3B13-4BE5-9DA4-F8C758168CAB}" type="presOf" srcId="{77FD81E5-0257-4E5D-9392-9ADE79323491}" destId="{5AD8BA2C-8BD9-497D-8005-C5E60D8519C7}" srcOrd="0" destOrd="2" presId="urn:microsoft.com/office/officeart/2005/8/layout/bList2"/>
    <dgm:cxn modelId="{334C1665-8561-41CF-877A-FF5C087727D8}" srcId="{73E05862-6CA4-4E91-9E3C-9A78A578191D}" destId="{D174518B-2452-41DF-BAFA-E171DFA59016}" srcOrd="1" destOrd="0" parTransId="{DEF02FCD-0F54-4A79-8AEC-7B193500BE4F}" sibTransId="{0F3EE6E9-2593-49C2-BFB9-B4AB953BFBCD}"/>
    <dgm:cxn modelId="{E73AE866-783E-4269-BFB9-1608F50CAC3D}" type="presOf" srcId="{2D6E3776-B9C8-420E-8658-C2922F6CDB8D}" destId="{B0F70B8E-8126-48D0-A947-27673739657B}" srcOrd="0" destOrd="1" presId="urn:microsoft.com/office/officeart/2005/8/layout/bList2"/>
    <dgm:cxn modelId="{1EF22E6A-DD57-4F7A-809D-5706B6D3A911}" srcId="{92201D62-8BF3-4A8B-B305-498B7C94E1B5}" destId="{DF396740-7F9B-4F33-B663-296968D7CE99}" srcOrd="4" destOrd="0" parTransId="{72D475DA-01A9-450D-AB3E-BF4E4F13E157}" sibTransId="{26A24907-0D8B-47CC-83C1-BBC145226FAB}"/>
    <dgm:cxn modelId="{0DAB536A-AB6F-42DA-9658-5B825CE6A677}" type="presOf" srcId="{549679BF-48F7-49B5-9EC6-A6EC27FB8937}" destId="{5AD8BA2C-8BD9-497D-8005-C5E60D8519C7}" srcOrd="0" destOrd="0" presId="urn:microsoft.com/office/officeart/2005/8/layout/bList2"/>
    <dgm:cxn modelId="{29DFAD4F-3FCA-4C6A-8842-9245A19E41B7}" srcId="{92201D62-8BF3-4A8B-B305-498B7C94E1B5}" destId="{73C9003E-C370-4DCF-8FC5-FEEBC7D1D141}" srcOrd="0" destOrd="0" parTransId="{F500F481-163D-42E4-A6FF-A8C5B4F7C1D6}" sibTransId="{4447B371-B058-46C1-9B9A-E2CF107BAC94}"/>
    <dgm:cxn modelId="{325EBC6F-45A1-4DEC-BAFB-2EA4A91B2F7E}" srcId="{DF396740-7F9B-4F33-B663-296968D7CE99}" destId="{043E9A5B-0389-42E3-AF8C-5352D217BA07}" srcOrd="0" destOrd="0" parTransId="{F1657715-CCA7-4664-BE2B-EA17349F56DD}" sibTransId="{FB36B8E0-48C7-4B4A-BEC2-B06DFEED00F9}"/>
    <dgm:cxn modelId="{EFE73F70-A598-44F5-8155-D376DAFF6776}" srcId="{73C9003E-C370-4DCF-8FC5-FEEBC7D1D141}" destId="{C39D3719-C85A-48B6-84EE-8457858A837F}" srcOrd="1" destOrd="0" parTransId="{974150B1-BF5D-4201-BBD8-109CFD52B3FC}" sibTransId="{712274D9-EFD2-4D08-8712-C29E19E08E0D}"/>
    <dgm:cxn modelId="{479FB950-3DFE-4630-8D9F-A3DA8B1DFFF5}" type="presOf" srcId="{DF396740-7F9B-4F33-B663-296968D7CE99}" destId="{1BDD5285-F065-443A-B181-25148122C876}" srcOrd="1" destOrd="0" presId="urn:microsoft.com/office/officeart/2005/8/layout/bList2"/>
    <dgm:cxn modelId="{DDE14253-ECB1-40E7-8D41-224682393081}" type="presOf" srcId="{D9272501-42AF-43BE-8ACC-5F5848488E2A}" destId="{EF151F0F-7B54-4541-9E28-CAE46FFAD5BF}" srcOrd="0" destOrd="1" presId="urn:microsoft.com/office/officeart/2005/8/layout/bList2"/>
    <dgm:cxn modelId="{8CB42474-A9B3-4446-8F93-5FF0618B39C1}" srcId="{73C9003E-C370-4DCF-8FC5-FEEBC7D1D141}" destId="{2ABF7105-78A1-4BC0-BFFB-61A7F0D11BA2}" srcOrd="0" destOrd="0" parTransId="{71C461CF-CF27-4B12-B842-F344BDB4A563}" sibTransId="{46C68E15-EA4F-42B2-B7A9-2D1371A0640C}"/>
    <dgm:cxn modelId="{0F606475-77F5-4CBA-BB9C-C5810B31D3BF}" srcId="{4DAD2C14-B64C-45E5-B5A3-9295D5E732DA}" destId="{D9272501-42AF-43BE-8ACC-5F5848488E2A}" srcOrd="1" destOrd="0" parTransId="{30465B61-752A-4F99-A4EA-6B721A977D84}" sibTransId="{837AFAF3-BB95-4FE6-AD2D-BC38F0F05B43}"/>
    <dgm:cxn modelId="{5BEB3B76-76C5-4DD2-BCCD-643F5B3F120E}" srcId="{92201D62-8BF3-4A8B-B305-498B7C94E1B5}" destId="{ADC3BE4D-8D36-415B-9050-B33B0710A217}" srcOrd="2" destOrd="0" parTransId="{6948A5E1-6D5F-4B3C-A7CE-CCF3A0E3DC60}" sibTransId="{10DB0D3D-B09C-48CF-9F29-14FDA8C36E80}"/>
    <dgm:cxn modelId="{4D311477-BF7A-42B1-9F5D-75639C969ECA}" type="presOf" srcId="{E407BB1C-EFFF-495A-B7E9-1107CEEAE4EA}" destId="{6F952D1A-F4FB-45EF-8699-8DBC5F474615}" srcOrd="0" destOrd="0" presId="urn:microsoft.com/office/officeart/2005/8/layout/bList2"/>
    <dgm:cxn modelId="{E52DD277-CBF6-45E4-8747-A01917E19E8D}" srcId="{ADC3BE4D-8D36-415B-9050-B33B0710A217}" destId="{2D6E3776-B9C8-420E-8658-C2922F6CDB8D}" srcOrd="1" destOrd="0" parTransId="{91975998-34E2-4A67-AD47-AA82857FFC62}" sibTransId="{95012782-B7C4-43C6-912D-92FBA779EAA6}"/>
    <dgm:cxn modelId="{AA75AC5A-16B4-4934-AA71-167D6961A110}" type="presOf" srcId="{F633CC27-4DA0-43A1-A5DC-59B9F1C674BA}" destId="{52DAA152-179E-4C19-9771-F1D59545D54D}" srcOrd="1" destOrd="0" presId="urn:microsoft.com/office/officeart/2005/8/layout/bList2"/>
    <dgm:cxn modelId="{65D2537B-B9A6-4CFC-A0B7-C8984AD3F385}" type="presOf" srcId="{0669F6D2-5070-47F9-9ED3-C6DC9FD67F74}" destId="{AA27DA23-B0B4-42CC-98C6-887AC46E0EB6}" srcOrd="1" destOrd="0" presId="urn:microsoft.com/office/officeart/2005/8/layout/bList2"/>
    <dgm:cxn modelId="{CD66927B-C843-4B10-846D-596084EEBEC4}" type="presOf" srcId="{E49EF042-9B96-4038-B0C5-72C6DB2C5486}" destId="{B0F70B8E-8126-48D0-A947-27673739657B}" srcOrd="0" destOrd="0" presId="urn:microsoft.com/office/officeart/2005/8/layout/bList2"/>
    <dgm:cxn modelId="{9192C17E-9BF1-4F5B-ADEC-E3CE7571B27B}" type="presOf" srcId="{815FAEC2-1D4F-494D-90CD-31C8F7EF8D62}" destId="{6F952D1A-F4FB-45EF-8699-8DBC5F474615}" srcOrd="0" destOrd="1" presId="urn:microsoft.com/office/officeart/2005/8/layout/bList2"/>
    <dgm:cxn modelId="{58570783-6875-42B6-A44B-F1F8651FE95D}" type="presOf" srcId="{98F1F249-F8D7-4621-931A-0839F1C3E4B8}" destId="{8F73CE91-C66B-47E2-84B2-36FCA37D37E6}" srcOrd="0" destOrd="0" presId="urn:microsoft.com/office/officeart/2005/8/layout/bList2"/>
    <dgm:cxn modelId="{4CF65086-BFC9-4668-A34E-8E2E107E7AB4}" srcId="{7EBB0570-90F0-4D7D-800D-21431517FD96}" destId="{E407BB1C-EFFF-495A-B7E9-1107CEEAE4EA}" srcOrd="0" destOrd="0" parTransId="{79952D3B-C79E-4BE0-A2DC-D4473A8DD37B}" sibTransId="{519C1E1F-E26F-4EE4-AE8E-EF156137C2D0}"/>
    <dgm:cxn modelId="{9585CE86-833E-4C1A-9B33-DF57774DCC94}" srcId="{92201D62-8BF3-4A8B-B305-498B7C94E1B5}" destId="{F633CC27-4DA0-43A1-A5DC-59B9F1C674BA}" srcOrd="8" destOrd="0" parTransId="{58B76F8C-9203-4DE5-908C-181A8B9B9C7E}" sibTransId="{76A370E7-37C9-4951-9A64-6B90BCE08E2A}"/>
    <dgm:cxn modelId="{E080368C-4D57-4318-BD6A-75819D6737CD}" srcId="{98F1F249-F8D7-4621-931A-0839F1C3E4B8}" destId="{7AE8C528-38AE-49DC-8C5C-2F05CD96B6FB}" srcOrd="0" destOrd="0" parTransId="{BD291F4F-B4EC-4B02-ABA0-470E15F1408D}" sibTransId="{49112065-345D-4B6A-B072-0785D6E0A9E3}"/>
    <dgm:cxn modelId="{362CBA98-89E9-42C8-93EB-4B541CA089B9}" srcId="{92201D62-8BF3-4A8B-B305-498B7C94E1B5}" destId="{4DAD2C14-B64C-45E5-B5A3-9295D5E732DA}" srcOrd="1" destOrd="0" parTransId="{87EE5438-5A8B-4FCC-8340-55869CC60C80}" sibTransId="{62FED5BD-EEFE-49B8-8B83-60146B699365}"/>
    <dgm:cxn modelId="{C5145E9A-D852-4C29-8B58-A6B2F93398BE}" srcId="{73E05862-6CA4-4E91-9E3C-9A78A578191D}" destId="{17D6170E-FCC1-4FD4-9CB1-ACA34982D814}" srcOrd="0" destOrd="0" parTransId="{163A261F-2EE1-4613-BEC5-98EB7CD6EE86}" sibTransId="{A156CC81-CF32-4B25-A90F-F984D36E8980}"/>
    <dgm:cxn modelId="{F0D1C9A4-D3E0-431A-AF90-3670FB5ADCCB}" srcId="{0669F6D2-5070-47F9-9ED3-C6DC9FD67F74}" destId="{549679BF-48F7-49B5-9EC6-A6EC27FB8937}" srcOrd="0" destOrd="0" parTransId="{E99AABF0-2C34-4A52-917E-C44899DBC7FD}" sibTransId="{77D8E2A6-D259-4467-AAFA-C6274E06012F}"/>
    <dgm:cxn modelId="{9013D8A4-954B-4F4A-9020-B5158627B387}" srcId="{ADC3BE4D-8D36-415B-9050-B33B0710A217}" destId="{E49EF042-9B96-4038-B0C5-72C6DB2C5486}" srcOrd="0" destOrd="0" parTransId="{FF0729F0-138B-479A-A15F-A53260BBB2AD}" sibTransId="{5E78FB27-25C5-4C90-ABB3-073F2F97F445}"/>
    <dgm:cxn modelId="{C1BF6DA9-527F-4F65-AF73-BC57BB88FBAC}" type="presOf" srcId="{4DAD2C14-B64C-45E5-B5A3-9295D5E732DA}" destId="{036C2F10-4A43-4CF9-A475-DED6F755813D}" srcOrd="1" destOrd="0" presId="urn:microsoft.com/office/officeart/2005/8/layout/bList2"/>
    <dgm:cxn modelId="{697406AB-F785-42F0-BFBC-14AF3AB45CC3}" type="presOf" srcId="{62FED5BD-EEFE-49B8-8B83-60146B699365}" destId="{5F3253C0-1C92-4812-B7E2-BC4E57B22D8E}" srcOrd="0" destOrd="0" presId="urn:microsoft.com/office/officeart/2005/8/layout/bList2"/>
    <dgm:cxn modelId="{C19510AB-927A-47B6-BA21-EFECC8A8C641}" type="presOf" srcId="{ECB6AE1A-2C2E-4948-8E6B-A398DF1B6445}" destId="{0E022A4E-331E-4F80-9464-5D7E8737C542}" srcOrd="1" destOrd="0" presId="urn:microsoft.com/office/officeart/2005/8/layout/bList2"/>
    <dgm:cxn modelId="{445EBEAC-3735-4992-A597-9612E4FCFA23}" type="presOf" srcId="{D174518B-2452-41DF-BAFA-E171DFA59016}" destId="{924AE7B3-6885-4416-B3D9-C2893E6E0137}" srcOrd="0" destOrd="1" presId="urn:microsoft.com/office/officeart/2005/8/layout/bList2"/>
    <dgm:cxn modelId="{A3361AB8-A575-4F53-95A5-D66A46B2C8B3}" type="presOf" srcId="{10DB0D3D-B09C-48CF-9F29-14FDA8C36E80}" destId="{4022DE3B-0E1F-42B4-AAD8-82671B115A74}" srcOrd="0" destOrd="0" presId="urn:microsoft.com/office/officeart/2005/8/layout/bList2"/>
    <dgm:cxn modelId="{2757CBB9-822B-4C8B-AE47-08D833118B39}" type="presOf" srcId="{76A370E7-37C9-4951-9A64-6B90BCE08E2A}" destId="{0F0D96FE-E675-46E0-B6FD-6D404872444C}" srcOrd="0" destOrd="0" presId="urn:microsoft.com/office/officeart/2005/8/layout/bList2"/>
    <dgm:cxn modelId="{894AFFC0-F531-4891-9F11-FC082C6EBCD7}" type="presOf" srcId="{17BB9D83-E97A-4C76-B543-DBBA64BE2A5E}" destId="{11D6E88B-8202-410F-BD7A-D6BE75FE4DAF}" srcOrd="0" destOrd="0" presId="urn:microsoft.com/office/officeart/2005/8/layout/bList2"/>
    <dgm:cxn modelId="{4642D3C1-01CE-4662-BB7A-4BFCEFA06872}" srcId="{ECB6AE1A-2C2E-4948-8E6B-A398DF1B6445}" destId="{8AF7F299-4AE3-4671-A933-CB24A4BBBEAD}" srcOrd="0" destOrd="0" parTransId="{C6EBF800-5D74-4B22-9335-A3881F5E69C1}" sibTransId="{5BFC327B-E11E-4CD0-9C61-F0FBA716F5A5}"/>
    <dgm:cxn modelId="{13BCACC2-DE6E-43D4-87F3-0492DF0FC3DA}" type="presOf" srcId="{ADC3BE4D-8D36-415B-9050-B33B0710A217}" destId="{EAD05FF0-4508-46AA-9B57-E05461E68D69}" srcOrd="1" destOrd="0" presId="urn:microsoft.com/office/officeart/2005/8/layout/bList2"/>
    <dgm:cxn modelId="{FDAB5DC6-EC46-4251-BF11-15E356C485E0}" srcId="{73E05862-6CA4-4E91-9E3C-9A78A578191D}" destId="{68F4CCEA-5C9D-445D-B07A-68598BF48337}" srcOrd="2" destOrd="0" parTransId="{632C1520-22D1-4850-8021-E5DB44BA7DF8}" sibTransId="{E0D15186-9AC9-4DFA-8DE7-AF8DEF4615BD}"/>
    <dgm:cxn modelId="{58F777C7-82DA-4456-B9F4-6D4DF31608AC}" type="presOf" srcId="{F03B8255-B792-467C-BC08-AE77FB53C5E7}" destId="{AB883432-5C72-40BE-BE5B-9C30B1E8B3E9}" srcOrd="0" destOrd="0" presId="urn:microsoft.com/office/officeart/2005/8/layout/bList2"/>
    <dgm:cxn modelId="{7455CEC8-5DAD-439E-B257-242F6AE923D1}" srcId="{92201D62-8BF3-4A8B-B305-498B7C94E1B5}" destId="{7EBB0570-90F0-4D7D-800D-21431517FD96}" srcOrd="5" destOrd="0" parTransId="{070D3FCA-C560-4A88-998E-6A6E72A502B5}" sibTransId="{5D4858CD-10EE-4325-9217-5E2EC3E31E15}"/>
    <dgm:cxn modelId="{194733CE-B365-4984-A04C-CCBC2EEB7E46}" type="presOf" srcId="{26A24907-0D8B-47CC-83C1-BBC145226FAB}" destId="{D9B5CEE6-881A-4213-97FD-940887630126}" srcOrd="0" destOrd="0" presId="urn:microsoft.com/office/officeart/2005/8/layout/bList2"/>
    <dgm:cxn modelId="{5C947FD1-C5FF-450E-B6FD-05FDC614FF3E}" type="presOf" srcId="{F633CC27-4DA0-43A1-A5DC-59B9F1C674BA}" destId="{E2C96505-94F4-4E40-A3C5-976CE0D15C7C}" srcOrd="0" destOrd="0" presId="urn:microsoft.com/office/officeart/2005/8/layout/bList2"/>
    <dgm:cxn modelId="{351FDCD2-E89A-413C-86D3-406F85409FD4}" type="presOf" srcId="{C39D3719-C85A-48B6-84EE-8457858A837F}" destId="{8959E275-1EC7-44CC-9731-6055E2D36F8B}" srcOrd="0" destOrd="1" presId="urn:microsoft.com/office/officeart/2005/8/layout/bList2"/>
    <dgm:cxn modelId="{7C5B2CD5-7892-42CE-8457-F40AA0B3177B}" srcId="{4DAD2C14-B64C-45E5-B5A3-9295D5E732DA}" destId="{8EF10F68-9F33-41AC-A692-49DF20EAA728}" srcOrd="0" destOrd="0" parTransId="{BFC18902-D28D-45C8-ABCB-EA6B07082317}" sibTransId="{BBA0117D-C162-45F9-B29E-10B4CFB3BDB1}"/>
    <dgm:cxn modelId="{956BA3D6-82BF-4DDA-851F-78F12F1E4B92}" srcId="{92201D62-8BF3-4A8B-B305-498B7C94E1B5}" destId="{98F1F249-F8D7-4621-931A-0839F1C3E4B8}" srcOrd="7" destOrd="0" parTransId="{22F3AE70-8279-4EA6-93DF-43A95E40DB96}" sibTransId="{17BB9D83-E97A-4C76-B543-DBBA64BE2A5E}"/>
    <dgm:cxn modelId="{7652A4D8-3D1A-48C4-9A0C-F4954087EC02}" type="presOf" srcId="{4447B371-B058-46C1-9B9A-E2CF107BAC94}" destId="{DBB7CDAA-1D06-40B1-97BA-3120E1C5D1FF}" srcOrd="0" destOrd="0" presId="urn:microsoft.com/office/officeart/2005/8/layout/bList2"/>
    <dgm:cxn modelId="{41D116DE-F927-49D2-97AA-B13A98902BEB}" type="presOf" srcId="{7EBB0570-90F0-4D7D-800D-21431517FD96}" destId="{687676AF-FB9F-427F-9C39-FE79056C5EE4}" srcOrd="0" destOrd="0" presId="urn:microsoft.com/office/officeart/2005/8/layout/bList2"/>
    <dgm:cxn modelId="{9CC964DE-2BD9-4A63-A0B1-BCAF94DC8556}" type="presOf" srcId="{7AE8C528-38AE-49DC-8C5C-2F05CD96B6FB}" destId="{E32F368E-5695-40B3-A300-7CE26381ADD5}" srcOrd="0" destOrd="0" presId="urn:microsoft.com/office/officeart/2005/8/layout/bList2"/>
    <dgm:cxn modelId="{4F32C5DF-E8FB-49E1-BFC0-7E7732FF48A5}" type="presOf" srcId="{0669F6D2-5070-47F9-9ED3-C6DC9FD67F74}" destId="{333703FE-0E3D-411F-9417-1893C249F7B9}" srcOrd="0" destOrd="0" presId="urn:microsoft.com/office/officeart/2005/8/layout/bList2"/>
    <dgm:cxn modelId="{6C276AE1-3BF8-4FF9-AFDE-FC07CE704112}" type="presOf" srcId="{68F4CCEA-5C9D-445D-B07A-68598BF48337}" destId="{924AE7B3-6885-4416-B3D9-C2893E6E0137}" srcOrd="0" destOrd="2" presId="urn:microsoft.com/office/officeart/2005/8/layout/bList2"/>
    <dgm:cxn modelId="{A0A975E3-A906-486C-BF62-36BD40806BBD}" type="presOf" srcId="{7EBB0570-90F0-4D7D-800D-21431517FD96}" destId="{DD6F0C59-5276-48D5-AD33-3D3DCBD8DCDA}" srcOrd="1" destOrd="0" presId="urn:microsoft.com/office/officeart/2005/8/layout/bList2"/>
    <dgm:cxn modelId="{B123C1E5-D845-4AAD-B596-489D1AA4797F}" type="presOf" srcId="{DF396740-7F9B-4F33-B663-296968D7CE99}" destId="{AE8C7BAA-A490-41D6-A9C9-E9B216DBDA45}" srcOrd="0" destOrd="0" presId="urn:microsoft.com/office/officeart/2005/8/layout/bList2"/>
    <dgm:cxn modelId="{1B23C3E8-55D9-4D89-91B1-528DAE13F38F}" srcId="{7EBB0570-90F0-4D7D-800D-21431517FD96}" destId="{815FAEC2-1D4F-494D-90CD-31C8F7EF8D62}" srcOrd="1" destOrd="0" parTransId="{A3D75A23-FF30-4DF8-83BB-123431BB9FEB}" sibTransId="{CC75344A-193B-4219-AAE4-162883982C95}"/>
    <dgm:cxn modelId="{BCDC64F4-0EAA-40B1-914F-D3667D7DFCA9}" type="presOf" srcId="{73C9003E-C370-4DCF-8FC5-FEEBC7D1D141}" destId="{040A3C90-1364-46E0-98BC-48840B444B6A}" srcOrd="1" destOrd="0" presId="urn:microsoft.com/office/officeart/2005/8/layout/bList2"/>
    <dgm:cxn modelId="{0F704EF6-EE84-4F5E-A75B-3DAB49EA5EB8}" type="presOf" srcId="{4DAD2C14-B64C-45E5-B5A3-9295D5E732DA}" destId="{39E93F0F-10CE-48E0-A020-C475D41C0E07}" srcOrd="0" destOrd="0" presId="urn:microsoft.com/office/officeart/2005/8/layout/bList2"/>
    <dgm:cxn modelId="{47DD76F8-D9AA-408E-92F0-24B5758B087D}" type="presOf" srcId="{5D4858CD-10EE-4325-9217-5E2EC3E31E15}" destId="{FEC5B0C1-0EB9-46C5-8955-2415CBCF5854}" srcOrd="0" destOrd="0" presId="urn:microsoft.com/office/officeart/2005/8/layout/bList2"/>
    <dgm:cxn modelId="{A6BB44FB-C600-45F3-BA18-C882CB0506E3}" type="presOf" srcId="{73E05862-6CA4-4E91-9E3C-9A78A578191D}" destId="{085E7DCA-20A0-452E-A0C7-4404755CAA56}" srcOrd="0" destOrd="0" presId="urn:microsoft.com/office/officeart/2005/8/layout/bList2"/>
    <dgm:cxn modelId="{CF4D15FF-C959-4451-9A34-682BFC695117}" type="presOf" srcId="{149D5624-EB27-4F60-8898-A36232053721}" destId="{A10BC78F-FE4B-4AEC-AB2E-A48885859BE8}" srcOrd="0" destOrd="0" presId="urn:microsoft.com/office/officeart/2005/8/layout/bList2"/>
    <dgm:cxn modelId="{1F8EC2FF-4029-4425-A79B-084B6CDC8393}" type="presOf" srcId="{8AF7F299-4AE3-4671-A933-CB24A4BBBEAD}" destId="{F7B4E879-D301-4A3A-8339-BCF89969D628}" srcOrd="0" destOrd="0" presId="urn:microsoft.com/office/officeart/2005/8/layout/bList2"/>
    <dgm:cxn modelId="{BA4A4D6E-64A3-4C04-896B-CB1C9BBD8626}" type="presParOf" srcId="{D3B5B03C-565C-4EBF-9B93-6ADF978DB6F0}" destId="{4A3DB85E-0DFA-42A7-9C80-01559E752BE2}" srcOrd="0" destOrd="0" presId="urn:microsoft.com/office/officeart/2005/8/layout/bList2"/>
    <dgm:cxn modelId="{0DC5604E-5DED-4EA2-B2EC-A6EB9ED22D03}" type="presParOf" srcId="{4A3DB85E-0DFA-42A7-9C80-01559E752BE2}" destId="{8959E275-1EC7-44CC-9731-6055E2D36F8B}" srcOrd="0" destOrd="0" presId="urn:microsoft.com/office/officeart/2005/8/layout/bList2"/>
    <dgm:cxn modelId="{071EB9C1-0B37-4C63-BA67-4D82A097C77B}" type="presParOf" srcId="{4A3DB85E-0DFA-42A7-9C80-01559E752BE2}" destId="{2B2A96AC-930E-4DE7-AE43-2302198E1E1B}" srcOrd="1" destOrd="0" presId="urn:microsoft.com/office/officeart/2005/8/layout/bList2"/>
    <dgm:cxn modelId="{DCFCB0AD-95CE-465A-8B1D-38C637041D02}" type="presParOf" srcId="{4A3DB85E-0DFA-42A7-9C80-01559E752BE2}" destId="{040A3C90-1364-46E0-98BC-48840B444B6A}" srcOrd="2" destOrd="0" presId="urn:microsoft.com/office/officeart/2005/8/layout/bList2"/>
    <dgm:cxn modelId="{E115AD17-C497-4A2D-87A4-34DEDCB88014}" type="presParOf" srcId="{4A3DB85E-0DFA-42A7-9C80-01559E752BE2}" destId="{F1B2F8A6-CF7D-4A5D-AA9D-1225FDABDAD2}" srcOrd="3" destOrd="0" presId="urn:microsoft.com/office/officeart/2005/8/layout/bList2"/>
    <dgm:cxn modelId="{563F5877-26E0-461A-8CA8-5FBC6DD86560}" type="presParOf" srcId="{D3B5B03C-565C-4EBF-9B93-6ADF978DB6F0}" destId="{DBB7CDAA-1D06-40B1-97BA-3120E1C5D1FF}" srcOrd="1" destOrd="0" presId="urn:microsoft.com/office/officeart/2005/8/layout/bList2"/>
    <dgm:cxn modelId="{9AC6E789-7992-4D21-8F6D-A8206DD1D57D}" type="presParOf" srcId="{D3B5B03C-565C-4EBF-9B93-6ADF978DB6F0}" destId="{28BAD7E5-49FF-4B2D-94D0-80ED43024299}" srcOrd="2" destOrd="0" presId="urn:microsoft.com/office/officeart/2005/8/layout/bList2"/>
    <dgm:cxn modelId="{CE09828A-AF3F-406B-9221-F1FF9313D4C5}" type="presParOf" srcId="{28BAD7E5-49FF-4B2D-94D0-80ED43024299}" destId="{EF151F0F-7B54-4541-9E28-CAE46FFAD5BF}" srcOrd="0" destOrd="0" presId="urn:microsoft.com/office/officeart/2005/8/layout/bList2"/>
    <dgm:cxn modelId="{56D39239-E8C2-4A97-8D61-13EDCD6A729E}" type="presParOf" srcId="{28BAD7E5-49FF-4B2D-94D0-80ED43024299}" destId="{39E93F0F-10CE-48E0-A020-C475D41C0E07}" srcOrd="1" destOrd="0" presId="urn:microsoft.com/office/officeart/2005/8/layout/bList2"/>
    <dgm:cxn modelId="{6E367C4D-AC72-41D0-A838-B30816EE85A6}" type="presParOf" srcId="{28BAD7E5-49FF-4B2D-94D0-80ED43024299}" destId="{036C2F10-4A43-4CF9-A475-DED6F755813D}" srcOrd="2" destOrd="0" presId="urn:microsoft.com/office/officeart/2005/8/layout/bList2"/>
    <dgm:cxn modelId="{AAEA91F7-9A79-4A7B-AB04-A99C4A6FE3DD}" type="presParOf" srcId="{28BAD7E5-49FF-4B2D-94D0-80ED43024299}" destId="{39EA952D-8FA7-4BDF-8C50-1A5FA734CFF2}" srcOrd="3" destOrd="0" presId="urn:microsoft.com/office/officeart/2005/8/layout/bList2"/>
    <dgm:cxn modelId="{139BB889-6070-4591-9175-5617FA701031}" type="presParOf" srcId="{D3B5B03C-565C-4EBF-9B93-6ADF978DB6F0}" destId="{5F3253C0-1C92-4812-B7E2-BC4E57B22D8E}" srcOrd="3" destOrd="0" presId="urn:microsoft.com/office/officeart/2005/8/layout/bList2"/>
    <dgm:cxn modelId="{1B2BF63F-4983-4562-ACB6-B68FCC328500}" type="presParOf" srcId="{D3B5B03C-565C-4EBF-9B93-6ADF978DB6F0}" destId="{3FFC49A1-E31E-4DCD-96C0-51F3067FCF27}" srcOrd="4" destOrd="0" presId="urn:microsoft.com/office/officeart/2005/8/layout/bList2"/>
    <dgm:cxn modelId="{C8A8F232-D8D5-4737-83E2-32C3B8C958E8}" type="presParOf" srcId="{3FFC49A1-E31E-4DCD-96C0-51F3067FCF27}" destId="{B0F70B8E-8126-48D0-A947-27673739657B}" srcOrd="0" destOrd="0" presId="urn:microsoft.com/office/officeart/2005/8/layout/bList2"/>
    <dgm:cxn modelId="{4381876C-8EC1-43C5-A6FF-4BB0FC60791C}" type="presParOf" srcId="{3FFC49A1-E31E-4DCD-96C0-51F3067FCF27}" destId="{0FA91F4D-A39C-469C-90B5-6CEECA0D1D87}" srcOrd="1" destOrd="0" presId="urn:microsoft.com/office/officeart/2005/8/layout/bList2"/>
    <dgm:cxn modelId="{CFBCCFAA-2465-4CCB-9516-242A595FD8C6}" type="presParOf" srcId="{3FFC49A1-E31E-4DCD-96C0-51F3067FCF27}" destId="{EAD05FF0-4508-46AA-9B57-E05461E68D69}" srcOrd="2" destOrd="0" presId="urn:microsoft.com/office/officeart/2005/8/layout/bList2"/>
    <dgm:cxn modelId="{9FC45CAF-54B5-4E7E-A1FC-B134CEEC0FFF}" type="presParOf" srcId="{3FFC49A1-E31E-4DCD-96C0-51F3067FCF27}" destId="{954DCC67-525D-4BCA-B580-04A354FE7F0E}" srcOrd="3" destOrd="0" presId="urn:microsoft.com/office/officeart/2005/8/layout/bList2"/>
    <dgm:cxn modelId="{E97B0742-9013-4795-AE3C-98F2226327FE}" type="presParOf" srcId="{D3B5B03C-565C-4EBF-9B93-6ADF978DB6F0}" destId="{4022DE3B-0E1F-42B4-AAD8-82671B115A74}" srcOrd="5" destOrd="0" presId="urn:microsoft.com/office/officeart/2005/8/layout/bList2"/>
    <dgm:cxn modelId="{2A6C5A87-09D7-4397-A8A9-AAC18283C99E}" type="presParOf" srcId="{D3B5B03C-565C-4EBF-9B93-6ADF978DB6F0}" destId="{9B658584-08B2-48FB-A1DA-9203CAFC107B}" srcOrd="6" destOrd="0" presId="urn:microsoft.com/office/officeart/2005/8/layout/bList2"/>
    <dgm:cxn modelId="{54948EE3-CD07-4BE3-9514-ACED362F3697}" type="presParOf" srcId="{9B658584-08B2-48FB-A1DA-9203CAFC107B}" destId="{F7B4E879-D301-4A3A-8339-BCF89969D628}" srcOrd="0" destOrd="0" presId="urn:microsoft.com/office/officeart/2005/8/layout/bList2"/>
    <dgm:cxn modelId="{BD9A5705-0FD8-4860-A8D6-472EB5997D91}" type="presParOf" srcId="{9B658584-08B2-48FB-A1DA-9203CAFC107B}" destId="{B1BF177E-19AB-44A3-9F48-0686F07B1C10}" srcOrd="1" destOrd="0" presId="urn:microsoft.com/office/officeart/2005/8/layout/bList2"/>
    <dgm:cxn modelId="{96E1C308-61A1-4A3A-B1DA-093F6A560A5C}" type="presParOf" srcId="{9B658584-08B2-48FB-A1DA-9203CAFC107B}" destId="{0E022A4E-331E-4F80-9464-5D7E8737C542}" srcOrd="2" destOrd="0" presId="urn:microsoft.com/office/officeart/2005/8/layout/bList2"/>
    <dgm:cxn modelId="{FDA49D52-6067-465C-A6B1-9C03B0C9A5A7}" type="presParOf" srcId="{9B658584-08B2-48FB-A1DA-9203CAFC107B}" destId="{18BC531B-3F87-4350-845D-FD6F4AA517C1}" srcOrd="3" destOrd="0" presId="urn:microsoft.com/office/officeart/2005/8/layout/bList2"/>
    <dgm:cxn modelId="{705E71D2-D225-4B9D-A926-2CE1813891F8}" type="presParOf" srcId="{D3B5B03C-565C-4EBF-9B93-6ADF978DB6F0}" destId="{AB883432-5C72-40BE-BE5B-9C30B1E8B3E9}" srcOrd="7" destOrd="0" presId="urn:microsoft.com/office/officeart/2005/8/layout/bList2"/>
    <dgm:cxn modelId="{B29BD185-2F3C-456F-ACE6-A20B7B115FE9}" type="presParOf" srcId="{D3B5B03C-565C-4EBF-9B93-6ADF978DB6F0}" destId="{BED88222-4520-4F0E-8764-36027A95D792}" srcOrd="8" destOrd="0" presId="urn:microsoft.com/office/officeart/2005/8/layout/bList2"/>
    <dgm:cxn modelId="{1FD0ED9E-D3F2-4431-B1D3-AFDF1070014F}" type="presParOf" srcId="{BED88222-4520-4F0E-8764-36027A95D792}" destId="{C9C71485-D5AD-4230-9CF6-7830442DA09D}" srcOrd="0" destOrd="0" presId="urn:microsoft.com/office/officeart/2005/8/layout/bList2"/>
    <dgm:cxn modelId="{A5BF14DE-09EA-401D-8521-7805902D5721}" type="presParOf" srcId="{BED88222-4520-4F0E-8764-36027A95D792}" destId="{AE8C7BAA-A490-41D6-A9C9-E9B216DBDA45}" srcOrd="1" destOrd="0" presId="urn:microsoft.com/office/officeart/2005/8/layout/bList2"/>
    <dgm:cxn modelId="{6E647CC1-6EC5-4CB9-AA28-77A33CFCA7A4}" type="presParOf" srcId="{BED88222-4520-4F0E-8764-36027A95D792}" destId="{1BDD5285-F065-443A-B181-25148122C876}" srcOrd="2" destOrd="0" presId="urn:microsoft.com/office/officeart/2005/8/layout/bList2"/>
    <dgm:cxn modelId="{2A189CD9-7047-4A64-BFCE-C778BEDDA663}" type="presParOf" srcId="{BED88222-4520-4F0E-8764-36027A95D792}" destId="{894EE62F-BA7C-48AC-B512-1E62E05FA4A8}" srcOrd="3" destOrd="0" presId="urn:microsoft.com/office/officeart/2005/8/layout/bList2"/>
    <dgm:cxn modelId="{0A008573-57CD-4173-B8CD-CA91E215C5C3}" type="presParOf" srcId="{D3B5B03C-565C-4EBF-9B93-6ADF978DB6F0}" destId="{D9B5CEE6-881A-4213-97FD-940887630126}" srcOrd="9" destOrd="0" presId="urn:microsoft.com/office/officeart/2005/8/layout/bList2"/>
    <dgm:cxn modelId="{705A98B0-587A-4FE3-8213-4325CB0E6293}" type="presParOf" srcId="{D3B5B03C-565C-4EBF-9B93-6ADF978DB6F0}" destId="{78B7F827-4849-40CC-A0B0-08C13CFB26D3}" srcOrd="10" destOrd="0" presId="urn:microsoft.com/office/officeart/2005/8/layout/bList2"/>
    <dgm:cxn modelId="{7C86B3CE-99B9-4B72-8A24-0A980E0F5665}" type="presParOf" srcId="{78B7F827-4849-40CC-A0B0-08C13CFB26D3}" destId="{6F952D1A-F4FB-45EF-8699-8DBC5F474615}" srcOrd="0" destOrd="0" presId="urn:microsoft.com/office/officeart/2005/8/layout/bList2"/>
    <dgm:cxn modelId="{88FF25FF-0C5F-4DA8-829D-7CF7572934BE}" type="presParOf" srcId="{78B7F827-4849-40CC-A0B0-08C13CFB26D3}" destId="{687676AF-FB9F-427F-9C39-FE79056C5EE4}" srcOrd="1" destOrd="0" presId="urn:microsoft.com/office/officeart/2005/8/layout/bList2"/>
    <dgm:cxn modelId="{05901BEF-A008-413E-AA05-06DD3ED04B2A}" type="presParOf" srcId="{78B7F827-4849-40CC-A0B0-08C13CFB26D3}" destId="{DD6F0C59-5276-48D5-AD33-3D3DCBD8DCDA}" srcOrd="2" destOrd="0" presId="urn:microsoft.com/office/officeart/2005/8/layout/bList2"/>
    <dgm:cxn modelId="{D03BF40F-5B32-4956-BF4D-BB8E6AF80B0A}" type="presParOf" srcId="{78B7F827-4849-40CC-A0B0-08C13CFB26D3}" destId="{D8A78B0A-BD2F-4FBC-B9D7-D5BA109873AE}" srcOrd="3" destOrd="0" presId="urn:microsoft.com/office/officeart/2005/8/layout/bList2"/>
    <dgm:cxn modelId="{78EE4AC8-3E4C-4495-856B-00358AF6CC5A}" type="presParOf" srcId="{D3B5B03C-565C-4EBF-9B93-6ADF978DB6F0}" destId="{FEC5B0C1-0EB9-46C5-8955-2415CBCF5854}" srcOrd="11" destOrd="0" presId="urn:microsoft.com/office/officeart/2005/8/layout/bList2"/>
    <dgm:cxn modelId="{BDD96334-FD80-4A9C-90A8-DF5440DC0CFC}" type="presParOf" srcId="{D3B5B03C-565C-4EBF-9B93-6ADF978DB6F0}" destId="{87E9A5A0-C7A9-4CFD-B4A9-B84858834877}" srcOrd="12" destOrd="0" presId="urn:microsoft.com/office/officeart/2005/8/layout/bList2"/>
    <dgm:cxn modelId="{0844F40A-6B02-4BF3-8CED-662FF986F5C7}" type="presParOf" srcId="{87E9A5A0-C7A9-4CFD-B4A9-B84858834877}" destId="{5AD8BA2C-8BD9-497D-8005-C5E60D8519C7}" srcOrd="0" destOrd="0" presId="urn:microsoft.com/office/officeart/2005/8/layout/bList2"/>
    <dgm:cxn modelId="{C81E4AFE-FEB7-418C-9A15-514DB14999E4}" type="presParOf" srcId="{87E9A5A0-C7A9-4CFD-B4A9-B84858834877}" destId="{333703FE-0E3D-411F-9417-1893C249F7B9}" srcOrd="1" destOrd="0" presId="urn:microsoft.com/office/officeart/2005/8/layout/bList2"/>
    <dgm:cxn modelId="{294ADBDD-BE37-4965-8AAF-951BC113AAB8}" type="presParOf" srcId="{87E9A5A0-C7A9-4CFD-B4A9-B84858834877}" destId="{AA27DA23-B0B4-42CC-98C6-887AC46E0EB6}" srcOrd="2" destOrd="0" presId="urn:microsoft.com/office/officeart/2005/8/layout/bList2"/>
    <dgm:cxn modelId="{91B020C7-4C36-44E3-91CC-1543D48FFC15}" type="presParOf" srcId="{87E9A5A0-C7A9-4CFD-B4A9-B84858834877}" destId="{94962C36-10FC-4117-9835-6F715D58191E}" srcOrd="3" destOrd="0" presId="urn:microsoft.com/office/officeart/2005/8/layout/bList2"/>
    <dgm:cxn modelId="{57271D4E-7374-4AB5-857E-6054D634D258}" type="presParOf" srcId="{D3B5B03C-565C-4EBF-9B93-6ADF978DB6F0}" destId="{A10BC78F-FE4B-4AEC-AB2E-A48885859BE8}" srcOrd="13" destOrd="0" presId="urn:microsoft.com/office/officeart/2005/8/layout/bList2"/>
    <dgm:cxn modelId="{3605BE8E-4D31-418F-BBFB-C185D31C5674}" type="presParOf" srcId="{D3B5B03C-565C-4EBF-9B93-6ADF978DB6F0}" destId="{1E99DC39-132C-4C31-9053-C1849958A194}" srcOrd="14" destOrd="0" presId="urn:microsoft.com/office/officeart/2005/8/layout/bList2"/>
    <dgm:cxn modelId="{E089CD63-482F-4A39-A5B4-CCF7473B33FF}" type="presParOf" srcId="{1E99DC39-132C-4C31-9053-C1849958A194}" destId="{E32F368E-5695-40B3-A300-7CE26381ADD5}" srcOrd="0" destOrd="0" presId="urn:microsoft.com/office/officeart/2005/8/layout/bList2"/>
    <dgm:cxn modelId="{89AEF2EA-AC73-4B0F-B349-E452D924A50D}" type="presParOf" srcId="{1E99DC39-132C-4C31-9053-C1849958A194}" destId="{8F73CE91-C66B-47E2-84B2-36FCA37D37E6}" srcOrd="1" destOrd="0" presId="urn:microsoft.com/office/officeart/2005/8/layout/bList2"/>
    <dgm:cxn modelId="{152B6E6F-E767-4B6F-AEB9-80C290873933}" type="presParOf" srcId="{1E99DC39-132C-4C31-9053-C1849958A194}" destId="{DB6BAC6C-0FC9-450D-82DB-21A6C064CA15}" srcOrd="2" destOrd="0" presId="urn:microsoft.com/office/officeart/2005/8/layout/bList2"/>
    <dgm:cxn modelId="{57AEAA46-1ADE-4165-8CBB-533EA150022E}" type="presParOf" srcId="{1E99DC39-132C-4C31-9053-C1849958A194}" destId="{5C4F5761-5CD9-4BA6-A85B-AEF71465F5C2}" srcOrd="3" destOrd="0" presId="urn:microsoft.com/office/officeart/2005/8/layout/bList2"/>
    <dgm:cxn modelId="{B47E87F0-B13E-4B1A-A12F-8D42F3E9E610}" type="presParOf" srcId="{D3B5B03C-565C-4EBF-9B93-6ADF978DB6F0}" destId="{11D6E88B-8202-410F-BD7A-D6BE75FE4DAF}" srcOrd="15" destOrd="0" presId="urn:microsoft.com/office/officeart/2005/8/layout/bList2"/>
    <dgm:cxn modelId="{A876AE4B-A757-41F7-9DEA-F3572BC730BE}" type="presParOf" srcId="{D3B5B03C-565C-4EBF-9B93-6ADF978DB6F0}" destId="{ED220445-01D4-47A1-8EEA-E50CD1B152B2}" srcOrd="16" destOrd="0" presId="urn:microsoft.com/office/officeart/2005/8/layout/bList2"/>
    <dgm:cxn modelId="{8EAC5942-264D-46EE-B851-D78489906C11}" type="presParOf" srcId="{ED220445-01D4-47A1-8EEA-E50CD1B152B2}" destId="{A4240866-653B-4BB1-95D5-5CD8ACD98280}" srcOrd="0" destOrd="0" presId="urn:microsoft.com/office/officeart/2005/8/layout/bList2"/>
    <dgm:cxn modelId="{5C0C9FB5-B0B5-4026-82A5-8DBC2B8B3BAA}" type="presParOf" srcId="{ED220445-01D4-47A1-8EEA-E50CD1B152B2}" destId="{E2C96505-94F4-4E40-A3C5-976CE0D15C7C}" srcOrd="1" destOrd="0" presId="urn:microsoft.com/office/officeart/2005/8/layout/bList2"/>
    <dgm:cxn modelId="{1CBFA124-69ED-4D2D-8619-2312E36C0F5E}" type="presParOf" srcId="{ED220445-01D4-47A1-8EEA-E50CD1B152B2}" destId="{52DAA152-179E-4C19-9771-F1D59545D54D}" srcOrd="2" destOrd="0" presId="urn:microsoft.com/office/officeart/2005/8/layout/bList2"/>
    <dgm:cxn modelId="{BFE39454-03D2-4F21-B3B9-BE7B40D60117}" type="presParOf" srcId="{ED220445-01D4-47A1-8EEA-E50CD1B152B2}" destId="{76D202BC-7939-44C1-9614-43001105C5F4}" srcOrd="3" destOrd="0" presId="urn:microsoft.com/office/officeart/2005/8/layout/bList2"/>
    <dgm:cxn modelId="{2AC9A718-6AF0-429F-923B-E10DF8A62A0B}" type="presParOf" srcId="{D3B5B03C-565C-4EBF-9B93-6ADF978DB6F0}" destId="{0F0D96FE-E675-46E0-B6FD-6D404872444C}" srcOrd="17" destOrd="0" presId="urn:microsoft.com/office/officeart/2005/8/layout/bList2"/>
    <dgm:cxn modelId="{2D2238C7-F12B-48FB-B20B-278F6A508239}" type="presParOf" srcId="{D3B5B03C-565C-4EBF-9B93-6ADF978DB6F0}" destId="{A523DBB4-2763-40A8-92E7-D8CF58C72452}" srcOrd="18" destOrd="0" presId="urn:microsoft.com/office/officeart/2005/8/layout/bList2"/>
    <dgm:cxn modelId="{00FAA64C-EAC0-46C0-B4D0-C95A2B44CEE2}" type="presParOf" srcId="{A523DBB4-2763-40A8-92E7-D8CF58C72452}" destId="{924AE7B3-6885-4416-B3D9-C2893E6E0137}" srcOrd="0" destOrd="0" presId="urn:microsoft.com/office/officeart/2005/8/layout/bList2"/>
    <dgm:cxn modelId="{05E8B864-874E-4AF7-8BBE-18156F3D4B51}" type="presParOf" srcId="{A523DBB4-2763-40A8-92E7-D8CF58C72452}" destId="{085E7DCA-20A0-452E-A0C7-4404755CAA56}" srcOrd="1" destOrd="0" presId="urn:microsoft.com/office/officeart/2005/8/layout/bList2"/>
    <dgm:cxn modelId="{A421DDE9-AD7A-46B6-80BA-36252CC837C8}" type="presParOf" srcId="{A523DBB4-2763-40A8-92E7-D8CF58C72452}" destId="{1B1CE9DC-8FBC-4DD4-A45A-911849EC6167}" srcOrd="2" destOrd="0" presId="urn:microsoft.com/office/officeart/2005/8/layout/bList2"/>
    <dgm:cxn modelId="{06401ACD-E49A-4689-BEC0-4DF3850F9FCA}" type="presParOf" srcId="{A523DBB4-2763-40A8-92E7-D8CF58C72452}" destId="{C8D71C38-0444-4F5E-A6AD-F7D0C21F7EFF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63D8FF0-87C8-47C6-ABE6-6C355C25B2F3}" type="doc">
      <dgm:prSet loTypeId="urn:microsoft.com/office/officeart/2005/8/layout/list1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8A55A118-42F0-440E-83EB-BC2BB3B13FE6}">
      <dgm:prSet/>
      <dgm:spPr/>
      <dgm:t>
        <a:bodyPr/>
        <a:lstStyle/>
        <a:p>
          <a:pPr latinLnBrk="1"/>
          <a:r>
            <a:rPr kumimoji="1" lang="en-US"/>
            <a:t>AI </a:t>
          </a:r>
          <a:r>
            <a:rPr kumimoji="1" lang="ko-KR"/>
            <a:t>란</a:t>
          </a:r>
          <a:endParaRPr lang="ko-KR"/>
        </a:p>
      </dgm:t>
    </dgm:pt>
    <dgm:pt modelId="{A3F22DC4-3DA2-4E73-8071-0C668730E522}" type="parTrans" cxnId="{053A04CE-EBF2-4215-8572-766653CBEFDB}">
      <dgm:prSet/>
      <dgm:spPr/>
      <dgm:t>
        <a:bodyPr/>
        <a:lstStyle/>
        <a:p>
          <a:pPr latinLnBrk="1"/>
          <a:endParaRPr lang="ko-KR" altLang="en-US"/>
        </a:p>
      </dgm:t>
    </dgm:pt>
    <dgm:pt modelId="{CF11B667-4AB5-47AF-B653-2298ADAFD652}" type="sibTrans" cxnId="{053A04CE-EBF2-4215-8572-766653CBEFDB}">
      <dgm:prSet/>
      <dgm:spPr/>
      <dgm:t>
        <a:bodyPr/>
        <a:lstStyle/>
        <a:p>
          <a:pPr latinLnBrk="1"/>
          <a:endParaRPr lang="ko-KR" altLang="en-US"/>
        </a:p>
      </dgm:t>
    </dgm:pt>
    <dgm:pt modelId="{14E6F250-229C-42B7-88DD-B7BE4DCA9B99}">
      <dgm:prSet/>
      <dgm:spPr/>
      <dgm:t>
        <a:bodyPr/>
        <a:lstStyle/>
        <a:p>
          <a:pPr latinLnBrk="1"/>
          <a:r>
            <a:rPr kumimoji="1" lang="ko-KR" b="1"/>
            <a:t>마치 어린아이가 세상을 배우듯</a:t>
          </a:r>
          <a:r>
            <a:rPr kumimoji="1" lang="en-US" b="1"/>
            <a:t>, </a:t>
          </a:r>
          <a:r>
            <a:rPr kumimoji="1" lang="ko-KR" b="1"/>
            <a:t>컴퓨터에게 수많은 데이터를 주고 스스로 학습해서 생각하고 판단하게 만드는 것</a:t>
          </a:r>
          <a:endParaRPr lang="ko-KR"/>
        </a:p>
      </dgm:t>
    </dgm:pt>
    <dgm:pt modelId="{A342AA5A-E801-4E1C-B5EE-B5F7CE545D5D}" type="parTrans" cxnId="{12E78378-2A06-4FEA-A6B0-CAEAF4E3A38C}">
      <dgm:prSet/>
      <dgm:spPr/>
      <dgm:t>
        <a:bodyPr/>
        <a:lstStyle/>
        <a:p>
          <a:pPr latinLnBrk="1"/>
          <a:endParaRPr lang="ko-KR" altLang="en-US"/>
        </a:p>
      </dgm:t>
    </dgm:pt>
    <dgm:pt modelId="{84444120-8032-45A0-BA14-01471F84169F}" type="sibTrans" cxnId="{12E78378-2A06-4FEA-A6B0-CAEAF4E3A38C}">
      <dgm:prSet/>
      <dgm:spPr/>
      <dgm:t>
        <a:bodyPr/>
        <a:lstStyle/>
        <a:p>
          <a:pPr latinLnBrk="1"/>
          <a:endParaRPr lang="ko-KR" altLang="en-US"/>
        </a:p>
      </dgm:t>
    </dgm:pt>
    <dgm:pt modelId="{2C8775FE-8A3B-4F25-ADD6-2E7186804802}">
      <dgm:prSet/>
      <dgm:spPr/>
      <dgm:t>
        <a:bodyPr/>
        <a:lstStyle/>
        <a:p>
          <a:pPr latinLnBrk="1"/>
          <a:r>
            <a:rPr kumimoji="1" lang="en-US" b="1" dirty="0"/>
            <a:t>AI</a:t>
          </a:r>
          <a:r>
            <a:rPr kumimoji="1" lang="ko-KR" b="1" dirty="0"/>
            <a:t>가 그냥 학습했다고 똑똑하진 않고 </a:t>
          </a:r>
          <a:r>
            <a:rPr kumimoji="1" lang="ko-KR" b="1" dirty="0">
              <a:solidFill>
                <a:srgbClr val="FF0000"/>
              </a:solidFill>
            </a:rPr>
            <a:t>어떻게 학습하는지</a:t>
          </a:r>
          <a:r>
            <a:rPr kumimoji="1" lang="ko-KR" b="1" dirty="0"/>
            <a:t>가 중요</a:t>
          </a:r>
          <a:endParaRPr lang="ko-KR" dirty="0"/>
        </a:p>
      </dgm:t>
    </dgm:pt>
    <dgm:pt modelId="{0785E086-0615-4C2A-9C85-020E0EFA99A2}" type="parTrans" cxnId="{7B9DEEF3-40A4-4885-A94D-4E96299A5D1D}">
      <dgm:prSet/>
      <dgm:spPr/>
      <dgm:t>
        <a:bodyPr/>
        <a:lstStyle/>
        <a:p>
          <a:pPr latinLnBrk="1"/>
          <a:endParaRPr lang="ko-KR" altLang="en-US"/>
        </a:p>
      </dgm:t>
    </dgm:pt>
    <dgm:pt modelId="{DD40FDD3-4DE9-49DD-ACCF-016551CB986F}" type="sibTrans" cxnId="{7B9DEEF3-40A4-4885-A94D-4E96299A5D1D}">
      <dgm:prSet/>
      <dgm:spPr/>
      <dgm:t>
        <a:bodyPr/>
        <a:lstStyle/>
        <a:p>
          <a:pPr latinLnBrk="1"/>
          <a:endParaRPr lang="ko-KR" altLang="en-US"/>
        </a:p>
      </dgm:t>
    </dgm:pt>
    <dgm:pt modelId="{14448C1A-D474-4FAF-B6A9-7C84812FEB7B}">
      <dgm:prSet/>
      <dgm:spPr/>
      <dgm:t>
        <a:bodyPr/>
        <a:lstStyle/>
        <a:p>
          <a:pPr latinLnBrk="1"/>
          <a:r>
            <a:rPr kumimoji="1" lang="en-US"/>
            <a:t>AI</a:t>
          </a:r>
          <a:r>
            <a:rPr kumimoji="1" lang="ko-KR"/>
            <a:t>가 똑똑해지는 법</a:t>
          </a:r>
          <a:endParaRPr lang="ko-KR"/>
        </a:p>
      </dgm:t>
    </dgm:pt>
    <dgm:pt modelId="{AB738ECF-8F2E-4396-B59C-55B665A63CCE}" type="parTrans" cxnId="{30CF69AF-8C0D-4952-B88F-E100DF1E5A43}">
      <dgm:prSet/>
      <dgm:spPr/>
      <dgm:t>
        <a:bodyPr/>
        <a:lstStyle/>
        <a:p>
          <a:pPr latinLnBrk="1"/>
          <a:endParaRPr lang="ko-KR" altLang="en-US"/>
        </a:p>
      </dgm:t>
    </dgm:pt>
    <dgm:pt modelId="{73FC4609-6A74-4854-98F1-CBC2E958C667}" type="sibTrans" cxnId="{30CF69AF-8C0D-4952-B88F-E100DF1E5A43}">
      <dgm:prSet/>
      <dgm:spPr/>
      <dgm:t>
        <a:bodyPr/>
        <a:lstStyle/>
        <a:p>
          <a:pPr latinLnBrk="1"/>
          <a:endParaRPr lang="ko-KR" altLang="en-US"/>
        </a:p>
      </dgm:t>
    </dgm:pt>
    <dgm:pt modelId="{3ADB8733-5B51-4F4E-BB54-199BB89C606E}">
      <dgm:prSet/>
      <dgm:spPr/>
      <dgm:t>
        <a:bodyPr/>
        <a:lstStyle/>
        <a:p>
          <a:pPr latinLnBrk="1"/>
          <a:r>
            <a:rPr kumimoji="1" lang="ko-KR" b="1" dirty="0"/>
            <a:t>학생 </a:t>
          </a:r>
          <a:r>
            <a:rPr kumimoji="1" lang="en-US" b="1" dirty="0"/>
            <a:t>: </a:t>
          </a:r>
          <a:r>
            <a:rPr kumimoji="1" lang="ko-KR" b="1" dirty="0"/>
            <a:t>좋은 학습법으로 학습</a:t>
          </a:r>
          <a:r>
            <a:rPr kumimoji="1" lang="en-US" altLang="ko-KR" b="1" dirty="0"/>
            <a:t>  </a:t>
          </a:r>
          <a:r>
            <a:rPr kumimoji="1" lang="en-US" b="1" dirty="0"/>
            <a:t>(</a:t>
          </a:r>
          <a:r>
            <a:rPr kumimoji="1" lang="ko-KR" b="1" dirty="0"/>
            <a:t>대치동 학원</a:t>
          </a:r>
          <a:r>
            <a:rPr kumimoji="1" lang="en-US" b="1" dirty="0"/>
            <a:t>, </a:t>
          </a:r>
          <a:r>
            <a:rPr kumimoji="1" lang="ko-KR" b="1" dirty="0" err="1"/>
            <a:t>일타강사</a:t>
          </a:r>
          <a:r>
            <a:rPr kumimoji="1" lang="ko-KR" b="1" dirty="0"/>
            <a:t> 등</a:t>
          </a:r>
          <a:r>
            <a:rPr kumimoji="1" lang="en-US" b="1" dirty="0"/>
            <a:t>)</a:t>
          </a:r>
          <a:endParaRPr lang="ko-KR" dirty="0"/>
        </a:p>
      </dgm:t>
    </dgm:pt>
    <dgm:pt modelId="{53ED1023-E348-44AC-9760-CB324CF6399C}" type="parTrans" cxnId="{79490C69-839A-4FD4-B7C8-E56AC1B35D2B}">
      <dgm:prSet/>
      <dgm:spPr/>
      <dgm:t>
        <a:bodyPr/>
        <a:lstStyle/>
        <a:p>
          <a:pPr latinLnBrk="1"/>
          <a:endParaRPr lang="ko-KR" altLang="en-US"/>
        </a:p>
      </dgm:t>
    </dgm:pt>
    <dgm:pt modelId="{5781035E-F555-49B9-B2ED-920F1DE879F4}" type="sibTrans" cxnId="{79490C69-839A-4FD4-B7C8-E56AC1B35D2B}">
      <dgm:prSet/>
      <dgm:spPr/>
      <dgm:t>
        <a:bodyPr/>
        <a:lstStyle/>
        <a:p>
          <a:pPr latinLnBrk="1"/>
          <a:endParaRPr lang="ko-KR" altLang="en-US"/>
        </a:p>
      </dgm:t>
    </dgm:pt>
    <dgm:pt modelId="{D7BBBE53-3295-444A-8021-C2B56A382BE5}">
      <dgm:prSet/>
      <dgm:spPr/>
      <dgm:t>
        <a:bodyPr/>
        <a:lstStyle/>
        <a:p>
          <a:pPr latinLnBrk="1"/>
          <a:r>
            <a:rPr kumimoji="1" lang="ko-KR" b="1" dirty="0"/>
            <a:t>좋은 알고리즘으로 학습</a:t>
          </a:r>
          <a:r>
            <a:rPr kumimoji="1" lang="en-US" altLang="ko-KR" b="1" dirty="0"/>
            <a:t> </a:t>
          </a:r>
          <a:r>
            <a:rPr kumimoji="1" lang="en-US" b="1" dirty="0"/>
            <a:t>(</a:t>
          </a:r>
          <a:r>
            <a:rPr kumimoji="1" lang="en-US" b="1" dirty="0">
              <a:solidFill>
                <a:srgbClr val="FF0000"/>
              </a:solidFill>
            </a:rPr>
            <a:t>transformer</a:t>
          </a:r>
          <a:r>
            <a:rPr kumimoji="1" lang="en-US" b="1" dirty="0"/>
            <a:t> </a:t>
          </a:r>
          <a:r>
            <a:rPr kumimoji="1" lang="ko-KR" b="1" dirty="0"/>
            <a:t>알고리즘</a:t>
          </a:r>
          <a:r>
            <a:rPr kumimoji="1" lang="en-US" b="1" dirty="0"/>
            <a:t>)</a:t>
          </a:r>
          <a:endParaRPr lang="ko-KR" dirty="0"/>
        </a:p>
      </dgm:t>
    </dgm:pt>
    <dgm:pt modelId="{B71417A4-B625-40D7-86B6-264D01D0962A}" type="parTrans" cxnId="{9F5C529A-B9A4-4F60-B150-70619169AD08}">
      <dgm:prSet/>
      <dgm:spPr/>
      <dgm:t>
        <a:bodyPr/>
        <a:lstStyle/>
        <a:p>
          <a:pPr latinLnBrk="1"/>
          <a:endParaRPr lang="ko-KR" altLang="en-US"/>
        </a:p>
      </dgm:t>
    </dgm:pt>
    <dgm:pt modelId="{14B06397-36B8-4355-BE46-775DDC29540E}" type="sibTrans" cxnId="{9F5C529A-B9A4-4F60-B150-70619169AD08}">
      <dgm:prSet/>
      <dgm:spPr/>
      <dgm:t>
        <a:bodyPr/>
        <a:lstStyle/>
        <a:p>
          <a:pPr latinLnBrk="1"/>
          <a:endParaRPr lang="ko-KR" altLang="en-US"/>
        </a:p>
      </dgm:t>
    </dgm:pt>
    <dgm:pt modelId="{CAA863EA-042F-4D94-8762-32E9850B1A2E}">
      <dgm:prSet/>
      <dgm:spPr/>
      <dgm:t>
        <a:bodyPr/>
        <a:lstStyle/>
        <a:p>
          <a:pPr latinLnBrk="1"/>
          <a:r>
            <a:rPr kumimoji="1" lang="ko-KR"/>
            <a:t>노코딩</a:t>
          </a:r>
          <a:endParaRPr lang="ko-KR"/>
        </a:p>
      </dgm:t>
    </dgm:pt>
    <dgm:pt modelId="{CC6FEDC2-7ECC-449D-8F10-7B5280EC7591}" type="parTrans" cxnId="{653665DE-6EA8-414F-AB32-EC124441E22C}">
      <dgm:prSet/>
      <dgm:spPr/>
      <dgm:t>
        <a:bodyPr/>
        <a:lstStyle/>
        <a:p>
          <a:pPr latinLnBrk="1"/>
          <a:endParaRPr lang="ko-KR" altLang="en-US"/>
        </a:p>
      </dgm:t>
    </dgm:pt>
    <dgm:pt modelId="{079963A5-1710-419E-951A-6D3CCF9DBD98}" type="sibTrans" cxnId="{653665DE-6EA8-414F-AB32-EC124441E22C}">
      <dgm:prSet/>
      <dgm:spPr/>
      <dgm:t>
        <a:bodyPr/>
        <a:lstStyle/>
        <a:p>
          <a:pPr latinLnBrk="1"/>
          <a:endParaRPr lang="ko-KR" altLang="en-US"/>
        </a:p>
      </dgm:t>
    </dgm:pt>
    <dgm:pt modelId="{FBA16CE8-C2E9-4757-96AE-672A934DDE52}">
      <dgm:prSet/>
      <dgm:spPr/>
      <dgm:t>
        <a:bodyPr/>
        <a:lstStyle/>
        <a:p>
          <a:pPr latinLnBrk="1"/>
          <a:r>
            <a:rPr kumimoji="1" lang="ko-KR" b="1" dirty="0">
              <a:solidFill>
                <a:srgbClr val="FF0000"/>
              </a:solidFill>
            </a:rPr>
            <a:t>코딩을 하지 않고</a:t>
          </a:r>
          <a:r>
            <a:rPr kumimoji="1" lang="ko-KR" b="1" dirty="0"/>
            <a:t> 레고 블록처럼 미리 만들어진 메뉴에서 </a:t>
          </a:r>
          <a:r>
            <a:rPr kumimoji="1" lang="ko-KR" b="1" dirty="0">
              <a:solidFill>
                <a:srgbClr val="FF0000"/>
              </a:solidFill>
            </a:rPr>
            <a:t>기능을 가져와</a:t>
          </a:r>
          <a:r>
            <a:rPr kumimoji="1" lang="ko-KR" b="1" dirty="0"/>
            <a:t> 사용하는 방법</a:t>
          </a:r>
          <a:endParaRPr lang="ko-KR" dirty="0"/>
        </a:p>
      </dgm:t>
    </dgm:pt>
    <dgm:pt modelId="{0993C81E-681A-4964-BCD0-B844E1ED3751}" type="parTrans" cxnId="{8069BE89-170B-408F-B3CD-617A42C2CA98}">
      <dgm:prSet/>
      <dgm:spPr/>
      <dgm:t>
        <a:bodyPr/>
        <a:lstStyle/>
        <a:p>
          <a:pPr latinLnBrk="1"/>
          <a:endParaRPr lang="ko-KR" altLang="en-US"/>
        </a:p>
      </dgm:t>
    </dgm:pt>
    <dgm:pt modelId="{F969A3C9-5E9A-41EB-8973-30FC3B2463E9}" type="sibTrans" cxnId="{8069BE89-170B-408F-B3CD-617A42C2CA98}">
      <dgm:prSet/>
      <dgm:spPr/>
      <dgm:t>
        <a:bodyPr/>
        <a:lstStyle/>
        <a:p>
          <a:pPr latinLnBrk="1"/>
          <a:endParaRPr lang="ko-KR" altLang="en-US"/>
        </a:p>
      </dgm:t>
    </dgm:pt>
    <dgm:pt modelId="{E5BC826A-031B-4087-BBCB-845CF5D76CB1}">
      <dgm:prSet/>
      <dgm:spPr/>
      <dgm:t>
        <a:bodyPr/>
        <a:lstStyle/>
        <a:p>
          <a:pPr latinLnBrk="1"/>
          <a:r>
            <a:rPr kumimoji="1" lang="ko-KR"/>
            <a:t>노코드 </a:t>
          </a:r>
          <a:r>
            <a:rPr kumimoji="1" lang="en-US"/>
            <a:t>+ AI</a:t>
          </a:r>
          <a:endParaRPr lang="ko-KR"/>
        </a:p>
      </dgm:t>
    </dgm:pt>
    <dgm:pt modelId="{00C0FDC2-3BAA-4011-ABCE-FC876CB08CBD}" type="parTrans" cxnId="{B4940EE3-0729-47ED-A2D7-90269FBD9038}">
      <dgm:prSet/>
      <dgm:spPr/>
      <dgm:t>
        <a:bodyPr/>
        <a:lstStyle/>
        <a:p>
          <a:pPr latinLnBrk="1"/>
          <a:endParaRPr lang="ko-KR" altLang="en-US"/>
        </a:p>
      </dgm:t>
    </dgm:pt>
    <dgm:pt modelId="{FA929922-A092-41FD-B2DF-308621C2EA62}" type="sibTrans" cxnId="{B4940EE3-0729-47ED-A2D7-90269FBD9038}">
      <dgm:prSet/>
      <dgm:spPr/>
      <dgm:t>
        <a:bodyPr/>
        <a:lstStyle/>
        <a:p>
          <a:pPr latinLnBrk="1"/>
          <a:endParaRPr lang="ko-KR" altLang="en-US"/>
        </a:p>
      </dgm:t>
    </dgm:pt>
    <dgm:pt modelId="{5207A9DB-0886-40E3-937A-27DF1B0E9EAC}">
      <dgm:prSet/>
      <dgm:spPr/>
      <dgm:t>
        <a:bodyPr/>
        <a:lstStyle/>
        <a:p>
          <a:pPr latinLnBrk="1"/>
          <a:r>
            <a:rPr kumimoji="1" lang="en-US" b="1" dirty="0">
              <a:solidFill>
                <a:srgbClr val="FF0000"/>
              </a:solidFill>
            </a:rPr>
            <a:t>AI </a:t>
          </a:r>
          <a:r>
            <a:rPr kumimoji="1" lang="ko-KR" b="1" dirty="0">
              <a:solidFill>
                <a:srgbClr val="FF0000"/>
              </a:solidFill>
            </a:rPr>
            <a:t>기능들이 내장</a:t>
          </a:r>
          <a:r>
            <a:rPr kumimoji="1" lang="ko-KR" b="1" dirty="0"/>
            <a:t> 되어 있어</a:t>
          </a:r>
          <a:r>
            <a:rPr kumimoji="1" lang="en-US" b="1" dirty="0"/>
            <a:t> </a:t>
          </a:r>
          <a:r>
            <a:rPr kumimoji="1" lang="ko-KR" b="1" dirty="0"/>
            <a:t>아주 편하고 빠르게 작업이 가능</a:t>
          </a:r>
          <a:r>
            <a:rPr kumimoji="1" lang="en-US" b="1" dirty="0"/>
            <a:t>.</a:t>
          </a:r>
          <a:endParaRPr lang="ko-KR" dirty="0"/>
        </a:p>
      </dgm:t>
    </dgm:pt>
    <dgm:pt modelId="{3647A23C-C022-4FBE-8FA1-88C6A09A133F}" type="parTrans" cxnId="{F69B634B-822A-42B7-BD8D-2B88FC6A778B}">
      <dgm:prSet/>
      <dgm:spPr/>
      <dgm:t>
        <a:bodyPr/>
        <a:lstStyle/>
        <a:p>
          <a:pPr latinLnBrk="1"/>
          <a:endParaRPr lang="ko-KR" altLang="en-US"/>
        </a:p>
      </dgm:t>
    </dgm:pt>
    <dgm:pt modelId="{DB5352C6-D578-480A-8054-7BCD5E684F29}" type="sibTrans" cxnId="{F69B634B-822A-42B7-BD8D-2B88FC6A778B}">
      <dgm:prSet/>
      <dgm:spPr/>
      <dgm:t>
        <a:bodyPr/>
        <a:lstStyle/>
        <a:p>
          <a:pPr latinLnBrk="1"/>
          <a:endParaRPr lang="ko-KR" altLang="en-US"/>
        </a:p>
      </dgm:t>
    </dgm:pt>
    <dgm:pt modelId="{3216E783-0F8C-436A-9E04-0E88E9715B11}" type="pres">
      <dgm:prSet presAssocID="{363D8FF0-87C8-47C6-ABE6-6C355C25B2F3}" presName="linear" presStyleCnt="0">
        <dgm:presLayoutVars>
          <dgm:dir/>
          <dgm:animLvl val="lvl"/>
          <dgm:resizeHandles val="exact"/>
        </dgm:presLayoutVars>
      </dgm:prSet>
      <dgm:spPr/>
    </dgm:pt>
    <dgm:pt modelId="{86317667-812B-4E58-A702-801ACF2D05CB}" type="pres">
      <dgm:prSet presAssocID="{8A55A118-42F0-440E-83EB-BC2BB3B13FE6}" presName="parentLin" presStyleCnt="0"/>
      <dgm:spPr/>
    </dgm:pt>
    <dgm:pt modelId="{F515366F-9E22-4A33-8F29-C6D57054DB33}" type="pres">
      <dgm:prSet presAssocID="{8A55A118-42F0-440E-83EB-BC2BB3B13FE6}" presName="parentLeftMargin" presStyleLbl="node1" presStyleIdx="0" presStyleCnt="4"/>
      <dgm:spPr/>
    </dgm:pt>
    <dgm:pt modelId="{896BBEA6-9795-4FF8-B3E6-4171BF6D1482}" type="pres">
      <dgm:prSet presAssocID="{8A55A118-42F0-440E-83EB-BC2BB3B13F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8346BD-43A8-4680-8C8E-4A7CBA2CB885}" type="pres">
      <dgm:prSet presAssocID="{8A55A118-42F0-440E-83EB-BC2BB3B13FE6}" presName="negativeSpace" presStyleCnt="0"/>
      <dgm:spPr/>
    </dgm:pt>
    <dgm:pt modelId="{3B53373E-4E49-4A1F-B790-A55D823E078A}" type="pres">
      <dgm:prSet presAssocID="{8A55A118-42F0-440E-83EB-BC2BB3B13FE6}" presName="childText" presStyleLbl="conFgAcc1" presStyleIdx="0" presStyleCnt="4">
        <dgm:presLayoutVars>
          <dgm:bulletEnabled val="1"/>
        </dgm:presLayoutVars>
      </dgm:prSet>
      <dgm:spPr/>
    </dgm:pt>
    <dgm:pt modelId="{CC04B4D1-B696-4DE1-A108-D2434D7058CE}" type="pres">
      <dgm:prSet presAssocID="{CF11B667-4AB5-47AF-B653-2298ADAFD652}" presName="spaceBetweenRectangles" presStyleCnt="0"/>
      <dgm:spPr/>
    </dgm:pt>
    <dgm:pt modelId="{2EE1C103-D45A-41A0-ACAC-1A902210E17A}" type="pres">
      <dgm:prSet presAssocID="{14448C1A-D474-4FAF-B6A9-7C84812FEB7B}" presName="parentLin" presStyleCnt="0"/>
      <dgm:spPr/>
    </dgm:pt>
    <dgm:pt modelId="{78CF537C-D009-4CB1-9209-5A2EED3CAF9A}" type="pres">
      <dgm:prSet presAssocID="{14448C1A-D474-4FAF-B6A9-7C84812FEB7B}" presName="parentLeftMargin" presStyleLbl="node1" presStyleIdx="0" presStyleCnt="4"/>
      <dgm:spPr/>
    </dgm:pt>
    <dgm:pt modelId="{AB6E190E-5DA3-4DDF-90D4-1BC4A674ABBA}" type="pres">
      <dgm:prSet presAssocID="{14448C1A-D474-4FAF-B6A9-7C84812FEB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05D30E-2EB3-4BC2-AE66-8E38FE3A1491}" type="pres">
      <dgm:prSet presAssocID="{14448C1A-D474-4FAF-B6A9-7C84812FEB7B}" presName="negativeSpace" presStyleCnt="0"/>
      <dgm:spPr/>
    </dgm:pt>
    <dgm:pt modelId="{FFA8747D-30D4-4413-A2B8-447757F4BDD4}" type="pres">
      <dgm:prSet presAssocID="{14448C1A-D474-4FAF-B6A9-7C84812FEB7B}" presName="childText" presStyleLbl="conFgAcc1" presStyleIdx="1" presStyleCnt="4">
        <dgm:presLayoutVars>
          <dgm:bulletEnabled val="1"/>
        </dgm:presLayoutVars>
      </dgm:prSet>
      <dgm:spPr/>
    </dgm:pt>
    <dgm:pt modelId="{11AE4408-CB4A-4E3E-BC22-9AF35F4D1E12}" type="pres">
      <dgm:prSet presAssocID="{73FC4609-6A74-4854-98F1-CBC2E958C667}" presName="spaceBetweenRectangles" presStyleCnt="0"/>
      <dgm:spPr/>
    </dgm:pt>
    <dgm:pt modelId="{859AEB32-BF5B-46AE-9DF7-97DA995FCE58}" type="pres">
      <dgm:prSet presAssocID="{CAA863EA-042F-4D94-8762-32E9850B1A2E}" presName="parentLin" presStyleCnt="0"/>
      <dgm:spPr/>
    </dgm:pt>
    <dgm:pt modelId="{D5CD87A7-C680-4730-BFA6-253F0239D8E2}" type="pres">
      <dgm:prSet presAssocID="{CAA863EA-042F-4D94-8762-32E9850B1A2E}" presName="parentLeftMargin" presStyleLbl="node1" presStyleIdx="1" presStyleCnt="4"/>
      <dgm:spPr/>
    </dgm:pt>
    <dgm:pt modelId="{41B86E22-A7F3-4FFF-92FC-219B1534DE1B}" type="pres">
      <dgm:prSet presAssocID="{CAA863EA-042F-4D94-8762-32E9850B1A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20AF622-EA44-4AE3-92CF-9BAA1A66247D}" type="pres">
      <dgm:prSet presAssocID="{CAA863EA-042F-4D94-8762-32E9850B1A2E}" presName="negativeSpace" presStyleCnt="0"/>
      <dgm:spPr/>
    </dgm:pt>
    <dgm:pt modelId="{58CBDC1B-ADAE-4B71-9AF8-E3ED96F49A43}" type="pres">
      <dgm:prSet presAssocID="{CAA863EA-042F-4D94-8762-32E9850B1A2E}" presName="childText" presStyleLbl="conFgAcc1" presStyleIdx="2" presStyleCnt="4">
        <dgm:presLayoutVars>
          <dgm:bulletEnabled val="1"/>
        </dgm:presLayoutVars>
      </dgm:prSet>
      <dgm:spPr/>
    </dgm:pt>
    <dgm:pt modelId="{F93EA712-0EFC-4093-9C74-8452CC309E0A}" type="pres">
      <dgm:prSet presAssocID="{079963A5-1710-419E-951A-6D3CCF9DBD98}" presName="spaceBetweenRectangles" presStyleCnt="0"/>
      <dgm:spPr/>
    </dgm:pt>
    <dgm:pt modelId="{8C835103-496F-4B34-8452-C7CF7FC170F3}" type="pres">
      <dgm:prSet presAssocID="{E5BC826A-031B-4087-BBCB-845CF5D76CB1}" presName="parentLin" presStyleCnt="0"/>
      <dgm:spPr/>
    </dgm:pt>
    <dgm:pt modelId="{6B7A9E57-B70E-4268-A2EA-3233D19F40FB}" type="pres">
      <dgm:prSet presAssocID="{E5BC826A-031B-4087-BBCB-845CF5D76CB1}" presName="parentLeftMargin" presStyleLbl="node1" presStyleIdx="2" presStyleCnt="4"/>
      <dgm:spPr/>
    </dgm:pt>
    <dgm:pt modelId="{047664D0-34E8-4EA2-A139-62C201F3C90A}" type="pres">
      <dgm:prSet presAssocID="{E5BC826A-031B-4087-BBCB-845CF5D76CB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5F6936E-63DD-4BAE-8E54-C0A3D127D07B}" type="pres">
      <dgm:prSet presAssocID="{E5BC826A-031B-4087-BBCB-845CF5D76CB1}" presName="negativeSpace" presStyleCnt="0"/>
      <dgm:spPr/>
    </dgm:pt>
    <dgm:pt modelId="{6411F9CF-0EB5-44DC-A970-63A549A6083A}" type="pres">
      <dgm:prSet presAssocID="{E5BC826A-031B-4087-BBCB-845CF5D76CB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D086E04-6CA3-4A4B-9F47-0135002F53C1}" type="presOf" srcId="{14448C1A-D474-4FAF-B6A9-7C84812FEB7B}" destId="{AB6E190E-5DA3-4DDF-90D4-1BC4A674ABBA}" srcOrd="1" destOrd="0" presId="urn:microsoft.com/office/officeart/2005/8/layout/list1"/>
    <dgm:cxn modelId="{D2FE0317-3C87-4758-B260-F7DD65399394}" type="presOf" srcId="{5207A9DB-0886-40E3-937A-27DF1B0E9EAC}" destId="{6411F9CF-0EB5-44DC-A970-63A549A6083A}" srcOrd="0" destOrd="0" presId="urn:microsoft.com/office/officeart/2005/8/layout/list1"/>
    <dgm:cxn modelId="{8B3B6636-87D1-4086-A0A1-419D46EBC52F}" type="presOf" srcId="{D7BBBE53-3295-444A-8021-C2B56A382BE5}" destId="{FFA8747D-30D4-4413-A2B8-447757F4BDD4}" srcOrd="0" destOrd="1" presId="urn:microsoft.com/office/officeart/2005/8/layout/list1"/>
    <dgm:cxn modelId="{67B1F966-ADD0-4754-BEB9-817043FE87F0}" type="presOf" srcId="{14E6F250-229C-42B7-88DD-B7BE4DCA9B99}" destId="{3B53373E-4E49-4A1F-B790-A55D823E078A}" srcOrd="0" destOrd="0" presId="urn:microsoft.com/office/officeart/2005/8/layout/list1"/>
    <dgm:cxn modelId="{79490C69-839A-4FD4-B7C8-E56AC1B35D2B}" srcId="{14448C1A-D474-4FAF-B6A9-7C84812FEB7B}" destId="{3ADB8733-5B51-4F4E-BB54-199BB89C606E}" srcOrd="0" destOrd="0" parTransId="{53ED1023-E348-44AC-9760-CB324CF6399C}" sibTransId="{5781035E-F555-49B9-B2ED-920F1DE879F4}"/>
    <dgm:cxn modelId="{F69B634B-822A-42B7-BD8D-2B88FC6A778B}" srcId="{E5BC826A-031B-4087-BBCB-845CF5D76CB1}" destId="{5207A9DB-0886-40E3-937A-27DF1B0E9EAC}" srcOrd="0" destOrd="0" parTransId="{3647A23C-C022-4FBE-8FA1-88C6A09A133F}" sibTransId="{DB5352C6-D578-480A-8054-7BCD5E684F29}"/>
    <dgm:cxn modelId="{8178AB53-74B9-4B27-83D9-B06FAE0AC230}" type="presOf" srcId="{363D8FF0-87C8-47C6-ABE6-6C355C25B2F3}" destId="{3216E783-0F8C-436A-9E04-0E88E9715B11}" srcOrd="0" destOrd="0" presId="urn:microsoft.com/office/officeart/2005/8/layout/list1"/>
    <dgm:cxn modelId="{45CD2555-8E8E-49D1-9453-AE2DD3240736}" type="presOf" srcId="{14448C1A-D474-4FAF-B6A9-7C84812FEB7B}" destId="{78CF537C-D009-4CB1-9209-5A2EED3CAF9A}" srcOrd="0" destOrd="0" presId="urn:microsoft.com/office/officeart/2005/8/layout/list1"/>
    <dgm:cxn modelId="{12E78378-2A06-4FEA-A6B0-CAEAF4E3A38C}" srcId="{8A55A118-42F0-440E-83EB-BC2BB3B13FE6}" destId="{14E6F250-229C-42B7-88DD-B7BE4DCA9B99}" srcOrd="0" destOrd="0" parTransId="{A342AA5A-E801-4E1C-B5EE-B5F7CE545D5D}" sibTransId="{84444120-8032-45A0-BA14-01471F84169F}"/>
    <dgm:cxn modelId="{8069BE89-170B-408F-B3CD-617A42C2CA98}" srcId="{CAA863EA-042F-4D94-8762-32E9850B1A2E}" destId="{FBA16CE8-C2E9-4757-96AE-672A934DDE52}" srcOrd="0" destOrd="0" parTransId="{0993C81E-681A-4964-BCD0-B844E1ED3751}" sibTransId="{F969A3C9-5E9A-41EB-8973-30FC3B2463E9}"/>
    <dgm:cxn modelId="{9AFAC497-5E50-44BD-A921-52C4057A88D2}" type="presOf" srcId="{E5BC826A-031B-4087-BBCB-845CF5D76CB1}" destId="{6B7A9E57-B70E-4268-A2EA-3233D19F40FB}" srcOrd="0" destOrd="0" presId="urn:microsoft.com/office/officeart/2005/8/layout/list1"/>
    <dgm:cxn modelId="{9F5C529A-B9A4-4F60-B150-70619169AD08}" srcId="{14448C1A-D474-4FAF-B6A9-7C84812FEB7B}" destId="{D7BBBE53-3295-444A-8021-C2B56A382BE5}" srcOrd="1" destOrd="0" parTransId="{B71417A4-B625-40D7-86B6-264D01D0962A}" sibTransId="{14B06397-36B8-4355-BE46-775DDC29540E}"/>
    <dgm:cxn modelId="{30CF69AF-8C0D-4952-B88F-E100DF1E5A43}" srcId="{363D8FF0-87C8-47C6-ABE6-6C355C25B2F3}" destId="{14448C1A-D474-4FAF-B6A9-7C84812FEB7B}" srcOrd="1" destOrd="0" parTransId="{AB738ECF-8F2E-4396-B59C-55B665A63CCE}" sibTransId="{73FC4609-6A74-4854-98F1-CBC2E958C667}"/>
    <dgm:cxn modelId="{F1899EB2-7F5F-487A-8E5A-F78E3399E656}" type="presOf" srcId="{E5BC826A-031B-4087-BBCB-845CF5D76CB1}" destId="{047664D0-34E8-4EA2-A139-62C201F3C90A}" srcOrd="1" destOrd="0" presId="urn:microsoft.com/office/officeart/2005/8/layout/list1"/>
    <dgm:cxn modelId="{A458B0BA-4281-41A6-A909-2C788A773DCA}" type="presOf" srcId="{FBA16CE8-C2E9-4757-96AE-672A934DDE52}" destId="{58CBDC1B-ADAE-4B71-9AF8-E3ED96F49A43}" srcOrd="0" destOrd="0" presId="urn:microsoft.com/office/officeart/2005/8/layout/list1"/>
    <dgm:cxn modelId="{CCBD29BF-EF30-4151-82FD-6564326EA6CD}" type="presOf" srcId="{2C8775FE-8A3B-4F25-ADD6-2E7186804802}" destId="{3B53373E-4E49-4A1F-B790-A55D823E078A}" srcOrd="0" destOrd="1" presId="urn:microsoft.com/office/officeart/2005/8/layout/list1"/>
    <dgm:cxn modelId="{053A04CE-EBF2-4215-8572-766653CBEFDB}" srcId="{363D8FF0-87C8-47C6-ABE6-6C355C25B2F3}" destId="{8A55A118-42F0-440E-83EB-BC2BB3B13FE6}" srcOrd="0" destOrd="0" parTransId="{A3F22DC4-3DA2-4E73-8071-0C668730E522}" sibTransId="{CF11B667-4AB5-47AF-B653-2298ADAFD652}"/>
    <dgm:cxn modelId="{C52398D3-12EA-4136-B59A-3FDE1FC4D234}" type="presOf" srcId="{3ADB8733-5B51-4F4E-BB54-199BB89C606E}" destId="{FFA8747D-30D4-4413-A2B8-447757F4BDD4}" srcOrd="0" destOrd="0" presId="urn:microsoft.com/office/officeart/2005/8/layout/list1"/>
    <dgm:cxn modelId="{509B03D7-BFA5-4817-AD44-15CEFABD5A26}" type="presOf" srcId="{8A55A118-42F0-440E-83EB-BC2BB3B13FE6}" destId="{F515366F-9E22-4A33-8F29-C6D57054DB33}" srcOrd="0" destOrd="0" presId="urn:microsoft.com/office/officeart/2005/8/layout/list1"/>
    <dgm:cxn modelId="{90C351D9-2E1C-42D3-8CF7-F325421BF0E2}" type="presOf" srcId="{8A55A118-42F0-440E-83EB-BC2BB3B13FE6}" destId="{896BBEA6-9795-4FF8-B3E6-4171BF6D1482}" srcOrd="1" destOrd="0" presId="urn:microsoft.com/office/officeart/2005/8/layout/list1"/>
    <dgm:cxn modelId="{B46088D9-FDB5-46A4-8141-A12999369967}" type="presOf" srcId="{CAA863EA-042F-4D94-8762-32E9850B1A2E}" destId="{41B86E22-A7F3-4FFF-92FC-219B1534DE1B}" srcOrd="1" destOrd="0" presId="urn:microsoft.com/office/officeart/2005/8/layout/list1"/>
    <dgm:cxn modelId="{653665DE-6EA8-414F-AB32-EC124441E22C}" srcId="{363D8FF0-87C8-47C6-ABE6-6C355C25B2F3}" destId="{CAA863EA-042F-4D94-8762-32E9850B1A2E}" srcOrd="2" destOrd="0" parTransId="{CC6FEDC2-7ECC-449D-8F10-7B5280EC7591}" sibTransId="{079963A5-1710-419E-951A-6D3CCF9DBD98}"/>
    <dgm:cxn modelId="{B4940EE3-0729-47ED-A2D7-90269FBD9038}" srcId="{363D8FF0-87C8-47C6-ABE6-6C355C25B2F3}" destId="{E5BC826A-031B-4087-BBCB-845CF5D76CB1}" srcOrd="3" destOrd="0" parTransId="{00C0FDC2-3BAA-4011-ABCE-FC876CB08CBD}" sibTransId="{FA929922-A092-41FD-B2DF-308621C2EA62}"/>
    <dgm:cxn modelId="{F86B17EB-773F-4B1E-B8F3-838BD7B966AE}" type="presOf" srcId="{CAA863EA-042F-4D94-8762-32E9850B1A2E}" destId="{D5CD87A7-C680-4730-BFA6-253F0239D8E2}" srcOrd="0" destOrd="0" presId="urn:microsoft.com/office/officeart/2005/8/layout/list1"/>
    <dgm:cxn modelId="{7B9DEEF3-40A4-4885-A94D-4E96299A5D1D}" srcId="{8A55A118-42F0-440E-83EB-BC2BB3B13FE6}" destId="{2C8775FE-8A3B-4F25-ADD6-2E7186804802}" srcOrd="1" destOrd="0" parTransId="{0785E086-0615-4C2A-9C85-020E0EFA99A2}" sibTransId="{DD40FDD3-4DE9-49DD-ACCF-016551CB986F}"/>
    <dgm:cxn modelId="{69D90B59-32E0-4C00-8683-F89E1747D0E6}" type="presParOf" srcId="{3216E783-0F8C-436A-9E04-0E88E9715B11}" destId="{86317667-812B-4E58-A702-801ACF2D05CB}" srcOrd="0" destOrd="0" presId="urn:microsoft.com/office/officeart/2005/8/layout/list1"/>
    <dgm:cxn modelId="{1720F4C3-52D5-4554-97CD-94631185AC2A}" type="presParOf" srcId="{86317667-812B-4E58-A702-801ACF2D05CB}" destId="{F515366F-9E22-4A33-8F29-C6D57054DB33}" srcOrd="0" destOrd="0" presId="urn:microsoft.com/office/officeart/2005/8/layout/list1"/>
    <dgm:cxn modelId="{D3EDC586-86F2-4215-969D-34AE746120BF}" type="presParOf" srcId="{86317667-812B-4E58-A702-801ACF2D05CB}" destId="{896BBEA6-9795-4FF8-B3E6-4171BF6D1482}" srcOrd="1" destOrd="0" presId="urn:microsoft.com/office/officeart/2005/8/layout/list1"/>
    <dgm:cxn modelId="{8AEBB14E-5C68-4F3D-8B6B-7C1DB42FF0DF}" type="presParOf" srcId="{3216E783-0F8C-436A-9E04-0E88E9715B11}" destId="{B18346BD-43A8-4680-8C8E-4A7CBA2CB885}" srcOrd="1" destOrd="0" presId="urn:microsoft.com/office/officeart/2005/8/layout/list1"/>
    <dgm:cxn modelId="{E79456C7-DC19-4078-9BB9-45EBA2BA4DBF}" type="presParOf" srcId="{3216E783-0F8C-436A-9E04-0E88E9715B11}" destId="{3B53373E-4E49-4A1F-B790-A55D823E078A}" srcOrd="2" destOrd="0" presId="urn:microsoft.com/office/officeart/2005/8/layout/list1"/>
    <dgm:cxn modelId="{DB56EE7F-9A01-4C2B-98E8-03F646E001FA}" type="presParOf" srcId="{3216E783-0F8C-436A-9E04-0E88E9715B11}" destId="{CC04B4D1-B696-4DE1-A108-D2434D7058CE}" srcOrd="3" destOrd="0" presId="urn:microsoft.com/office/officeart/2005/8/layout/list1"/>
    <dgm:cxn modelId="{89F30FFB-747E-430E-AC70-D216B8E22EB2}" type="presParOf" srcId="{3216E783-0F8C-436A-9E04-0E88E9715B11}" destId="{2EE1C103-D45A-41A0-ACAC-1A902210E17A}" srcOrd="4" destOrd="0" presId="urn:microsoft.com/office/officeart/2005/8/layout/list1"/>
    <dgm:cxn modelId="{D191BA95-3B67-4E4F-B809-F5E935CEF7D9}" type="presParOf" srcId="{2EE1C103-D45A-41A0-ACAC-1A902210E17A}" destId="{78CF537C-D009-4CB1-9209-5A2EED3CAF9A}" srcOrd="0" destOrd="0" presId="urn:microsoft.com/office/officeart/2005/8/layout/list1"/>
    <dgm:cxn modelId="{B5971616-74A1-40A8-9BFE-92BB98858C6B}" type="presParOf" srcId="{2EE1C103-D45A-41A0-ACAC-1A902210E17A}" destId="{AB6E190E-5DA3-4DDF-90D4-1BC4A674ABBA}" srcOrd="1" destOrd="0" presId="urn:microsoft.com/office/officeart/2005/8/layout/list1"/>
    <dgm:cxn modelId="{00FD2167-D430-49C9-87D4-162C7554583C}" type="presParOf" srcId="{3216E783-0F8C-436A-9E04-0E88E9715B11}" destId="{7005D30E-2EB3-4BC2-AE66-8E38FE3A1491}" srcOrd="5" destOrd="0" presId="urn:microsoft.com/office/officeart/2005/8/layout/list1"/>
    <dgm:cxn modelId="{DBC6674D-869C-48F5-B51F-E0D0EEE2DE9B}" type="presParOf" srcId="{3216E783-0F8C-436A-9E04-0E88E9715B11}" destId="{FFA8747D-30D4-4413-A2B8-447757F4BDD4}" srcOrd="6" destOrd="0" presId="urn:microsoft.com/office/officeart/2005/8/layout/list1"/>
    <dgm:cxn modelId="{D4B5BB9B-6705-4C7A-9900-A18F28FD65AE}" type="presParOf" srcId="{3216E783-0F8C-436A-9E04-0E88E9715B11}" destId="{11AE4408-CB4A-4E3E-BC22-9AF35F4D1E12}" srcOrd="7" destOrd="0" presId="urn:microsoft.com/office/officeart/2005/8/layout/list1"/>
    <dgm:cxn modelId="{547C86EC-7F3D-4005-ADA4-46BA2A358BA9}" type="presParOf" srcId="{3216E783-0F8C-436A-9E04-0E88E9715B11}" destId="{859AEB32-BF5B-46AE-9DF7-97DA995FCE58}" srcOrd="8" destOrd="0" presId="urn:microsoft.com/office/officeart/2005/8/layout/list1"/>
    <dgm:cxn modelId="{9BE94D3F-911F-4A61-A139-D4C0FA915C2C}" type="presParOf" srcId="{859AEB32-BF5B-46AE-9DF7-97DA995FCE58}" destId="{D5CD87A7-C680-4730-BFA6-253F0239D8E2}" srcOrd="0" destOrd="0" presId="urn:microsoft.com/office/officeart/2005/8/layout/list1"/>
    <dgm:cxn modelId="{92089094-EEA3-4AC1-8BC8-404C4A1C8544}" type="presParOf" srcId="{859AEB32-BF5B-46AE-9DF7-97DA995FCE58}" destId="{41B86E22-A7F3-4FFF-92FC-219B1534DE1B}" srcOrd="1" destOrd="0" presId="urn:microsoft.com/office/officeart/2005/8/layout/list1"/>
    <dgm:cxn modelId="{B4B6FF5C-B056-4783-B2DC-B98B62535E0B}" type="presParOf" srcId="{3216E783-0F8C-436A-9E04-0E88E9715B11}" destId="{620AF622-EA44-4AE3-92CF-9BAA1A66247D}" srcOrd="9" destOrd="0" presId="urn:microsoft.com/office/officeart/2005/8/layout/list1"/>
    <dgm:cxn modelId="{946988A6-2C23-4A06-9A9C-08BB1F8A814D}" type="presParOf" srcId="{3216E783-0F8C-436A-9E04-0E88E9715B11}" destId="{58CBDC1B-ADAE-4B71-9AF8-E3ED96F49A43}" srcOrd="10" destOrd="0" presId="urn:microsoft.com/office/officeart/2005/8/layout/list1"/>
    <dgm:cxn modelId="{46298865-77AA-46C1-AA0A-D0596151D599}" type="presParOf" srcId="{3216E783-0F8C-436A-9E04-0E88E9715B11}" destId="{F93EA712-0EFC-4093-9C74-8452CC309E0A}" srcOrd="11" destOrd="0" presId="urn:microsoft.com/office/officeart/2005/8/layout/list1"/>
    <dgm:cxn modelId="{05861077-896A-4B97-926D-B34EF527EC76}" type="presParOf" srcId="{3216E783-0F8C-436A-9E04-0E88E9715B11}" destId="{8C835103-496F-4B34-8452-C7CF7FC170F3}" srcOrd="12" destOrd="0" presId="urn:microsoft.com/office/officeart/2005/8/layout/list1"/>
    <dgm:cxn modelId="{4F94941C-273F-421D-BE53-55C9B4993952}" type="presParOf" srcId="{8C835103-496F-4B34-8452-C7CF7FC170F3}" destId="{6B7A9E57-B70E-4268-A2EA-3233D19F40FB}" srcOrd="0" destOrd="0" presId="urn:microsoft.com/office/officeart/2005/8/layout/list1"/>
    <dgm:cxn modelId="{62D43334-F9CA-4B3A-9B7D-D450C25BF076}" type="presParOf" srcId="{8C835103-496F-4B34-8452-C7CF7FC170F3}" destId="{047664D0-34E8-4EA2-A139-62C201F3C90A}" srcOrd="1" destOrd="0" presId="urn:microsoft.com/office/officeart/2005/8/layout/list1"/>
    <dgm:cxn modelId="{DC3BB7EC-7F72-4EB6-9FE5-28DE5AF3AF9B}" type="presParOf" srcId="{3216E783-0F8C-436A-9E04-0E88E9715B11}" destId="{75F6936E-63DD-4BAE-8E54-C0A3D127D07B}" srcOrd="13" destOrd="0" presId="urn:microsoft.com/office/officeart/2005/8/layout/list1"/>
    <dgm:cxn modelId="{B79AE465-D1AA-4EE7-8635-59A6E973914F}" type="presParOf" srcId="{3216E783-0F8C-436A-9E04-0E88E9715B11}" destId="{6411F9CF-0EB5-44DC-A970-63A549A6083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63D8FF0-87C8-47C6-ABE6-6C355C25B2F3}" type="doc">
      <dgm:prSet loTypeId="urn:microsoft.com/office/officeart/2005/8/layout/list1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8A55A118-42F0-440E-83EB-BC2BB3B13FE6}">
      <dgm:prSet/>
      <dgm:spPr/>
      <dgm:t>
        <a:bodyPr/>
        <a:lstStyle/>
        <a:p>
          <a:pPr latinLnBrk="1"/>
          <a:r>
            <a:rPr kumimoji="1" lang="en-US"/>
            <a:t>AI </a:t>
          </a:r>
          <a:r>
            <a:rPr kumimoji="1" lang="ko-KR"/>
            <a:t>란</a:t>
          </a:r>
          <a:endParaRPr lang="ko-KR"/>
        </a:p>
      </dgm:t>
    </dgm:pt>
    <dgm:pt modelId="{A3F22DC4-3DA2-4E73-8071-0C668730E522}" type="parTrans" cxnId="{053A04CE-EBF2-4215-8572-766653CBEFDB}">
      <dgm:prSet/>
      <dgm:spPr/>
      <dgm:t>
        <a:bodyPr/>
        <a:lstStyle/>
        <a:p>
          <a:pPr latinLnBrk="1"/>
          <a:endParaRPr lang="ko-KR" altLang="en-US"/>
        </a:p>
      </dgm:t>
    </dgm:pt>
    <dgm:pt modelId="{CF11B667-4AB5-47AF-B653-2298ADAFD652}" type="sibTrans" cxnId="{053A04CE-EBF2-4215-8572-766653CBEFDB}">
      <dgm:prSet/>
      <dgm:spPr/>
      <dgm:t>
        <a:bodyPr/>
        <a:lstStyle/>
        <a:p>
          <a:pPr latinLnBrk="1"/>
          <a:endParaRPr lang="ko-KR" altLang="en-US"/>
        </a:p>
      </dgm:t>
    </dgm:pt>
    <dgm:pt modelId="{14E6F250-229C-42B7-88DD-B7BE4DCA9B99}">
      <dgm:prSet/>
      <dgm:spPr/>
      <dgm:t>
        <a:bodyPr/>
        <a:lstStyle/>
        <a:p>
          <a:pPr latinLnBrk="1"/>
          <a:r>
            <a:rPr kumimoji="1" lang="ko-KR" b="1"/>
            <a:t>마치 어린아이가 세상을 배우듯</a:t>
          </a:r>
          <a:r>
            <a:rPr kumimoji="1" lang="en-US" b="1"/>
            <a:t>, </a:t>
          </a:r>
          <a:r>
            <a:rPr kumimoji="1" lang="ko-KR" b="1"/>
            <a:t>컴퓨터에게 수많은 데이터를 주고 스스로 학습해서 생각하고 판단하게 만드는 것</a:t>
          </a:r>
          <a:endParaRPr lang="ko-KR"/>
        </a:p>
      </dgm:t>
    </dgm:pt>
    <dgm:pt modelId="{A342AA5A-E801-4E1C-B5EE-B5F7CE545D5D}" type="parTrans" cxnId="{12E78378-2A06-4FEA-A6B0-CAEAF4E3A38C}">
      <dgm:prSet/>
      <dgm:spPr/>
      <dgm:t>
        <a:bodyPr/>
        <a:lstStyle/>
        <a:p>
          <a:pPr latinLnBrk="1"/>
          <a:endParaRPr lang="ko-KR" altLang="en-US"/>
        </a:p>
      </dgm:t>
    </dgm:pt>
    <dgm:pt modelId="{84444120-8032-45A0-BA14-01471F84169F}" type="sibTrans" cxnId="{12E78378-2A06-4FEA-A6B0-CAEAF4E3A38C}">
      <dgm:prSet/>
      <dgm:spPr/>
      <dgm:t>
        <a:bodyPr/>
        <a:lstStyle/>
        <a:p>
          <a:pPr latinLnBrk="1"/>
          <a:endParaRPr lang="ko-KR" altLang="en-US"/>
        </a:p>
      </dgm:t>
    </dgm:pt>
    <dgm:pt modelId="{2C8775FE-8A3B-4F25-ADD6-2E7186804802}">
      <dgm:prSet/>
      <dgm:spPr/>
      <dgm:t>
        <a:bodyPr/>
        <a:lstStyle/>
        <a:p>
          <a:pPr latinLnBrk="1"/>
          <a:r>
            <a:rPr kumimoji="1" lang="en-US" b="1" dirty="0"/>
            <a:t>AI</a:t>
          </a:r>
          <a:r>
            <a:rPr kumimoji="1" lang="ko-KR" b="1" dirty="0"/>
            <a:t>가 그냥 학습했다고 똑똑하진 않고 </a:t>
          </a:r>
          <a:r>
            <a:rPr kumimoji="1" lang="ko-KR" b="1" dirty="0">
              <a:solidFill>
                <a:srgbClr val="FF0000"/>
              </a:solidFill>
            </a:rPr>
            <a:t>어떻게 학습하는지</a:t>
          </a:r>
          <a:r>
            <a:rPr kumimoji="1" lang="ko-KR" b="1" dirty="0"/>
            <a:t>가 중요</a:t>
          </a:r>
          <a:endParaRPr lang="ko-KR" dirty="0"/>
        </a:p>
      </dgm:t>
    </dgm:pt>
    <dgm:pt modelId="{0785E086-0615-4C2A-9C85-020E0EFA99A2}" type="parTrans" cxnId="{7B9DEEF3-40A4-4885-A94D-4E96299A5D1D}">
      <dgm:prSet/>
      <dgm:spPr/>
      <dgm:t>
        <a:bodyPr/>
        <a:lstStyle/>
        <a:p>
          <a:pPr latinLnBrk="1"/>
          <a:endParaRPr lang="ko-KR" altLang="en-US"/>
        </a:p>
      </dgm:t>
    </dgm:pt>
    <dgm:pt modelId="{DD40FDD3-4DE9-49DD-ACCF-016551CB986F}" type="sibTrans" cxnId="{7B9DEEF3-40A4-4885-A94D-4E96299A5D1D}">
      <dgm:prSet/>
      <dgm:spPr/>
      <dgm:t>
        <a:bodyPr/>
        <a:lstStyle/>
        <a:p>
          <a:pPr latinLnBrk="1"/>
          <a:endParaRPr lang="ko-KR" altLang="en-US"/>
        </a:p>
      </dgm:t>
    </dgm:pt>
    <dgm:pt modelId="{14448C1A-D474-4FAF-B6A9-7C84812FEB7B}">
      <dgm:prSet/>
      <dgm:spPr/>
      <dgm:t>
        <a:bodyPr/>
        <a:lstStyle/>
        <a:p>
          <a:pPr latinLnBrk="1"/>
          <a:r>
            <a:rPr kumimoji="1" lang="en-US"/>
            <a:t>AI</a:t>
          </a:r>
          <a:r>
            <a:rPr kumimoji="1" lang="ko-KR"/>
            <a:t>가 똑똑해지는 법</a:t>
          </a:r>
          <a:endParaRPr lang="ko-KR"/>
        </a:p>
      </dgm:t>
    </dgm:pt>
    <dgm:pt modelId="{AB738ECF-8F2E-4396-B59C-55B665A63CCE}" type="parTrans" cxnId="{30CF69AF-8C0D-4952-B88F-E100DF1E5A43}">
      <dgm:prSet/>
      <dgm:spPr/>
      <dgm:t>
        <a:bodyPr/>
        <a:lstStyle/>
        <a:p>
          <a:pPr latinLnBrk="1"/>
          <a:endParaRPr lang="ko-KR" altLang="en-US"/>
        </a:p>
      </dgm:t>
    </dgm:pt>
    <dgm:pt modelId="{73FC4609-6A74-4854-98F1-CBC2E958C667}" type="sibTrans" cxnId="{30CF69AF-8C0D-4952-B88F-E100DF1E5A43}">
      <dgm:prSet/>
      <dgm:spPr/>
      <dgm:t>
        <a:bodyPr/>
        <a:lstStyle/>
        <a:p>
          <a:pPr latinLnBrk="1"/>
          <a:endParaRPr lang="ko-KR" altLang="en-US"/>
        </a:p>
      </dgm:t>
    </dgm:pt>
    <dgm:pt modelId="{3ADB8733-5B51-4F4E-BB54-199BB89C606E}">
      <dgm:prSet/>
      <dgm:spPr/>
      <dgm:t>
        <a:bodyPr/>
        <a:lstStyle/>
        <a:p>
          <a:pPr latinLnBrk="1"/>
          <a:r>
            <a:rPr kumimoji="1" lang="ko-KR" b="1" dirty="0"/>
            <a:t>학생 </a:t>
          </a:r>
          <a:r>
            <a:rPr kumimoji="1" lang="en-US" b="1" dirty="0"/>
            <a:t>: </a:t>
          </a:r>
          <a:r>
            <a:rPr kumimoji="1" lang="ko-KR" b="1" dirty="0"/>
            <a:t>좋은 학습법으로 학습</a:t>
          </a:r>
          <a:r>
            <a:rPr kumimoji="1" lang="en-US" altLang="ko-KR" b="1" dirty="0"/>
            <a:t>  </a:t>
          </a:r>
          <a:r>
            <a:rPr kumimoji="1" lang="en-US" b="1" dirty="0"/>
            <a:t>(</a:t>
          </a:r>
          <a:r>
            <a:rPr kumimoji="1" lang="ko-KR" b="1" dirty="0"/>
            <a:t>대치동 학원</a:t>
          </a:r>
          <a:r>
            <a:rPr kumimoji="1" lang="en-US" b="1" dirty="0"/>
            <a:t>, </a:t>
          </a:r>
          <a:r>
            <a:rPr kumimoji="1" lang="ko-KR" b="1" dirty="0" err="1"/>
            <a:t>일타강사</a:t>
          </a:r>
          <a:r>
            <a:rPr kumimoji="1" lang="ko-KR" b="1" dirty="0"/>
            <a:t> 등</a:t>
          </a:r>
          <a:r>
            <a:rPr kumimoji="1" lang="en-US" b="1" dirty="0"/>
            <a:t>)</a:t>
          </a:r>
          <a:endParaRPr lang="ko-KR" dirty="0"/>
        </a:p>
      </dgm:t>
    </dgm:pt>
    <dgm:pt modelId="{53ED1023-E348-44AC-9760-CB324CF6399C}" type="parTrans" cxnId="{79490C69-839A-4FD4-B7C8-E56AC1B35D2B}">
      <dgm:prSet/>
      <dgm:spPr/>
      <dgm:t>
        <a:bodyPr/>
        <a:lstStyle/>
        <a:p>
          <a:pPr latinLnBrk="1"/>
          <a:endParaRPr lang="ko-KR" altLang="en-US"/>
        </a:p>
      </dgm:t>
    </dgm:pt>
    <dgm:pt modelId="{5781035E-F555-49B9-B2ED-920F1DE879F4}" type="sibTrans" cxnId="{79490C69-839A-4FD4-B7C8-E56AC1B35D2B}">
      <dgm:prSet/>
      <dgm:spPr/>
      <dgm:t>
        <a:bodyPr/>
        <a:lstStyle/>
        <a:p>
          <a:pPr latinLnBrk="1"/>
          <a:endParaRPr lang="ko-KR" altLang="en-US"/>
        </a:p>
      </dgm:t>
    </dgm:pt>
    <dgm:pt modelId="{D7BBBE53-3295-444A-8021-C2B56A382BE5}">
      <dgm:prSet/>
      <dgm:spPr/>
      <dgm:t>
        <a:bodyPr/>
        <a:lstStyle/>
        <a:p>
          <a:pPr latinLnBrk="1"/>
          <a:r>
            <a:rPr kumimoji="1" lang="ko-KR" b="1" dirty="0"/>
            <a:t>좋은 알고리즘으로 학습</a:t>
          </a:r>
          <a:r>
            <a:rPr kumimoji="1" lang="en-US" altLang="ko-KR" b="1" dirty="0"/>
            <a:t> </a:t>
          </a:r>
          <a:r>
            <a:rPr kumimoji="1" lang="en-US" b="1" dirty="0"/>
            <a:t>(</a:t>
          </a:r>
          <a:r>
            <a:rPr kumimoji="1" lang="en-US" b="1" dirty="0">
              <a:solidFill>
                <a:srgbClr val="FF0000"/>
              </a:solidFill>
            </a:rPr>
            <a:t>transformer</a:t>
          </a:r>
          <a:r>
            <a:rPr kumimoji="1" lang="en-US" b="1" dirty="0"/>
            <a:t> </a:t>
          </a:r>
          <a:r>
            <a:rPr kumimoji="1" lang="ko-KR" b="1" dirty="0"/>
            <a:t>알고리즘</a:t>
          </a:r>
          <a:r>
            <a:rPr kumimoji="1" lang="en-US" b="1" dirty="0"/>
            <a:t>)</a:t>
          </a:r>
          <a:endParaRPr lang="ko-KR" dirty="0"/>
        </a:p>
      </dgm:t>
    </dgm:pt>
    <dgm:pt modelId="{B71417A4-B625-40D7-86B6-264D01D0962A}" type="parTrans" cxnId="{9F5C529A-B9A4-4F60-B150-70619169AD08}">
      <dgm:prSet/>
      <dgm:spPr/>
      <dgm:t>
        <a:bodyPr/>
        <a:lstStyle/>
        <a:p>
          <a:pPr latinLnBrk="1"/>
          <a:endParaRPr lang="ko-KR" altLang="en-US"/>
        </a:p>
      </dgm:t>
    </dgm:pt>
    <dgm:pt modelId="{14B06397-36B8-4355-BE46-775DDC29540E}" type="sibTrans" cxnId="{9F5C529A-B9A4-4F60-B150-70619169AD08}">
      <dgm:prSet/>
      <dgm:spPr/>
      <dgm:t>
        <a:bodyPr/>
        <a:lstStyle/>
        <a:p>
          <a:pPr latinLnBrk="1"/>
          <a:endParaRPr lang="ko-KR" altLang="en-US"/>
        </a:p>
      </dgm:t>
    </dgm:pt>
    <dgm:pt modelId="{CAA863EA-042F-4D94-8762-32E9850B1A2E}">
      <dgm:prSet/>
      <dgm:spPr/>
      <dgm:t>
        <a:bodyPr/>
        <a:lstStyle/>
        <a:p>
          <a:pPr latinLnBrk="1"/>
          <a:r>
            <a:rPr kumimoji="1" lang="ko-KR"/>
            <a:t>노코딩</a:t>
          </a:r>
          <a:endParaRPr lang="ko-KR"/>
        </a:p>
      </dgm:t>
    </dgm:pt>
    <dgm:pt modelId="{CC6FEDC2-7ECC-449D-8F10-7B5280EC7591}" type="parTrans" cxnId="{653665DE-6EA8-414F-AB32-EC124441E22C}">
      <dgm:prSet/>
      <dgm:spPr/>
      <dgm:t>
        <a:bodyPr/>
        <a:lstStyle/>
        <a:p>
          <a:pPr latinLnBrk="1"/>
          <a:endParaRPr lang="ko-KR" altLang="en-US"/>
        </a:p>
      </dgm:t>
    </dgm:pt>
    <dgm:pt modelId="{079963A5-1710-419E-951A-6D3CCF9DBD98}" type="sibTrans" cxnId="{653665DE-6EA8-414F-AB32-EC124441E22C}">
      <dgm:prSet/>
      <dgm:spPr/>
      <dgm:t>
        <a:bodyPr/>
        <a:lstStyle/>
        <a:p>
          <a:pPr latinLnBrk="1"/>
          <a:endParaRPr lang="ko-KR" altLang="en-US"/>
        </a:p>
      </dgm:t>
    </dgm:pt>
    <dgm:pt modelId="{FBA16CE8-C2E9-4757-96AE-672A934DDE52}">
      <dgm:prSet/>
      <dgm:spPr/>
      <dgm:t>
        <a:bodyPr/>
        <a:lstStyle/>
        <a:p>
          <a:pPr latinLnBrk="1"/>
          <a:r>
            <a:rPr kumimoji="1" lang="ko-KR" b="1" dirty="0">
              <a:solidFill>
                <a:srgbClr val="FF0000"/>
              </a:solidFill>
            </a:rPr>
            <a:t>코딩을 하지 않고</a:t>
          </a:r>
          <a:r>
            <a:rPr kumimoji="1" lang="ko-KR" b="1" dirty="0"/>
            <a:t> 레고 블록처럼 미리 만들어진 메뉴에서 </a:t>
          </a:r>
          <a:r>
            <a:rPr kumimoji="1" lang="ko-KR" b="1" dirty="0">
              <a:solidFill>
                <a:srgbClr val="FF0000"/>
              </a:solidFill>
            </a:rPr>
            <a:t>기능을 가져와</a:t>
          </a:r>
          <a:r>
            <a:rPr kumimoji="1" lang="ko-KR" b="1" dirty="0"/>
            <a:t> 사용하는 방법</a:t>
          </a:r>
          <a:endParaRPr lang="ko-KR" dirty="0"/>
        </a:p>
      </dgm:t>
    </dgm:pt>
    <dgm:pt modelId="{0993C81E-681A-4964-BCD0-B844E1ED3751}" type="parTrans" cxnId="{8069BE89-170B-408F-B3CD-617A42C2CA98}">
      <dgm:prSet/>
      <dgm:spPr/>
      <dgm:t>
        <a:bodyPr/>
        <a:lstStyle/>
        <a:p>
          <a:pPr latinLnBrk="1"/>
          <a:endParaRPr lang="ko-KR" altLang="en-US"/>
        </a:p>
      </dgm:t>
    </dgm:pt>
    <dgm:pt modelId="{F969A3C9-5E9A-41EB-8973-30FC3B2463E9}" type="sibTrans" cxnId="{8069BE89-170B-408F-B3CD-617A42C2CA98}">
      <dgm:prSet/>
      <dgm:spPr/>
      <dgm:t>
        <a:bodyPr/>
        <a:lstStyle/>
        <a:p>
          <a:pPr latinLnBrk="1"/>
          <a:endParaRPr lang="ko-KR" altLang="en-US"/>
        </a:p>
      </dgm:t>
    </dgm:pt>
    <dgm:pt modelId="{E5BC826A-031B-4087-BBCB-845CF5D76CB1}">
      <dgm:prSet/>
      <dgm:spPr/>
      <dgm:t>
        <a:bodyPr/>
        <a:lstStyle/>
        <a:p>
          <a:pPr latinLnBrk="1"/>
          <a:r>
            <a:rPr kumimoji="1" lang="ko-KR"/>
            <a:t>노코드 </a:t>
          </a:r>
          <a:r>
            <a:rPr kumimoji="1" lang="en-US"/>
            <a:t>+ AI</a:t>
          </a:r>
          <a:endParaRPr lang="ko-KR"/>
        </a:p>
      </dgm:t>
    </dgm:pt>
    <dgm:pt modelId="{00C0FDC2-3BAA-4011-ABCE-FC876CB08CBD}" type="parTrans" cxnId="{B4940EE3-0729-47ED-A2D7-90269FBD9038}">
      <dgm:prSet/>
      <dgm:spPr/>
      <dgm:t>
        <a:bodyPr/>
        <a:lstStyle/>
        <a:p>
          <a:pPr latinLnBrk="1"/>
          <a:endParaRPr lang="ko-KR" altLang="en-US"/>
        </a:p>
      </dgm:t>
    </dgm:pt>
    <dgm:pt modelId="{FA929922-A092-41FD-B2DF-308621C2EA62}" type="sibTrans" cxnId="{B4940EE3-0729-47ED-A2D7-90269FBD9038}">
      <dgm:prSet/>
      <dgm:spPr/>
      <dgm:t>
        <a:bodyPr/>
        <a:lstStyle/>
        <a:p>
          <a:pPr latinLnBrk="1"/>
          <a:endParaRPr lang="ko-KR" altLang="en-US"/>
        </a:p>
      </dgm:t>
    </dgm:pt>
    <dgm:pt modelId="{5207A9DB-0886-40E3-937A-27DF1B0E9EAC}">
      <dgm:prSet/>
      <dgm:spPr/>
      <dgm:t>
        <a:bodyPr/>
        <a:lstStyle/>
        <a:p>
          <a:pPr latinLnBrk="1"/>
          <a:r>
            <a:rPr kumimoji="1" lang="en-US" b="1" dirty="0">
              <a:solidFill>
                <a:srgbClr val="FF0000"/>
              </a:solidFill>
            </a:rPr>
            <a:t>AI </a:t>
          </a:r>
          <a:r>
            <a:rPr kumimoji="1" lang="ko-KR" b="1" dirty="0">
              <a:solidFill>
                <a:srgbClr val="FF0000"/>
              </a:solidFill>
            </a:rPr>
            <a:t>기능들이 내장</a:t>
          </a:r>
          <a:r>
            <a:rPr kumimoji="1" lang="ko-KR" b="1" dirty="0"/>
            <a:t> 되어 있어</a:t>
          </a:r>
          <a:r>
            <a:rPr kumimoji="1" lang="en-US" b="1" dirty="0"/>
            <a:t> </a:t>
          </a:r>
          <a:r>
            <a:rPr kumimoji="1" lang="ko-KR" b="1" dirty="0"/>
            <a:t>아주 편하고 빠르게 작업이 가능</a:t>
          </a:r>
          <a:r>
            <a:rPr kumimoji="1" lang="en-US" b="1" dirty="0"/>
            <a:t>.</a:t>
          </a:r>
          <a:endParaRPr lang="ko-KR" dirty="0"/>
        </a:p>
      </dgm:t>
    </dgm:pt>
    <dgm:pt modelId="{3647A23C-C022-4FBE-8FA1-88C6A09A133F}" type="parTrans" cxnId="{F69B634B-822A-42B7-BD8D-2B88FC6A778B}">
      <dgm:prSet/>
      <dgm:spPr/>
      <dgm:t>
        <a:bodyPr/>
        <a:lstStyle/>
        <a:p>
          <a:pPr latinLnBrk="1"/>
          <a:endParaRPr lang="ko-KR" altLang="en-US"/>
        </a:p>
      </dgm:t>
    </dgm:pt>
    <dgm:pt modelId="{DB5352C6-D578-480A-8054-7BCD5E684F29}" type="sibTrans" cxnId="{F69B634B-822A-42B7-BD8D-2B88FC6A778B}">
      <dgm:prSet/>
      <dgm:spPr/>
      <dgm:t>
        <a:bodyPr/>
        <a:lstStyle/>
        <a:p>
          <a:pPr latinLnBrk="1"/>
          <a:endParaRPr lang="ko-KR" altLang="en-US"/>
        </a:p>
      </dgm:t>
    </dgm:pt>
    <dgm:pt modelId="{3216E783-0F8C-436A-9E04-0E88E9715B11}" type="pres">
      <dgm:prSet presAssocID="{363D8FF0-87C8-47C6-ABE6-6C355C25B2F3}" presName="linear" presStyleCnt="0">
        <dgm:presLayoutVars>
          <dgm:dir/>
          <dgm:animLvl val="lvl"/>
          <dgm:resizeHandles val="exact"/>
        </dgm:presLayoutVars>
      </dgm:prSet>
      <dgm:spPr/>
    </dgm:pt>
    <dgm:pt modelId="{86317667-812B-4E58-A702-801ACF2D05CB}" type="pres">
      <dgm:prSet presAssocID="{8A55A118-42F0-440E-83EB-BC2BB3B13FE6}" presName="parentLin" presStyleCnt="0"/>
      <dgm:spPr/>
    </dgm:pt>
    <dgm:pt modelId="{F515366F-9E22-4A33-8F29-C6D57054DB33}" type="pres">
      <dgm:prSet presAssocID="{8A55A118-42F0-440E-83EB-BC2BB3B13FE6}" presName="parentLeftMargin" presStyleLbl="node1" presStyleIdx="0" presStyleCnt="4"/>
      <dgm:spPr/>
    </dgm:pt>
    <dgm:pt modelId="{896BBEA6-9795-4FF8-B3E6-4171BF6D1482}" type="pres">
      <dgm:prSet presAssocID="{8A55A118-42F0-440E-83EB-BC2BB3B13F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8346BD-43A8-4680-8C8E-4A7CBA2CB885}" type="pres">
      <dgm:prSet presAssocID="{8A55A118-42F0-440E-83EB-BC2BB3B13FE6}" presName="negativeSpace" presStyleCnt="0"/>
      <dgm:spPr/>
    </dgm:pt>
    <dgm:pt modelId="{3B53373E-4E49-4A1F-B790-A55D823E078A}" type="pres">
      <dgm:prSet presAssocID="{8A55A118-42F0-440E-83EB-BC2BB3B13FE6}" presName="childText" presStyleLbl="conFgAcc1" presStyleIdx="0" presStyleCnt="4">
        <dgm:presLayoutVars>
          <dgm:bulletEnabled val="1"/>
        </dgm:presLayoutVars>
      </dgm:prSet>
      <dgm:spPr/>
    </dgm:pt>
    <dgm:pt modelId="{CC04B4D1-B696-4DE1-A108-D2434D7058CE}" type="pres">
      <dgm:prSet presAssocID="{CF11B667-4AB5-47AF-B653-2298ADAFD652}" presName="spaceBetweenRectangles" presStyleCnt="0"/>
      <dgm:spPr/>
    </dgm:pt>
    <dgm:pt modelId="{2EE1C103-D45A-41A0-ACAC-1A902210E17A}" type="pres">
      <dgm:prSet presAssocID="{14448C1A-D474-4FAF-B6A9-7C84812FEB7B}" presName="parentLin" presStyleCnt="0"/>
      <dgm:spPr/>
    </dgm:pt>
    <dgm:pt modelId="{78CF537C-D009-4CB1-9209-5A2EED3CAF9A}" type="pres">
      <dgm:prSet presAssocID="{14448C1A-D474-4FAF-B6A9-7C84812FEB7B}" presName="parentLeftMargin" presStyleLbl="node1" presStyleIdx="0" presStyleCnt="4"/>
      <dgm:spPr/>
    </dgm:pt>
    <dgm:pt modelId="{AB6E190E-5DA3-4DDF-90D4-1BC4A674ABBA}" type="pres">
      <dgm:prSet presAssocID="{14448C1A-D474-4FAF-B6A9-7C84812FEB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05D30E-2EB3-4BC2-AE66-8E38FE3A1491}" type="pres">
      <dgm:prSet presAssocID="{14448C1A-D474-4FAF-B6A9-7C84812FEB7B}" presName="negativeSpace" presStyleCnt="0"/>
      <dgm:spPr/>
    </dgm:pt>
    <dgm:pt modelId="{FFA8747D-30D4-4413-A2B8-447757F4BDD4}" type="pres">
      <dgm:prSet presAssocID="{14448C1A-D474-4FAF-B6A9-7C84812FEB7B}" presName="childText" presStyleLbl="conFgAcc1" presStyleIdx="1" presStyleCnt="4">
        <dgm:presLayoutVars>
          <dgm:bulletEnabled val="1"/>
        </dgm:presLayoutVars>
      </dgm:prSet>
      <dgm:spPr/>
    </dgm:pt>
    <dgm:pt modelId="{11AE4408-CB4A-4E3E-BC22-9AF35F4D1E12}" type="pres">
      <dgm:prSet presAssocID="{73FC4609-6A74-4854-98F1-CBC2E958C667}" presName="spaceBetweenRectangles" presStyleCnt="0"/>
      <dgm:spPr/>
    </dgm:pt>
    <dgm:pt modelId="{859AEB32-BF5B-46AE-9DF7-97DA995FCE58}" type="pres">
      <dgm:prSet presAssocID="{CAA863EA-042F-4D94-8762-32E9850B1A2E}" presName="parentLin" presStyleCnt="0"/>
      <dgm:spPr/>
    </dgm:pt>
    <dgm:pt modelId="{D5CD87A7-C680-4730-BFA6-253F0239D8E2}" type="pres">
      <dgm:prSet presAssocID="{CAA863EA-042F-4D94-8762-32E9850B1A2E}" presName="parentLeftMargin" presStyleLbl="node1" presStyleIdx="1" presStyleCnt="4"/>
      <dgm:spPr/>
    </dgm:pt>
    <dgm:pt modelId="{41B86E22-A7F3-4FFF-92FC-219B1534DE1B}" type="pres">
      <dgm:prSet presAssocID="{CAA863EA-042F-4D94-8762-32E9850B1A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20AF622-EA44-4AE3-92CF-9BAA1A66247D}" type="pres">
      <dgm:prSet presAssocID="{CAA863EA-042F-4D94-8762-32E9850B1A2E}" presName="negativeSpace" presStyleCnt="0"/>
      <dgm:spPr/>
    </dgm:pt>
    <dgm:pt modelId="{58CBDC1B-ADAE-4B71-9AF8-E3ED96F49A43}" type="pres">
      <dgm:prSet presAssocID="{CAA863EA-042F-4D94-8762-32E9850B1A2E}" presName="childText" presStyleLbl="conFgAcc1" presStyleIdx="2" presStyleCnt="4">
        <dgm:presLayoutVars>
          <dgm:bulletEnabled val="1"/>
        </dgm:presLayoutVars>
      </dgm:prSet>
      <dgm:spPr/>
    </dgm:pt>
    <dgm:pt modelId="{F93EA712-0EFC-4093-9C74-8452CC309E0A}" type="pres">
      <dgm:prSet presAssocID="{079963A5-1710-419E-951A-6D3CCF9DBD98}" presName="spaceBetweenRectangles" presStyleCnt="0"/>
      <dgm:spPr/>
    </dgm:pt>
    <dgm:pt modelId="{8C835103-496F-4B34-8452-C7CF7FC170F3}" type="pres">
      <dgm:prSet presAssocID="{E5BC826A-031B-4087-BBCB-845CF5D76CB1}" presName="parentLin" presStyleCnt="0"/>
      <dgm:spPr/>
    </dgm:pt>
    <dgm:pt modelId="{6B7A9E57-B70E-4268-A2EA-3233D19F40FB}" type="pres">
      <dgm:prSet presAssocID="{E5BC826A-031B-4087-BBCB-845CF5D76CB1}" presName="parentLeftMargin" presStyleLbl="node1" presStyleIdx="2" presStyleCnt="4"/>
      <dgm:spPr/>
    </dgm:pt>
    <dgm:pt modelId="{047664D0-34E8-4EA2-A139-62C201F3C90A}" type="pres">
      <dgm:prSet presAssocID="{E5BC826A-031B-4087-BBCB-845CF5D76CB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5F6936E-63DD-4BAE-8E54-C0A3D127D07B}" type="pres">
      <dgm:prSet presAssocID="{E5BC826A-031B-4087-BBCB-845CF5D76CB1}" presName="negativeSpace" presStyleCnt="0"/>
      <dgm:spPr/>
    </dgm:pt>
    <dgm:pt modelId="{6411F9CF-0EB5-44DC-A970-63A549A6083A}" type="pres">
      <dgm:prSet presAssocID="{E5BC826A-031B-4087-BBCB-845CF5D76CB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D086E04-6CA3-4A4B-9F47-0135002F53C1}" type="presOf" srcId="{14448C1A-D474-4FAF-B6A9-7C84812FEB7B}" destId="{AB6E190E-5DA3-4DDF-90D4-1BC4A674ABBA}" srcOrd="1" destOrd="0" presId="urn:microsoft.com/office/officeart/2005/8/layout/list1"/>
    <dgm:cxn modelId="{D2FE0317-3C87-4758-B260-F7DD65399394}" type="presOf" srcId="{5207A9DB-0886-40E3-937A-27DF1B0E9EAC}" destId="{6411F9CF-0EB5-44DC-A970-63A549A6083A}" srcOrd="0" destOrd="0" presId="urn:microsoft.com/office/officeart/2005/8/layout/list1"/>
    <dgm:cxn modelId="{8B3B6636-87D1-4086-A0A1-419D46EBC52F}" type="presOf" srcId="{D7BBBE53-3295-444A-8021-C2B56A382BE5}" destId="{FFA8747D-30D4-4413-A2B8-447757F4BDD4}" srcOrd="0" destOrd="1" presId="urn:microsoft.com/office/officeart/2005/8/layout/list1"/>
    <dgm:cxn modelId="{67B1F966-ADD0-4754-BEB9-817043FE87F0}" type="presOf" srcId="{14E6F250-229C-42B7-88DD-B7BE4DCA9B99}" destId="{3B53373E-4E49-4A1F-B790-A55D823E078A}" srcOrd="0" destOrd="0" presId="urn:microsoft.com/office/officeart/2005/8/layout/list1"/>
    <dgm:cxn modelId="{79490C69-839A-4FD4-B7C8-E56AC1B35D2B}" srcId="{14448C1A-D474-4FAF-B6A9-7C84812FEB7B}" destId="{3ADB8733-5B51-4F4E-BB54-199BB89C606E}" srcOrd="0" destOrd="0" parTransId="{53ED1023-E348-44AC-9760-CB324CF6399C}" sibTransId="{5781035E-F555-49B9-B2ED-920F1DE879F4}"/>
    <dgm:cxn modelId="{F69B634B-822A-42B7-BD8D-2B88FC6A778B}" srcId="{E5BC826A-031B-4087-BBCB-845CF5D76CB1}" destId="{5207A9DB-0886-40E3-937A-27DF1B0E9EAC}" srcOrd="0" destOrd="0" parTransId="{3647A23C-C022-4FBE-8FA1-88C6A09A133F}" sibTransId="{DB5352C6-D578-480A-8054-7BCD5E684F29}"/>
    <dgm:cxn modelId="{8178AB53-74B9-4B27-83D9-B06FAE0AC230}" type="presOf" srcId="{363D8FF0-87C8-47C6-ABE6-6C355C25B2F3}" destId="{3216E783-0F8C-436A-9E04-0E88E9715B11}" srcOrd="0" destOrd="0" presId="urn:microsoft.com/office/officeart/2005/8/layout/list1"/>
    <dgm:cxn modelId="{45CD2555-8E8E-49D1-9453-AE2DD3240736}" type="presOf" srcId="{14448C1A-D474-4FAF-B6A9-7C84812FEB7B}" destId="{78CF537C-D009-4CB1-9209-5A2EED3CAF9A}" srcOrd="0" destOrd="0" presId="urn:microsoft.com/office/officeart/2005/8/layout/list1"/>
    <dgm:cxn modelId="{12E78378-2A06-4FEA-A6B0-CAEAF4E3A38C}" srcId="{8A55A118-42F0-440E-83EB-BC2BB3B13FE6}" destId="{14E6F250-229C-42B7-88DD-B7BE4DCA9B99}" srcOrd="0" destOrd="0" parTransId="{A342AA5A-E801-4E1C-B5EE-B5F7CE545D5D}" sibTransId="{84444120-8032-45A0-BA14-01471F84169F}"/>
    <dgm:cxn modelId="{8069BE89-170B-408F-B3CD-617A42C2CA98}" srcId="{CAA863EA-042F-4D94-8762-32E9850B1A2E}" destId="{FBA16CE8-C2E9-4757-96AE-672A934DDE52}" srcOrd="0" destOrd="0" parTransId="{0993C81E-681A-4964-BCD0-B844E1ED3751}" sibTransId="{F969A3C9-5E9A-41EB-8973-30FC3B2463E9}"/>
    <dgm:cxn modelId="{9AFAC497-5E50-44BD-A921-52C4057A88D2}" type="presOf" srcId="{E5BC826A-031B-4087-BBCB-845CF5D76CB1}" destId="{6B7A9E57-B70E-4268-A2EA-3233D19F40FB}" srcOrd="0" destOrd="0" presId="urn:microsoft.com/office/officeart/2005/8/layout/list1"/>
    <dgm:cxn modelId="{9F5C529A-B9A4-4F60-B150-70619169AD08}" srcId="{14448C1A-D474-4FAF-B6A9-7C84812FEB7B}" destId="{D7BBBE53-3295-444A-8021-C2B56A382BE5}" srcOrd="1" destOrd="0" parTransId="{B71417A4-B625-40D7-86B6-264D01D0962A}" sibTransId="{14B06397-36B8-4355-BE46-775DDC29540E}"/>
    <dgm:cxn modelId="{30CF69AF-8C0D-4952-B88F-E100DF1E5A43}" srcId="{363D8FF0-87C8-47C6-ABE6-6C355C25B2F3}" destId="{14448C1A-D474-4FAF-B6A9-7C84812FEB7B}" srcOrd="1" destOrd="0" parTransId="{AB738ECF-8F2E-4396-B59C-55B665A63CCE}" sibTransId="{73FC4609-6A74-4854-98F1-CBC2E958C667}"/>
    <dgm:cxn modelId="{F1899EB2-7F5F-487A-8E5A-F78E3399E656}" type="presOf" srcId="{E5BC826A-031B-4087-BBCB-845CF5D76CB1}" destId="{047664D0-34E8-4EA2-A139-62C201F3C90A}" srcOrd="1" destOrd="0" presId="urn:microsoft.com/office/officeart/2005/8/layout/list1"/>
    <dgm:cxn modelId="{A458B0BA-4281-41A6-A909-2C788A773DCA}" type="presOf" srcId="{FBA16CE8-C2E9-4757-96AE-672A934DDE52}" destId="{58CBDC1B-ADAE-4B71-9AF8-E3ED96F49A43}" srcOrd="0" destOrd="0" presId="urn:microsoft.com/office/officeart/2005/8/layout/list1"/>
    <dgm:cxn modelId="{CCBD29BF-EF30-4151-82FD-6564326EA6CD}" type="presOf" srcId="{2C8775FE-8A3B-4F25-ADD6-2E7186804802}" destId="{3B53373E-4E49-4A1F-B790-A55D823E078A}" srcOrd="0" destOrd="1" presId="urn:microsoft.com/office/officeart/2005/8/layout/list1"/>
    <dgm:cxn modelId="{053A04CE-EBF2-4215-8572-766653CBEFDB}" srcId="{363D8FF0-87C8-47C6-ABE6-6C355C25B2F3}" destId="{8A55A118-42F0-440E-83EB-BC2BB3B13FE6}" srcOrd="0" destOrd="0" parTransId="{A3F22DC4-3DA2-4E73-8071-0C668730E522}" sibTransId="{CF11B667-4AB5-47AF-B653-2298ADAFD652}"/>
    <dgm:cxn modelId="{C52398D3-12EA-4136-B59A-3FDE1FC4D234}" type="presOf" srcId="{3ADB8733-5B51-4F4E-BB54-199BB89C606E}" destId="{FFA8747D-30D4-4413-A2B8-447757F4BDD4}" srcOrd="0" destOrd="0" presId="urn:microsoft.com/office/officeart/2005/8/layout/list1"/>
    <dgm:cxn modelId="{509B03D7-BFA5-4817-AD44-15CEFABD5A26}" type="presOf" srcId="{8A55A118-42F0-440E-83EB-BC2BB3B13FE6}" destId="{F515366F-9E22-4A33-8F29-C6D57054DB33}" srcOrd="0" destOrd="0" presId="urn:microsoft.com/office/officeart/2005/8/layout/list1"/>
    <dgm:cxn modelId="{90C351D9-2E1C-42D3-8CF7-F325421BF0E2}" type="presOf" srcId="{8A55A118-42F0-440E-83EB-BC2BB3B13FE6}" destId="{896BBEA6-9795-4FF8-B3E6-4171BF6D1482}" srcOrd="1" destOrd="0" presId="urn:microsoft.com/office/officeart/2005/8/layout/list1"/>
    <dgm:cxn modelId="{B46088D9-FDB5-46A4-8141-A12999369967}" type="presOf" srcId="{CAA863EA-042F-4D94-8762-32E9850B1A2E}" destId="{41B86E22-A7F3-4FFF-92FC-219B1534DE1B}" srcOrd="1" destOrd="0" presId="urn:microsoft.com/office/officeart/2005/8/layout/list1"/>
    <dgm:cxn modelId="{653665DE-6EA8-414F-AB32-EC124441E22C}" srcId="{363D8FF0-87C8-47C6-ABE6-6C355C25B2F3}" destId="{CAA863EA-042F-4D94-8762-32E9850B1A2E}" srcOrd="2" destOrd="0" parTransId="{CC6FEDC2-7ECC-449D-8F10-7B5280EC7591}" sibTransId="{079963A5-1710-419E-951A-6D3CCF9DBD98}"/>
    <dgm:cxn modelId="{B4940EE3-0729-47ED-A2D7-90269FBD9038}" srcId="{363D8FF0-87C8-47C6-ABE6-6C355C25B2F3}" destId="{E5BC826A-031B-4087-BBCB-845CF5D76CB1}" srcOrd="3" destOrd="0" parTransId="{00C0FDC2-3BAA-4011-ABCE-FC876CB08CBD}" sibTransId="{FA929922-A092-41FD-B2DF-308621C2EA62}"/>
    <dgm:cxn modelId="{F86B17EB-773F-4B1E-B8F3-838BD7B966AE}" type="presOf" srcId="{CAA863EA-042F-4D94-8762-32E9850B1A2E}" destId="{D5CD87A7-C680-4730-BFA6-253F0239D8E2}" srcOrd="0" destOrd="0" presId="urn:microsoft.com/office/officeart/2005/8/layout/list1"/>
    <dgm:cxn modelId="{7B9DEEF3-40A4-4885-A94D-4E96299A5D1D}" srcId="{8A55A118-42F0-440E-83EB-BC2BB3B13FE6}" destId="{2C8775FE-8A3B-4F25-ADD6-2E7186804802}" srcOrd="1" destOrd="0" parTransId="{0785E086-0615-4C2A-9C85-020E0EFA99A2}" sibTransId="{DD40FDD3-4DE9-49DD-ACCF-016551CB986F}"/>
    <dgm:cxn modelId="{69D90B59-32E0-4C00-8683-F89E1747D0E6}" type="presParOf" srcId="{3216E783-0F8C-436A-9E04-0E88E9715B11}" destId="{86317667-812B-4E58-A702-801ACF2D05CB}" srcOrd="0" destOrd="0" presId="urn:microsoft.com/office/officeart/2005/8/layout/list1"/>
    <dgm:cxn modelId="{1720F4C3-52D5-4554-97CD-94631185AC2A}" type="presParOf" srcId="{86317667-812B-4E58-A702-801ACF2D05CB}" destId="{F515366F-9E22-4A33-8F29-C6D57054DB33}" srcOrd="0" destOrd="0" presId="urn:microsoft.com/office/officeart/2005/8/layout/list1"/>
    <dgm:cxn modelId="{D3EDC586-86F2-4215-969D-34AE746120BF}" type="presParOf" srcId="{86317667-812B-4E58-A702-801ACF2D05CB}" destId="{896BBEA6-9795-4FF8-B3E6-4171BF6D1482}" srcOrd="1" destOrd="0" presId="urn:microsoft.com/office/officeart/2005/8/layout/list1"/>
    <dgm:cxn modelId="{8AEBB14E-5C68-4F3D-8B6B-7C1DB42FF0DF}" type="presParOf" srcId="{3216E783-0F8C-436A-9E04-0E88E9715B11}" destId="{B18346BD-43A8-4680-8C8E-4A7CBA2CB885}" srcOrd="1" destOrd="0" presId="urn:microsoft.com/office/officeart/2005/8/layout/list1"/>
    <dgm:cxn modelId="{E79456C7-DC19-4078-9BB9-45EBA2BA4DBF}" type="presParOf" srcId="{3216E783-0F8C-436A-9E04-0E88E9715B11}" destId="{3B53373E-4E49-4A1F-B790-A55D823E078A}" srcOrd="2" destOrd="0" presId="urn:microsoft.com/office/officeart/2005/8/layout/list1"/>
    <dgm:cxn modelId="{DB56EE7F-9A01-4C2B-98E8-03F646E001FA}" type="presParOf" srcId="{3216E783-0F8C-436A-9E04-0E88E9715B11}" destId="{CC04B4D1-B696-4DE1-A108-D2434D7058CE}" srcOrd="3" destOrd="0" presId="urn:microsoft.com/office/officeart/2005/8/layout/list1"/>
    <dgm:cxn modelId="{89F30FFB-747E-430E-AC70-D216B8E22EB2}" type="presParOf" srcId="{3216E783-0F8C-436A-9E04-0E88E9715B11}" destId="{2EE1C103-D45A-41A0-ACAC-1A902210E17A}" srcOrd="4" destOrd="0" presId="urn:microsoft.com/office/officeart/2005/8/layout/list1"/>
    <dgm:cxn modelId="{D191BA95-3B67-4E4F-B809-F5E935CEF7D9}" type="presParOf" srcId="{2EE1C103-D45A-41A0-ACAC-1A902210E17A}" destId="{78CF537C-D009-4CB1-9209-5A2EED3CAF9A}" srcOrd="0" destOrd="0" presId="urn:microsoft.com/office/officeart/2005/8/layout/list1"/>
    <dgm:cxn modelId="{B5971616-74A1-40A8-9BFE-92BB98858C6B}" type="presParOf" srcId="{2EE1C103-D45A-41A0-ACAC-1A902210E17A}" destId="{AB6E190E-5DA3-4DDF-90D4-1BC4A674ABBA}" srcOrd="1" destOrd="0" presId="urn:microsoft.com/office/officeart/2005/8/layout/list1"/>
    <dgm:cxn modelId="{00FD2167-D430-49C9-87D4-162C7554583C}" type="presParOf" srcId="{3216E783-0F8C-436A-9E04-0E88E9715B11}" destId="{7005D30E-2EB3-4BC2-AE66-8E38FE3A1491}" srcOrd="5" destOrd="0" presId="urn:microsoft.com/office/officeart/2005/8/layout/list1"/>
    <dgm:cxn modelId="{DBC6674D-869C-48F5-B51F-E0D0EEE2DE9B}" type="presParOf" srcId="{3216E783-0F8C-436A-9E04-0E88E9715B11}" destId="{FFA8747D-30D4-4413-A2B8-447757F4BDD4}" srcOrd="6" destOrd="0" presId="urn:microsoft.com/office/officeart/2005/8/layout/list1"/>
    <dgm:cxn modelId="{D4B5BB9B-6705-4C7A-9900-A18F28FD65AE}" type="presParOf" srcId="{3216E783-0F8C-436A-9E04-0E88E9715B11}" destId="{11AE4408-CB4A-4E3E-BC22-9AF35F4D1E12}" srcOrd="7" destOrd="0" presId="urn:microsoft.com/office/officeart/2005/8/layout/list1"/>
    <dgm:cxn modelId="{547C86EC-7F3D-4005-ADA4-46BA2A358BA9}" type="presParOf" srcId="{3216E783-0F8C-436A-9E04-0E88E9715B11}" destId="{859AEB32-BF5B-46AE-9DF7-97DA995FCE58}" srcOrd="8" destOrd="0" presId="urn:microsoft.com/office/officeart/2005/8/layout/list1"/>
    <dgm:cxn modelId="{9BE94D3F-911F-4A61-A139-D4C0FA915C2C}" type="presParOf" srcId="{859AEB32-BF5B-46AE-9DF7-97DA995FCE58}" destId="{D5CD87A7-C680-4730-BFA6-253F0239D8E2}" srcOrd="0" destOrd="0" presId="urn:microsoft.com/office/officeart/2005/8/layout/list1"/>
    <dgm:cxn modelId="{92089094-EEA3-4AC1-8BC8-404C4A1C8544}" type="presParOf" srcId="{859AEB32-BF5B-46AE-9DF7-97DA995FCE58}" destId="{41B86E22-A7F3-4FFF-92FC-219B1534DE1B}" srcOrd="1" destOrd="0" presId="urn:microsoft.com/office/officeart/2005/8/layout/list1"/>
    <dgm:cxn modelId="{B4B6FF5C-B056-4783-B2DC-B98B62535E0B}" type="presParOf" srcId="{3216E783-0F8C-436A-9E04-0E88E9715B11}" destId="{620AF622-EA44-4AE3-92CF-9BAA1A66247D}" srcOrd="9" destOrd="0" presId="urn:microsoft.com/office/officeart/2005/8/layout/list1"/>
    <dgm:cxn modelId="{946988A6-2C23-4A06-9A9C-08BB1F8A814D}" type="presParOf" srcId="{3216E783-0F8C-436A-9E04-0E88E9715B11}" destId="{58CBDC1B-ADAE-4B71-9AF8-E3ED96F49A43}" srcOrd="10" destOrd="0" presId="urn:microsoft.com/office/officeart/2005/8/layout/list1"/>
    <dgm:cxn modelId="{46298865-77AA-46C1-AA0A-D0596151D599}" type="presParOf" srcId="{3216E783-0F8C-436A-9E04-0E88E9715B11}" destId="{F93EA712-0EFC-4093-9C74-8452CC309E0A}" srcOrd="11" destOrd="0" presId="urn:microsoft.com/office/officeart/2005/8/layout/list1"/>
    <dgm:cxn modelId="{05861077-896A-4B97-926D-B34EF527EC76}" type="presParOf" srcId="{3216E783-0F8C-436A-9E04-0E88E9715B11}" destId="{8C835103-496F-4B34-8452-C7CF7FC170F3}" srcOrd="12" destOrd="0" presId="urn:microsoft.com/office/officeart/2005/8/layout/list1"/>
    <dgm:cxn modelId="{4F94941C-273F-421D-BE53-55C9B4993952}" type="presParOf" srcId="{8C835103-496F-4B34-8452-C7CF7FC170F3}" destId="{6B7A9E57-B70E-4268-A2EA-3233D19F40FB}" srcOrd="0" destOrd="0" presId="urn:microsoft.com/office/officeart/2005/8/layout/list1"/>
    <dgm:cxn modelId="{62D43334-F9CA-4B3A-9B7D-D450C25BF076}" type="presParOf" srcId="{8C835103-496F-4B34-8452-C7CF7FC170F3}" destId="{047664D0-34E8-4EA2-A139-62C201F3C90A}" srcOrd="1" destOrd="0" presId="urn:microsoft.com/office/officeart/2005/8/layout/list1"/>
    <dgm:cxn modelId="{DC3BB7EC-7F72-4EB6-9FE5-28DE5AF3AF9B}" type="presParOf" srcId="{3216E783-0F8C-436A-9E04-0E88E9715B11}" destId="{75F6936E-63DD-4BAE-8E54-C0A3D127D07B}" srcOrd="13" destOrd="0" presId="urn:microsoft.com/office/officeart/2005/8/layout/list1"/>
    <dgm:cxn modelId="{B79AE465-D1AA-4EE7-8635-59A6E973914F}" type="presParOf" srcId="{3216E783-0F8C-436A-9E04-0E88E9715B11}" destId="{6411F9CF-0EB5-44DC-A970-63A549A6083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52C812E-D43A-4009-9D8A-5D5DB4689182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95F35ED6-EEC5-478B-AD7C-898B79858255}">
      <dgm:prSet/>
      <dgm:spPr/>
      <dgm:t>
        <a:bodyPr/>
        <a:lstStyle/>
        <a:p>
          <a:pPr latinLnBrk="1"/>
          <a:r>
            <a:rPr lang="ko-KR" baseline="0" dirty="0"/>
            <a:t>인공지능</a:t>
          </a:r>
          <a:br>
            <a:rPr lang="en-US" baseline="0" dirty="0"/>
          </a:br>
          <a:r>
            <a:rPr lang="en-US" baseline="0" dirty="0"/>
            <a:t>(Artificial Intelligence, AI)</a:t>
          </a:r>
          <a:endParaRPr lang="ko-KR" dirty="0"/>
        </a:p>
      </dgm:t>
    </dgm:pt>
    <dgm:pt modelId="{AD266ED9-9A73-436A-9FBE-69606F101C25}" type="parTrans" cxnId="{6855E6C1-C534-4282-B21A-BCADF0D736BD}">
      <dgm:prSet/>
      <dgm:spPr/>
      <dgm:t>
        <a:bodyPr/>
        <a:lstStyle/>
        <a:p>
          <a:pPr latinLnBrk="1"/>
          <a:endParaRPr lang="ko-KR" altLang="en-US"/>
        </a:p>
      </dgm:t>
    </dgm:pt>
    <dgm:pt modelId="{87E68EB6-3C40-43FB-AEF4-5D94DD16BCFA}" type="sibTrans" cxnId="{6855E6C1-C534-4282-B21A-BCADF0D736BD}">
      <dgm:prSet/>
      <dgm:spPr/>
      <dgm:t>
        <a:bodyPr/>
        <a:lstStyle/>
        <a:p>
          <a:pPr latinLnBrk="1"/>
          <a:endParaRPr lang="ko-KR" altLang="en-US"/>
        </a:p>
      </dgm:t>
    </dgm:pt>
    <dgm:pt modelId="{4EEC7F0A-6A84-40E3-9F35-CA02E0838B0C}">
      <dgm:prSet/>
      <dgm:spPr/>
      <dgm:t>
        <a:bodyPr/>
        <a:lstStyle/>
        <a:p>
          <a:pPr latinLnBrk="1"/>
          <a:r>
            <a:rPr lang="ko-KR" baseline="0" dirty="0" err="1"/>
            <a:t>머신러닝</a:t>
          </a:r>
          <a:br>
            <a:rPr lang="en-US" baseline="0" dirty="0"/>
          </a:br>
          <a:r>
            <a:rPr lang="en-US" baseline="0" dirty="0"/>
            <a:t>(Machine Learning, ML)</a:t>
          </a:r>
          <a:endParaRPr lang="ko-KR" dirty="0"/>
        </a:p>
      </dgm:t>
    </dgm:pt>
    <dgm:pt modelId="{628484A1-E20D-4768-822D-529170AD4609}" type="parTrans" cxnId="{0F902150-1C06-43AD-8543-12456E934140}">
      <dgm:prSet/>
      <dgm:spPr/>
      <dgm:t>
        <a:bodyPr/>
        <a:lstStyle/>
        <a:p>
          <a:pPr latinLnBrk="1"/>
          <a:endParaRPr lang="ko-KR" altLang="en-US"/>
        </a:p>
      </dgm:t>
    </dgm:pt>
    <dgm:pt modelId="{33422616-018D-4620-B1B9-89E42413F300}" type="sibTrans" cxnId="{0F902150-1C06-43AD-8543-12456E934140}">
      <dgm:prSet/>
      <dgm:spPr/>
      <dgm:t>
        <a:bodyPr/>
        <a:lstStyle/>
        <a:p>
          <a:pPr latinLnBrk="1"/>
          <a:endParaRPr lang="ko-KR" altLang="en-US"/>
        </a:p>
      </dgm:t>
    </dgm:pt>
    <dgm:pt modelId="{17F8E49B-3446-4100-BB9F-ABDB749FAF82}">
      <dgm:prSet/>
      <dgm:spPr/>
      <dgm:t>
        <a:bodyPr/>
        <a:lstStyle/>
        <a:p>
          <a:pPr latinLnBrk="1"/>
          <a:r>
            <a:rPr lang="ko-KR" baseline="0" dirty="0"/>
            <a:t>인공신경망</a:t>
          </a:r>
          <a:br>
            <a:rPr lang="en-US" baseline="0" dirty="0"/>
          </a:br>
          <a:r>
            <a:rPr lang="en-US" baseline="0" dirty="0"/>
            <a:t>(Artificial Neural Network, ANN)</a:t>
          </a:r>
          <a:endParaRPr lang="ko-KR" dirty="0"/>
        </a:p>
      </dgm:t>
    </dgm:pt>
    <dgm:pt modelId="{99BC70AB-519D-46CF-9244-A5F84A7BC76C}" type="parTrans" cxnId="{740A5DF9-B633-4750-8A41-99B81287BC83}">
      <dgm:prSet/>
      <dgm:spPr/>
      <dgm:t>
        <a:bodyPr/>
        <a:lstStyle/>
        <a:p>
          <a:pPr latinLnBrk="1"/>
          <a:endParaRPr lang="ko-KR" altLang="en-US"/>
        </a:p>
      </dgm:t>
    </dgm:pt>
    <dgm:pt modelId="{EEA33028-5836-4734-89C8-6A0A9DCBBC3E}" type="sibTrans" cxnId="{740A5DF9-B633-4750-8A41-99B81287BC83}">
      <dgm:prSet/>
      <dgm:spPr/>
      <dgm:t>
        <a:bodyPr/>
        <a:lstStyle/>
        <a:p>
          <a:pPr latinLnBrk="1"/>
          <a:endParaRPr lang="ko-KR" altLang="en-US"/>
        </a:p>
      </dgm:t>
    </dgm:pt>
    <dgm:pt modelId="{299ED257-A3CE-4CA0-84A3-320F7E7A828E}">
      <dgm:prSet/>
      <dgm:spPr/>
      <dgm:t>
        <a:bodyPr/>
        <a:lstStyle/>
        <a:p>
          <a:pPr latinLnBrk="1"/>
          <a:r>
            <a:rPr lang="ko-KR" baseline="0"/>
            <a:t>딥러닝</a:t>
          </a:r>
          <a:br>
            <a:rPr lang="en-US" baseline="0"/>
          </a:br>
          <a:r>
            <a:rPr lang="en-US" baseline="0"/>
            <a:t>(Deep Learning, DL)</a:t>
          </a:r>
          <a:endParaRPr lang="ko-KR"/>
        </a:p>
      </dgm:t>
    </dgm:pt>
    <dgm:pt modelId="{D574E8F1-CF3E-43D5-A4FF-F64AAB2D2D43}" type="parTrans" cxnId="{676CE2EB-C24D-49D9-9408-903984A7BDF2}">
      <dgm:prSet/>
      <dgm:spPr/>
      <dgm:t>
        <a:bodyPr/>
        <a:lstStyle/>
        <a:p>
          <a:pPr latinLnBrk="1"/>
          <a:endParaRPr lang="ko-KR" altLang="en-US"/>
        </a:p>
      </dgm:t>
    </dgm:pt>
    <dgm:pt modelId="{F07DA1A3-C78F-40FC-BB67-54FA622EED1E}" type="sibTrans" cxnId="{676CE2EB-C24D-49D9-9408-903984A7BDF2}">
      <dgm:prSet/>
      <dgm:spPr/>
      <dgm:t>
        <a:bodyPr/>
        <a:lstStyle/>
        <a:p>
          <a:pPr latinLnBrk="1"/>
          <a:endParaRPr lang="ko-KR" altLang="en-US"/>
        </a:p>
      </dgm:t>
    </dgm:pt>
    <dgm:pt modelId="{8DCD4243-F75E-4BDF-87E1-DE14A99BF2EA}" type="pres">
      <dgm:prSet presAssocID="{B52C812E-D43A-4009-9D8A-5D5DB4689182}" presName="diagram" presStyleCnt="0">
        <dgm:presLayoutVars>
          <dgm:dir/>
          <dgm:resizeHandles val="exact"/>
        </dgm:presLayoutVars>
      </dgm:prSet>
      <dgm:spPr/>
    </dgm:pt>
    <dgm:pt modelId="{13498FFE-EB86-4E76-AEEC-9C87CB289867}" type="pres">
      <dgm:prSet presAssocID="{95F35ED6-EEC5-478B-AD7C-898B79858255}" presName="node" presStyleLbl="node1" presStyleIdx="0" presStyleCnt="4" custScaleX="222571">
        <dgm:presLayoutVars>
          <dgm:bulletEnabled val="1"/>
        </dgm:presLayoutVars>
      </dgm:prSet>
      <dgm:spPr/>
    </dgm:pt>
    <dgm:pt modelId="{DDCBC3C8-77BE-4AE5-9594-47EF491B8743}" type="pres">
      <dgm:prSet presAssocID="{87E68EB6-3C40-43FB-AEF4-5D94DD16BCFA}" presName="sibTrans" presStyleCnt="0"/>
      <dgm:spPr/>
    </dgm:pt>
    <dgm:pt modelId="{5E52324F-9947-4305-89F6-DC7F57C6DECC}" type="pres">
      <dgm:prSet presAssocID="{4EEC7F0A-6A84-40E3-9F35-CA02E0838B0C}" presName="node" presStyleLbl="node1" presStyleIdx="1" presStyleCnt="4" custScaleX="222571">
        <dgm:presLayoutVars>
          <dgm:bulletEnabled val="1"/>
        </dgm:presLayoutVars>
      </dgm:prSet>
      <dgm:spPr/>
    </dgm:pt>
    <dgm:pt modelId="{634DA3E8-512B-4270-82E8-133E09FD08A4}" type="pres">
      <dgm:prSet presAssocID="{33422616-018D-4620-B1B9-89E42413F300}" presName="sibTrans" presStyleCnt="0"/>
      <dgm:spPr/>
    </dgm:pt>
    <dgm:pt modelId="{449F0C5E-491D-42D3-8C68-0E0F5F1D4872}" type="pres">
      <dgm:prSet presAssocID="{17F8E49B-3446-4100-BB9F-ABDB749FAF82}" presName="node" presStyleLbl="node1" presStyleIdx="2" presStyleCnt="4" custScaleX="222571">
        <dgm:presLayoutVars>
          <dgm:bulletEnabled val="1"/>
        </dgm:presLayoutVars>
      </dgm:prSet>
      <dgm:spPr/>
    </dgm:pt>
    <dgm:pt modelId="{5B23BBAA-743C-4BE2-8EE2-8B31692D4D8D}" type="pres">
      <dgm:prSet presAssocID="{EEA33028-5836-4734-89C8-6A0A9DCBBC3E}" presName="sibTrans" presStyleCnt="0"/>
      <dgm:spPr/>
    </dgm:pt>
    <dgm:pt modelId="{8D2CAEC3-BEDB-4EB2-BE5B-CBD1F3F5F9AC}" type="pres">
      <dgm:prSet presAssocID="{299ED257-A3CE-4CA0-84A3-320F7E7A828E}" presName="node" presStyleLbl="node1" presStyleIdx="3" presStyleCnt="4" custScaleX="222571">
        <dgm:presLayoutVars>
          <dgm:bulletEnabled val="1"/>
        </dgm:presLayoutVars>
      </dgm:prSet>
      <dgm:spPr/>
    </dgm:pt>
  </dgm:ptLst>
  <dgm:cxnLst>
    <dgm:cxn modelId="{78F5660F-1E7E-4131-BDB2-3D85766B6648}" type="presOf" srcId="{17F8E49B-3446-4100-BB9F-ABDB749FAF82}" destId="{449F0C5E-491D-42D3-8C68-0E0F5F1D4872}" srcOrd="0" destOrd="0" presId="urn:microsoft.com/office/officeart/2005/8/layout/default"/>
    <dgm:cxn modelId="{36D09E25-D3B5-4865-962A-34493A1CA5F9}" type="presOf" srcId="{4EEC7F0A-6A84-40E3-9F35-CA02E0838B0C}" destId="{5E52324F-9947-4305-89F6-DC7F57C6DECC}" srcOrd="0" destOrd="0" presId="urn:microsoft.com/office/officeart/2005/8/layout/default"/>
    <dgm:cxn modelId="{42E29839-908D-444C-8DC0-DD56CD4DA04E}" type="presOf" srcId="{95F35ED6-EEC5-478B-AD7C-898B79858255}" destId="{13498FFE-EB86-4E76-AEEC-9C87CB289867}" srcOrd="0" destOrd="0" presId="urn:microsoft.com/office/officeart/2005/8/layout/default"/>
    <dgm:cxn modelId="{0F902150-1C06-43AD-8543-12456E934140}" srcId="{B52C812E-D43A-4009-9D8A-5D5DB4689182}" destId="{4EEC7F0A-6A84-40E3-9F35-CA02E0838B0C}" srcOrd="1" destOrd="0" parTransId="{628484A1-E20D-4768-822D-529170AD4609}" sibTransId="{33422616-018D-4620-B1B9-89E42413F300}"/>
    <dgm:cxn modelId="{EFD16098-4411-40F1-8075-060D57032EAF}" type="presOf" srcId="{299ED257-A3CE-4CA0-84A3-320F7E7A828E}" destId="{8D2CAEC3-BEDB-4EB2-BE5B-CBD1F3F5F9AC}" srcOrd="0" destOrd="0" presId="urn:microsoft.com/office/officeart/2005/8/layout/default"/>
    <dgm:cxn modelId="{6855E6C1-C534-4282-B21A-BCADF0D736BD}" srcId="{B52C812E-D43A-4009-9D8A-5D5DB4689182}" destId="{95F35ED6-EEC5-478B-AD7C-898B79858255}" srcOrd="0" destOrd="0" parTransId="{AD266ED9-9A73-436A-9FBE-69606F101C25}" sibTransId="{87E68EB6-3C40-43FB-AEF4-5D94DD16BCFA}"/>
    <dgm:cxn modelId="{0F729BCA-8D9F-4FB2-9B18-1D2AB8EDCF0E}" type="presOf" srcId="{B52C812E-D43A-4009-9D8A-5D5DB4689182}" destId="{8DCD4243-F75E-4BDF-87E1-DE14A99BF2EA}" srcOrd="0" destOrd="0" presId="urn:microsoft.com/office/officeart/2005/8/layout/default"/>
    <dgm:cxn modelId="{676CE2EB-C24D-49D9-9408-903984A7BDF2}" srcId="{B52C812E-D43A-4009-9D8A-5D5DB4689182}" destId="{299ED257-A3CE-4CA0-84A3-320F7E7A828E}" srcOrd="3" destOrd="0" parTransId="{D574E8F1-CF3E-43D5-A4FF-F64AAB2D2D43}" sibTransId="{F07DA1A3-C78F-40FC-BB67-54FA622EED1E}"/>
    <dgm:cxn modelId="{740A5DF9-B633-4750-8A41-99B81287BC83}" srcId="{B52C812E-D43A-4009-9D8A-5D5DB4689182}" destId="{17F8E49B-3446-4100-BB9F-ABDB749FAF82}" srcOrd="2" destOrd="0" parTransId="{99BC70AB-519D-46CF-9244-A5F84A7BC76C}" sibTransId="{EEA33028-5836-4734-89C8-6A0A9DCBBC3E}"/>
    <dgm:cxn modelId="{A2D33905-E115-4276-A278-974EE44A2D9F}" type="presParOf" srcId="{8DCD4243-F75E-4BDF-87E1-DE14A99BF2EA}" destId="{13498FFE-EB86-4E76-AEEC-9C87CB289867}" srcOrd="0" destOrd="0" presId="urn:microsoft.com/office/officeart/2005/8/layout/default"/>
    <dgm:cxn modelId="{EE4023D8-A8AB-41A6-962C-AA14F953AABD}" type="presParOf" srcId="{8DCD4243-F75E-4BDF-87E1-DE14A99BF2EA}" destId="{DDCBC3C8-77BE-4AE5-9594-47EF491B8743}" srcOrd="1" destOrd="0" presId="urn:microsoft.com/office/officeart/2005/8/layout/default"/>
    <dgm:cxn modelId="{6621E98B-A908-4484-95F2-3ABA10761233}" type="presParOf" srcId="{8DCD4243-F75E-4BDF-87E1-DE14A99BF2EA}" destId="{5E52324F-9947-4305-89F6-DC7F57C6DECC}" srcOrd="2" destOrd="0" presId="urn:microsoft.com/office/officeart/2005/8/layout/default"/>
    <dgm:cxn modelId="{8F2CF4E0-6891-4AC9-AD28-8164AEC9F71F}" type="presParOf" srcId="{8DCD4243-F75E-4BDF-87E1-DE14A99BF2EA}" destId="{634DA3E8-512B-4270-82E8-133E09FD08A4}" srcOrd="3" destOrd="0" presId="urn:microsoft.com/office/officeart/2005/8/layout/default"/>
    <dgm:cxn modelId="{CD9029EB-F0FC-4ABA-9E69-1E3C253DCD79}" type="presParOf" srcId="{8DCD4243-F75E-4BDF-87E1-DE14A99BF2EA}" destId="{449F0C5E-491D-42D3-8C68-0E0F5F1D4872}" srcOrd="4" destOrd="0" presId="urn:microsoft.com/office/officeart/2005/8/layout/default"/>
    <dgm:cxn modelId="{905D9FD7-AE6D-4C57-9F35-1C091319E1F1}" type="presParOf" srcId="{8DCD4243-F75E-4BDF-87E1-DE14A99BF2EA}" destId="{5B23BBAA-743C-4BE2-8EE2-8B31692D4D8D}" srcOrd="5" destOrd="0" presId="urn:microsoft.com/office/officeart/2005/8/layout/default"/>
    <dgm:cxn modelId="{A532B9FD-EBF2-49BD-AA28-D4688283CF96}" type="presParOf" srcId="{8DCD4243-F75E-4BDF-87E1-DE14A99BF2EA}" destId="{8D2CAEC3-BEDB-4EB2-BE5B-CBD1F3F5F9A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F3758E1-0E34-44F3-B869-C5D3C71E0386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AA736E5C-7365-4C72-94D1-5CB1690D324F}">
      <dgm:prSet/>
      <dgm:spPr/>
      <dgm:t>
        <a:bodyPr/>
        <a:lstStyle/>
        <a:p>
          <a:pPr latinLnBrk="1"/>
          <a:r>
            <a:rPr lang="en-US" altLang="ko-KR" baseline="0" dirty="0"/>
            <a:t>BERT(Bidirectional Encoder Representations from </a:t>
          </a:r>
          <a:r>
            <a:rPr lang="en-US" altLang="ko-KR" baseline="0" dirty="0">
              <a:solidFill>
                <a:srgbClr val="FF0000"/>
              </a:solidFill>
            </a:rPr>
            <a:t>Transformer</a:t>
          </a:r>
          <a:r>
            <a:rPr lang="en-US" altLang="ko-KR" baseline="0" dirty="0"/>
            <a:t>s)</a:t>
          </a:r>
          <a:endParaRPr lang="ko-KR" dirty="0"/>
        </a:p>
      </dgm:t>
    </dgm:pt>
    <dgm:pt modelId="{BB088CB2-987C-4B8B-8DC7-5368B92B52E2}" type="parTrans" cxnId="{63F4D159-A451-47E7-BA64-EEB8E6342864}">
      <dgm:prSet/>
      <dgm:spPr/>
      <dgm:t>
        <a:bodyPr/>
        <a:lstStyle/>
        <a:p>
          <a:pPr latinLnBrk="1"/>
          <a:endParaRPr lang="ko-KR" altLang="en-US"/>
        </a:p>
      </dgm:t>
    </dgm:pt>
    <dgm:pt modelId="{DA542E82-F661-4379-A78A-693F9FE26BBB}" type="sibTrans" cxnId="{63F4D159-A451-47E7-BA64-EEB8E6342864}">
      <dgm:prSet/>
      <dgm:spPr/>
      <dgm:t>
        <a:bodyPr/>
        <a:lstStyle/>
        <a:p>
          <a:pPr latinLnBrk="1"/>
          <a:endParaRPr lang="ko-KR" altLang="en-US"/>
        </a:p>
      </dgm:t>
    </dgm:pt>
    <dgm:pt modelId="{CE3344AB-2081-470A-90D8-42A56764EC86}">
      <dgm:prSet/>
      <dgm:spPr/>
      <dgm:t>
        <a:bodyPr/>
        <a:lstStyle/>
        <a:p>
          <a:pPr latinLnBrk="1"/>
          <a:r>
            <a:rPr lang="en-US" altLang="ko-KR" baseline="0" dirty="0"/>
            <a:t>GPT(Generative Pre-trained </a:t>
          </a:r>
          <a:r>
            <a:rPr lang="en-US" altLang="ko-KR" baseline="0" dirty="0">
              <a:solidFill>
                <a:srgbClr val="FF0000"/>
              </a:solidFill>
            </a:rPr>
            <a:t>Transformer</a:t>
          </a:r>
          <a:r>
            <a:rPr lang="en-US" altLang="ko-KR" baseline="0" dirty="0"/>
            <a:t>)</a:t>
          </a:r>
          <a:endParaRPr lang="ko-KR" altLang="ko-KR" dirty="0"/>
        </a:p>
      </dgm:t>
    </dgm:pt>
    <dgm:pt modelId="{00F93C90-C8B5-4656-A5CC-0D5A6AF617CE}" type="parTrans" cxnId="{1D53097A-0A1F-4145-A8B4-2426B1B61B05}">
      <dgm:prSet/>
      <dgm:spPr/>
      <dgm:t>
        <a:bodyPr/>
        <a:lstStyle/>
        <a:p>
          <a:pPr latinLnBrk="1"/>
          <a:endParaRPr lang="ko-KR" altLang="en-US"/>
        </a:p>
      </dgm:t>
    </dgm:pt>
    <dgm:pt modelId="{90FE1059-42C3-4CFB-A05B-B2C0CEA7F329}" type="sibTrans" cxnId="{1D53097A-0A1F-4145-A8B4-2426B1B61B05}">
      <dgm:prSet/>
      <dgm:spPr/>
      <dgm:t>
        <a:bodyPr/>
        <a:lstStyle/>
        <a:p>
          <a:pPr latinLnBrk="1"/>
          <a:endParaRPr lang="ko-KR" altLang="en-US"/>
        </a:p>
      </dgm:t>
    </dgm:pt>
    <dgm:pt modelId="{94921DC7-CF08-4E31-9FDF-08FC456F1B18}">
      <dgm:prSet/>
      <dgm:spPr/>
      <dgm:t>
        <a:bodyPr/>
        <a:lstStyle/>
        <a:p>
          <a:pPr latinLnBrk="1"/>
          <a:r>
            <a:rPr lang="en-US" altLang="ko-KR" dirty="0" err="1"/>
            <a:t>ViT</a:t>
          </a:r>
          <a:r>
            <a:rPr lang="en-US" altLang="ko-KR" dirty="0"/>
            <a:t>(Vision </a:t>
          </a:r>
          <a:r>
            <a:rPr lang="en-US" altLang="ko-KR" dirty="0">
              <a:solidFill>
                <a:srgbClr val="FF0000"/>
              </a:solidFill>
            </a:rPr>
            <a:t>Transformer</a:t>
          </a:r>
          <a:r>
            <a:rPr lang="en-US" altLang="ko-KR" dirty="0"/>
            <a:t>), </a:t>
          </a:r>
          <a:endParaRPr lang="ko-KR" altLang="ko-KR" dirty="0"/>
        </a:p>
      </dgm:t>
    </dgm:pt>
    <dgm:pt modelId="{05569D24-DCD9-4303-8F82-451575AC6C17}" type="parTrans" cxnId="{C5ACC164-AB47-4A53-9499-14B18583037E}">
      <dgm:prSet/>
      <dgm:spPr/>
      <dgm:t>
        <a:bodyPr/>
        <a:lstStyle/>
        <a:p>
          <a:pPr latinLnBrk="1"/>
          <a:endParaRPr lang="ko-KR" altLang="en-US"/>
        </a:p>
      </dgm:t>
    </dgm:pt>
    <dgm:pt modelId="{622BF88A-443C-4331-84FE-A6DB616B12E7}" type="sibTrans" cxnId="{C5ACC164-AB47-4A53-9499-14B18583037E}">
      <dgm:prSet/>
      <dgm:spPr/>
      <dgm:t>
        <a:bodyPr/>
        <a:lstStyle/>
        <a:p>
          <a:pPr latinLnBrk="1"/>
          <a:endParaRPr lang="ko-KR" altLang="en-US"/>
        </a:p>
      </dgm:t>
    </dgm:pt>
    <dgm:pt modelId="{9B8AB370-8804-4735-A5F6-D7DDB75BCD37}">
      <dgm:prSet/>
      <dgm:spPr/>
      <dgm:t>
        <a:bodyPr/>
        <a:lstStyle/>
        <a:p>
          <a:pPr latinLnBrk="1"/>
          <a:r>
            <a:rPr lang="en-US" altLang="ko-KR" dirty="0"/>
            <a:t>T5 (Text-To-Text Transfer </a:t>
          </a:r>
          <a:r>
            <a:rPr lang="en-US" altLang="ko-KR" dirty="0">
              <a:solidFill>
                <a:srgbClr val="FF0000"/>
              </a:solidFill>
            </a:rPr>
            <a:t>Transformer</a:t>
          </a:r>
          <a:r>
            <a:rPr lang="en-US" altLang="ko-KR" dirty="0"/>
            <a:t>)</a:t>
          </a:r>
          <a:endParaRPr lang="ko-KR" altLang="ko-KR" dirty="0"/>
        </a:p>
      </dgm:t>
    </dgm:pt>
    <dgm:pt modelId="{5B3E1572-F1DD-4197-80CE-A318DB15902F}" type="parTrans" cxnId="{E9F569C3-AE66-46F5-B0EC-EF381A361032}">
      <dgm:prSet/>
      <dgm:spPr/>
      <dgm:t>
        <a:bodyPr/>
        <a:lstStyle/>
        <a:p>
          <a:pPr latinLnBrk="1"/>
          <a:endParaRPr lang="ko-KR" altLang="en-US"/>
        </a:p>
      </dgm:t>
    </dgm:pt>
    <dgm:pt modelId="{B68BB9E9-9E3E-4A04-917D-B7CC279E02D4}" type="sibTrans" cxnId="{E9F569C3-AE66-46F5-B0EC-EF381A361032}">
      <dgm:prSet/>
      <dgm:spPr/>
      <dgm:t>
        <a:bodyPr/>
        <a:lstStyle/>
        <a:p>
          <a:pPr latinLnBrk="1"/>
          <a:endParaRPr lang="ko-KR" altLang="en-US"/>
        </a:p>
      </dgm:t>
    </dgm:pt>
    <dgm:pt modelId="{2914354F-F5B5-4AA6-81E6-09DA698D02CE}">
      <dgm:prSet/>
      <dgm:spPr/>
      <dgm:t>
        <a:bodyPr/>
        <a:lstStyle/>
        <a:p>
          <a:pPr latinLnBrk="1"/>
          <a:r>
            <a:rPr lang="en-US" b="0" i="0" dirty="0"/>
            <a:t>DETR </a:t>
          </a:r>
          <a:r>
            <a:rPr lang="en-US" altLang="ko-KR" b="0" i="0" dirty="0"/>
            <a:t>(</a:t>
          </a:r>
          <a:r>
            <a:rPr lang="en-US" b="0" i="0" dirty="0"/>
            <a:t>End-to-End Object Detection with </a:t>
          </a:r>
          <a:r>
            <a:rPr lang="en-US" b="0" i="0" dirty="0">
              <a:solidFill>
                <a:srgbClr val="FF0000"/>
              </a:solidFill>
            </a:rPr>
            <a:t>Transformers</a:t>
          </a:r>
          <a:r>
            <a:rPr lang="en-US" b="0" i="0" dirty="0"/>
            <a:t>)</a:t>
          </a:r>
          <a:endParaRPr lang="ko-KR" altLang="ko-KR" dirty="0"/>
        </a:p>
      </dgm:t>
    </dgm:pt>
    <dgm:pt modelId="{DD3B76B5-B151-4DC8-BA50-6BA2AB89F3E5}" type="parTrans" cxnId="{717E1342-B73E-4C67-AE27-5C6028FFC061}">
      <dgm:prSet/>
      <dgm:spPr/>
      <dgm:t>
        <a:bodyPr/>
        <a:lstStyle/>
        <a:p>
          <a:pPr latinLnBrk="1"/>
          <a:endParaRPr lang="ko-KR" altLang="en-US"/>
        </a:p>
      </dgm:t>
    </dgm:pt>
    <dgm:pt modelId="{EDACEEF2-581A-40DC-91DA-4FCA3CA239FB}" type="sibTrans" cxnId="{717E1342-B73E-4C67-AE27-5C6028FFC061}">
      <dgm:prSet/>
      <dgm:spPr/>
      <dgm:t>
        <a:bodyPr/>
        <a:lstStyle/>
        <a:p>
          <a:pPr latinLnBrk="1"/>
          <a:endParaRPr lang="ko-KR" altLang="en-US"/>
        </a:p>
      </dgm:t>
    </dgm:pt>
    <dgm:pt modelId="{E57F1746-F3A5-48F2-87A3-B84D68F26227}" type="pres">
      <dgm:prSet presAssocID="{0F3758E1-0E34-44F3-B869-C5D3C71E0386}" presName="linear" presStyleCnt="0">
        <dgm:presLayoutVars>
          <dgm:animLvl val="lvl"/>
          <dgm:resizeHandles val="exact"/>
        </dgm:presLayoutVars>
      </dgm:prSet>
      <dgm:spPr/>
    </dgm:pt>
    <dgm:pt modelId="{636BD394-76B9-4543-95C3-8CCEAE612275}" type="pres">
      <dgm:prSet presAssocID="{AA736E5C-7365-4C72-94D1-5CB1690D324F}" presName="parentText" presStyleLbl="node1" presStyleIdx="0" presStyleCnt="5" custScaleY="142811">
        <dgm:presLayoutVars>
          <dgm:chMax val="0"/>
          <dgm:bulletEnabled val="1"/>
        </dgm:presLayoutVars>
      </dgm:prSet>
      <dgm:spPr/>
    </dgm:pt>
    <dgm:pt modelId="{FBB33F3B-4CBD-496C-A951-F4887E1C434A}" type="pres">
      <dgm:prSet presAssocID="{DA542E82-F661-4379-A78A-693F9FE26BBB}" presName="spacer" presStyleCnt="0"/>
      <dgm:spPr/>
    </dgm:pt>
    <dgm:pt modelId="{6A23906C-92CA-45C1-88A8-D81E5CF7DF8E}" type="pres">
      <dgm:prSet presAssocID="{CE3344AB-2081-470A-90D8-42A56764EC86}" presName="parentText" presStyleLbl="node1" presStyleIdx="1" presStyleCnt="5" custScaleY="142811">
        <dgm:presLayoutVars>
          <dgm:chMax val="0"/>
          <dgm:bulletEnabled val="1"/>
        </dgm:presLayoutVars>
      </dgm:prSet>
      <dgm:spPr/>
    </dgm:pt>
    <dgm:pt modelId="{5524195B-B512-4602-9BB2-C2CDE58CA8B8}" type="pres">
      <dgm:prSet presAssocID="{90FE1059-42C3-4CFB-A05B-B2C0CEA7F329}" presName="spacer" presStyleCnt="0"/>
      <dgm:spPr/>
    </dgm:pt>
    <dgm:pt modelId="{E55B8CAC-5F9B-496A-99C7-F1572213FC6E}" type="pres">
      <dgm:prSet presAssocID="{94921DC7-CF08-4E31-9FDF-08FC456F1B18}" presName="parentText" presStyleLbl="node1" presStyleIdx="2" presStyleCnt="5" custScaleY="142811">
        <dgm:presLayoutVars>
          <dgm:chMax val="0"/>
          <dgm:bulletEnabled val="1"/>
        </dgm:presLayoutVars>
      </dgm:prSet>
      <dgm:spPr/>
    </dgm:pt>
    <dgm:pt modelId="{E4AF6E14-6D87-4B80-B5FB-C0B74D8F87FB}" type="pres">
      <dgm:prSet presAssocID="{622BF88A-443C-4331-84FE-A6DB616B12E7}" presName="spacer" presStyleCnt="0"/>
      <dgm:spPr/>
    </dgm:pt>
    <dgm:pt modelId="{1CA362E6-76D9-4383-B64A-13DCBEFF1185}" type="pres">
      <dgm:prSet presAssocID="{9B8AB370-8804-4735-A5F6-D7DDB75BCD37}" presName="parentText" presStyleLbl="node1" presStyleIdx="3" presStyleCnt="5" custScaleY="142811">
        <dgm:presLayoutVars>
          <dgm:chMax val="0"/>
          <dgm:bulletEnabled val="1"/>
        </dgm:presLayoutVars>
      </dgm:prSet>
      <dgm:spPr/>
    </dgm:pt>
    <dgm:pt modelId="{3BB0D15B-4F66-4D16-A305-10BFEECC4680}" type="pres">
      <dgm:prSet presAssocID="{B68BB9E9-9E3E-4A04-917D-B7CC279E02D4}" presName="spacer" presStyleCnt="0"/>
      <dgm:spPr/>
    </dgm:pt>
    <dgm:pt modelId="{1C33EC17-9DA3-4C31-87D0-8CD7209680E1}" type="pres">
      <dgm:prSet presAssocID="{2914354F-F5B5-4AA6-81E6-09DA698D02C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978E524-8B6E-4ED3-AB00-264C5384B12E}" type="presOf" srcId="{9B8AB370-8804-4735-A5F6-D7DDB75BCD37}" destId="{1CA362E6-76D9-4383-B64A-13DCBEFF1185}" srcOrd="0" destOrd="0" presId="urn:microsoft.com/office/officeart/2005/8/layout/vList2"/>
    <dgm:cxn modelId="{717E1342-B73E-4C67-AE27-5C6028FFC061}" srcId="{0F3758E1-0E34-44F3-B869-C5D3C71E0386}" destId="{2914354F-F5B5-4AA6-81E6-09DA698D02CE}" srcOrd="4" destOrd="0" parTransId="{DD3B76B5-B151-4DC8-BA50-6BA2AB89F3E5}" sibTransId="{EDACEEF2-581A-40DC-91DA-4FCA3CA239FB}"/>
    <dgm:cxn modelId="{53CB8D44-6927-4911-A200-4D5AF1203DED}" type="presOf" srcId="{2914354F-F5B5-4AA6-81E6-09DA698D02CE}" destId="{1C33EC17-9DA3-4C31-87D0-8CD7209680E1}" srcOrd="0" destOrd="0" presId="urn:microsoft.com/office/officeart/2005/8/layout/vList2"/>
    <dgm:cxn modelId="{C5ACC164-AB47-4A53-9499-14B18583037E}" srcId="{0F3758E1-0E34-44F3-B869-C5D3C71E0386}" destId="{94921DC7-CF08-4E31-9FDF-08FC456F1B18}" srcOrd="2" destOrd="0" parTransId="{05569D24-DCD9-4303-8F82-451575AC6C17}" sibTransId="{622BF88A-443C-4331-84FE-A6DB616B12E7}"/>
    <dgm:cxn modelId="{63F4D159-A451-47E7-BA64-EEB8E6342864}" srcId="{0F3758E1-0E34-44F3-B869-C5D3C71E0386}" destId="{AA736E5C-7365-4C72-94D1-5CB1690D324F}" srcOrd="0" destOrd="0" parTransId="{BB088CB2-987C-4B8B-8DC7-5368B92B52E2}" sibTransId="{DA542E82-F661-4379-A78A-693F9FE26BBB}"/>
    <dgm:cxn modelId="{1D53097A-0A1F-4145-A8B4-2426B1B61B05}" srcId="{0F3758E1-0E34-44F3-B869-C5D3C71E0386}" destId="{CE3344AB-2081-470A-90D8-42A56764EC86}" srcOrd="1" destOrd="0" parTransId="{00F93C90-C8B5-4656-A5CC-0D5A6AF617CE}" sibTransId="{90FE1059-42C3-4CFB-A05B-B2C0CEA7F329}"/>
    <dgm:cxn modelId="{B093AF9C-3817-4E8B-8CB9-E7E437A916F7}" type="presOf" srcId="{0F3758E1-0E34-44F3-B869-C5D3C71E0386}" destId="{E57F1746-F3A5-48F2-87A3-B84D68F26227}" srcOrd="0" destOrd="0" presId="urn:microsoft.com/office/officeart/2005/8/layout/vList2"/>
    <dgm:cxn modelId="{F63D769E-4014-408E-B721-2747334D3B93}" type="presOf" srcId="{CE3344AB-2081-470A-90D8-42A56764EC86}" destId="{6A23906C-92CA-45C1-88A8-D81E5CF7DF8E}" srcOrd="0" destOrd="0" presId="urn:microsoft.com/office/officeart/2005/8/layout/vList2"/>
    <dgm:cxn modelId="{33FF6CB0-0193-42ED-9F37-38AC758DC2A7}" type="presOf" srcId="{94921DC7-CF08-4E31-9FDF-08FC456F1B18}" destId="{E55B8CAC-5F9B-496A-99C7-F1572213FC6E}" srcOrd="0" destOrd="0" presId="urn:microsoft.com/office/officeart/2005/8/layout/vList2"/>
    <dgm:cxn modelId="{E9F569C3-AE66-46F5-B0EC-EF381A361032}" srcId="{0F3758E1-0E34-44F3-B869-C5D3C71E0386}" destId="{9B8AB370-8804-4735-A5F6-D7DDB75BCD37}" srcOrd="3" destOrd="0" parTransId="{5B3E1572-F1DD-4197-80CE-A318DB15902F}" sibTransId="{B68BB9E9-9E3E-4A04-917D-B7CC279E02D4}"/>
    <dgm:cxn modelId="{A17F26E8-AAB6-4120-ACD3-3EF6407787C2}" type="presOf" srcId="{AA736E5C-7365-4C72-94D1-5CB1690D324F}" destId="{636BD394-76B9-4543-95C3-8CCEAE612275}" srcOrd="0" destOrd="0" presId="urn:microsoft.com/office/officeart/2005/8/layout/vList2"/>
    <dgm:cxn modelId="{73379743-A7E5-4317-9DB7-A785A4DE75EA}" type="presParOf" srcId="{E57F1746-F3A5-48F2-87A3-B84D68F26227}" destId="{636BD394-76B9-4543-95C3-8CCEAE612275}" srcOrd="0" destOrd="0" presId="urn:microsoft.com/office/officeart/2005/8/layout/vList2"/>
    <dgm:cxn modelId="{134BE6F9-BABF-4084-892C-E0A029B536AC}" type="presParOf" srcId="{E57F1746-F3A5-48F2-87A3-B84D68F26227}" destId="{FBB33F3B-4CBD-496C-A951-F4887E1C434A}" srcOrd="1" destOrd="0" presId="urn:microsoft.com/office/officeart/2005/8/layout/vList2"/>
    <dgm:cxn modelId="{B106943A-6A3F-4C35-9894-F0F6461607E1}" type="presParOf" srcId="{E57F1746-F3A5-48F2-87A3-B84D68F26227}" destId="{6A23906C-92CA-45C1-88A8-D81E5CF7DF8E}" srcOrd="2" destOrd="0" presId="urn:microsoft.com/office/officeart/2005/8/layout/vList2"/>
    <dgm:cxn modelId="{7840ACA6-A708-4320-807F-8D1A00CEE46B}" type="presParOf" srcId="{E57F1746-F3A5-48F2-87A3-B84D68F26227}" destId="{5524195B-B512-4602-9BB2-C2CDE58CA8B8}" srcOrd="3" destOrd="0" presId="urn:microsoft.com/office/officeart/2005/8/layout/vList2"/>
    <dgm:cxn modelId="{CB60B43F-4F24-4FBC-861B-1880DF1BF4DA}" type="presParOf" srcId="{E57F1746-F3A5-48F2-87A3-B84D68F26227}" destId="{E55B8CAC-5F9B-496A-99C7-F1572213FC6E}" srcOrd="4" destOrd="0" presId="urn:microsoft.com/office/officeart/2005/8/layout/vList2"/>
    <dgm:cxn modelId="{890EBB00-25FC-4648-B15D-B26E9741A1FF}" type="presParOf" srcId="{E57F1746-F3A5-48F2-87A3-B84D68F26227}" destId="{E4AF6E14-6D87-4B80-B5FB-C0B74D8F87FB}" srcOrd="5" destOrd="0" presId="urn:microsoft.com/office/officeart/2005/8/layout/vList2"/>
    <dgm:cxn modelId="{2B002B72-CD4D-463D-BD3A-98515932BDE1}" type="presParOf" srcId="{E57F1746-F3A5-48F2-87A3-B84D68F26227}" destId="{1CA362E6-76D9-4383-B64A-13DCBEFF1185}" srcOrd="6" destOrd="0" presId="urn:microsoft.com/office/officeart/2005/8/layout/vList2"/>
    <dgm:cxn modelId="{873D3BEE-7BD7-4BCA-8208-861CE4EC9E28}" type="presParOf" srcId="{E57F1746-F3A5-48F2-87A3-B84D68F26227}" destId="{3BB0D15B-4F66-4D16-A305-10BFEECC4680}" srcOrd="7" destOrd="0" presId="urn:microsoft.com/office/officeart/2005/8/layout/vList2"/>
    <dgm:cxn modelId="{A1C9B430-3A1F-47C3-9940-AA432F02DA53}" type="presParOf" srcId="{E57F1746-F3A5-48F2-87A3-B84D68F26227}" destId="{1C33EC17-9DA3-4C31-87D0-8CD7209680E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5F23BA9-8E7E-475C-AB4A-EE48C5804DF1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pPr latinLnBrk="1"/>
          <a:endParaRPr lang="ko-KR" altLang="en-US"/>
        </a:p>
      </dgm:t>
    </dgm:pt>
    <dgm:pt modelId="{EEA92C85-8DB0-4ED5-BBEC-C58D88E16991}">
      <dgm:prSet/>
      <dgm:spPr/>
      <dgm:t>
        <a:bodyPr/>
        <a:lstStyle/>
        <a:p>
          <a:pPr latinLnBrk="1"/>
          <a:r>
            <a:rPr lang="ko-KR" baseline="0" dirty="0" err="1"/>
            <a:t>합성곱</a:t>
          </a:r>
          <a:r>
            <a:rPr lang="ko-KR" baseline="0" dirty="0"/>
            <a:t> 신경망 </a:t>
          </a:r>
          <a:r>
            <a:rPr lang="en-US" baseline="0" dirty="0"/>
            <a:t>(CNN, Convolutional Neural Network) </a:t>
          </a:r>
          <a:endParaRPr lang="ko-KR" dirty="0"/>
        </a:p>
      </dgm:t>
    </dgm:pt>
    <dgm:pt modelId="{041779CB-3608-46A4-98F5-BF5CFA5C99A2}" type="parTrans" cxnId="{2E0FC356-D4BE-45DA-9159-9D691E12A408}">
      <dgm:prSet/>
      <dgm:spPr/>
      <dgm:t>
        <a:bodyPr/>
        <a:lstStyle/>
        <a:p>
          <a:pPr latinLnBrk="1"/>
          <a:endParaRPr lang="ko-KR" altLang="en-US"/>
        </a:p>
      </dgm:t>
    </dgm:pt>
    <dgm:pt modelId="{8F6B5AFF-EBD8-4C0C-9264-F737D07AE41C}" type="sibTrans" cxnId="{2E0FC356-D4BE-45DA-9159-9D691E12A408}">
      <dgm:prSet/>
      <dgm:spPr/>
      <dgm:t>
        <a:bodyPr/>
        <a:lstStyle/>
        <a:p>
          <a:pPr latinLnBrk="1"/>
          <a:endParaRPr lang="ko-KR" altLang="en-US"/>
        </a:p>
      </dgm:t>
    </dgm:pt>
    <dgm:pt modelId="{CBD27903-2E3E-41D3-9031-5432D9AEE7D5}">
      <dgm:prSet/>
      <dgm:spPr/>
      <dgm:t>
        <a:bodyPr/>
        <a:lstStyle/>
        <a:p>
          <a:pPr latinLnBrk="1"/>
          <a:r>
            <a:rPr lang="ko-KR" baseline="0"/>
            <a:t>순환 신경망</a:t>
          </a:r>
          <a:r>
            <a:rPr lang="en-US" baseline="0"/>
            <a:t>(RNN, Recurrent Neural Network)</a:t>
          </a:r>
          <a:endParaRPr lang="ko-KR"/>
        </a:p>
      </dgm:t>
    </dgm:pt>
    <dgm:pt modelId="{CE976E33-31F4-4064-882A-DF625F15628F}" type="parTrans" cxnId="{FADADB04-553D-4C53-8708-3E37DB689329}">
      <dgm:prSet/>
      <dgm:spPr/>
      <dgm:t>
        <a:bodyPr/>
        <a:lstStyle/>
        <a:p>
          <a:pPr latinLnBrk="1"/>
          <a:endParaRPr lang="ko-KR" altLang="en-US"/>
        </a:p>
      </dgm:t>
    </dgm:pt>
    <dgm:pt modelId="{639A8BCC-80A4-40E6-AF9D-BAD0AD368683}" type="sibTrans" cxnId="{FADADB04-553D-4C53-8708-3E37DB689329}">
      <dgm:prSet/>
      <dgm:spPr/>
      <dgm:t>
        <a:bodyPr/>
        <a:lstStyle/>
        <a:p>
          <a:pPr latinLnBrk="1"/>
          <a:endParaRPr lang="ko-KR" altLang="en-US"/>
        </a:p>
      </dgm:t>
    </dgm:pt>
    <dgm:pt modelId="{2A305FCA-03D9-48CC-A610-1ABED7A25000}">
      <dgm:prSet/>
      <dgm:spPr/>
      <dgm:t>
        <a:bodyPr/>
        <a:lstStyle/>
        <a:p>
          <a:pPr latinLnBrk="1"/>
          <a:r>
            <a:rPr lang="ko-KR" baseline="0"/>
            <a:t>생성적 적대 신경망</a:t>
          </a:r>
          <a:r>
            <a:rPr lang="en-US" baseline="0"/>
            <a:t>(GAN, Generative Adversarial Network) </a:t>
          </a:r>
          <a:endParaRPr lang="ko-KR"/>
        </a:p>
      </dgm:t>
    </dgm:pt>
    <dgm:pt modelId="{36D8F16C-9526-4E26-810C-0A323E3C46A3}" type="parTrans" cxnId="{A87EAE68-F496-4821-9B19-F50DB09333E7}">
      <dgm:prSet/>
      <dgm:spPr/>
      <dgm:t>
        <a:bodyPr/>
        <a:lstStyle/>
        <a:p>
          <a:pPr latinLnBrk="1"/>
          <a:endParaRPr lang="ko-KR" altLang="en-US"/>
        </a:p>
      </dgm:t>
    </dgm:pt>
    <dgm:pt modelId="{7B28C63C-B4E4-4250-9F52-D1FDDD37A8C5}" type="sibTrans" cxnId="{A87EAE68-F496-4821-9B19-F50DB09333E7}">
      <dgm:prSet/>
      <dgm:spPr/>
      <dgm:t>
        <a:bodyPr/>
        <a:lstStyle/>
        <a:p>
          <a:pPr latinLnBrk="1"/>
          <a:endParaRPr lang="ko-KR" altLang="en-US"/>
        </a:p>
      </dgm:t>
    </dgm:pt>
    <dgm:pt modelId="{489DC654-00B6-404C-AE1B-5A42649B5118}">
      <dgm:prSet/>
      <dgm:spPr/>
      <dgm:t>
        <a:bodyPr/>
        <a:lstStyle/>
        <a:p>
          <a:pPr latinLnBrk="1"/>
          <a:r>
            <a:rPr lang="ko-KR" baseline="0" dirty="0"/>
            <a:t>강화 학습</a:t>
          </a:r>
          <a:r>
            <a:rPr lang="en-US" baseline="0" dirty="0"/>
            <a:t>(RL, Reinforcement Learning)</a:t>
          </a:r>
          <a:endParaRPr lang="ko-KR" dirty="0"/>
        </a:p>
      </dgm:t>
    </dgm:pt>
    <dgm:pt modelId="{69415442-6360-48BB-8B16-9690585AA170}" type="parTrans" cxnId="{D928DB4C-D3EC-47F3-A192-4DC584EB2F53}">
      <dgm:prSet/>
      <dgm:spPr/>
      <dgm:t>
        <a:bodyPr/>
        <a:lstStyle/>
        <a:p>
          <a:pPr latinLnBrk="1"/>
          <a:endParaRPr lang="ko-KR" altLang="en-US"/>
        </a:p>
      </dgm:t>
    </dgm:pt>
    <dgm:pt modelId="{51AE98B0-D57D-4E26-981B-95405742DD0F}" type="sibTrans" cxnId="{D928DB4C-D3EC-47F3-A192-4DC584EB2F53}">
      <dgm:prSet/>
      <dgm:spPr/>
      <dgm:t>
        <a:bodyPr/>
        <a:lstStyle/>
        <a:p>
          <a:pPr latinLnBrk="1"/>
          <a:endParaRPr lang="ko-KR" altLang="en-US"/>
        </a:p>
      </dgm:t>
    </dgm:pt>
    <dgm:pt modelId="{F22D98CC-CD29-4AAD-B4F4-45A0D1C1E645}">
      <dgm:prSet/>
      <dgm:spPr/>
      <dgm:t>
        <a:bodyPr/>
        <a:lstStyle/>
        <a:p>
          <a:pPr latinLnBrk="1"/>
          <a:r>
            <a:rPr lang="ko-KR" baseline="0" dirty="0"/>
            <a:t>트랜스포머</a:t>
          </a:r>
          <a:r>
            <a:rPr lang="en-US" baseline="0" dirty="0"/>
            <a:t>(Transformer)</a:t>
          </a:r>
          <a:endParaRPr lang="ko-KR" dirty="0"/>
        </a:p>
      </dgm:t>
    </dgm:pt>
    <dgm:pt modelId="{F6B75D00-82A0-40AA-B472-BC3BEAF930C8}" type="parTrans" cxnId="{37546ACC-06E2-4678-B9FB-55FCE186B9AD}">
      <dgm:prSet/>
      <dgm:spPr/>
      <dgm:t>
        <a:bodyPr/>
        <a:lstStyle/>
        <a:p>
          <a:pPr latinLnBrk="1"/>
          <a:endParaRPr lang="ko-KR" altLang="en-US"/>
        </a:p>
      </dgm:t>
    </dgm:pt>
    <dgm:pt modelId="{A2606C21-1B5F-4800-9AAE-484726824336}" type="sibTrans" cxnId="{37546ACC-06E2-4678-B9FB-55FCE186B9AD}">
      <dgm:prSet/>
      <dgm:spPr/>
      <dgm:t>
        <a:bodyPr/>
        <a:lstStyle/>
        <a:p>
          <a:pPr latinLnBrk="1"/>
          <a:endParaRPr lang="ko-KR" altLang="en-US"/>
        </a:p>
      </dgm:t>
    </dgm:pt>
    <dgm:pt modelId="{7E048EB1-B62F-4667-9C98-B60864FB5E49}">
      <dgm:prSet/>
      <dgm:spPr/>
      <dgm:t>
        <a:bodyPr/>
        <a:lstStyle/>
        <a:p>
          <a:pPr latinLnBrk="1"/>
          <a:endParaRPr lang="ko-KR" dirty="0"/>
        </a:p>
      </dgm:t>
    </dgm:pt>
    <dgm:pt modelId="{D81D0F3E-291F-47AE-AE77-E5537213227F}" type="parTrans" cxnId="{2B1D2DFE-6F00-4970-BC79-F0BC42FB69EA}">
      <dgm:prSet/>
      <dgm:spPr/>
      <dgm:t>
        <a:bodyPr/>
        <a:lstStyle/>
        <a:p>
          <a:pPr latinLnBrk="1"/>
          <a:endParaRPr lang="ko-KR" altLang="en-US"/>
        </a:p>
      </dgm:t>
    </dgm:pt>
    <dgm:pt modelId="{1F1CE8E9-54FD-4335-A3AA-D105E5F87E2D}" type="sibTrans" cxnId="{2B1D2DFE-6F00-4970-BC79-F0BC42FB69EA}">
      <dgm:prSet/>
      <dgm:spPr/>
      <dgm:t>
        <a:bodyPr/>
        <a:lstStyle/>
        <a:p>
          <a:pPr latinLnBrk="1"/>
          <a:endParaRPr lang="ko-KR" altLang="en-US"/>
        </a:p>
      </dgm:t>
    </dgm:pt>
    <dgm:pt modelId="{A782ADDC-E28A-4F65-84B4-EAB30DC8ADB2}" type="pres">
      <dgm:prSet presAssocID="{B5F23BA9-8E7E-475C-AB4A-EE48C5804DF1}" presName="linear" presStyleCnt="0">
        <dgm:presLayoutVars>
          <dgm:animLvl val="lvl"/>
          <dgm:resizeHandles val="exact"/>
        </dgm:presLayoutVars>
      </dgm:prSet>
      <dgm:spPr/>
    </dgm:pt>
    <dgm:pt modelId="{821CB0D0-47BF-4CCD-BD8C-B6B64148F486}" type="pres">
      <dgm:prSet presAssocID="{EEA92C85-8DB0-4ED5-BBEC-C58D88E1699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48A49F7-F003-4C23-9696-DED86C7C5C1C}" type="pres">
      <dgm:prSet presAssocID="{8F6B5AFF-EBD8-4C0C-9264-F737D07AE41C}" presName="spacer" presStyleCnt="0"/>
      <dgm:spPr/>
    </dgm:pt>
    <dgm:pt modelId="{C749161C-5AA5-4BAA-A6C5-655AE339EA75}" type="pres">
      <dgm:prSet presAssocID="{CBD27903-2E3E-41D3-9031-5432D9AEE7D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B6DC532-E47D-4ED6-A7DE-92AFB7A35360}" type="pres">
      <dgm:prSet presAssocID="{639A8BCC-80A4-40E6-AF9D-BAD0AD368683}" presName="spacer" presStyleCnt="0"/>
      <dgm:spPr/>
    </dgm:pt>
    <dgm:pt modelId="{4C7EDC73-BFBC-47FB-AAFA-3606AFA224B0}" type="pres">
      <dgm:prSet presAssocID="{2A305FCA-03D9-48CC-A610-1ABED7A2500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4E75DD6-BB18-4436-B8E5-A9259FF36362}" type="pres">
      <dgm:prSet presAssocID="{7B28C63C-B4E4-4250-9F52-D1FDDD37A8C5}" presName="spacer" presStyleCnt="0"/>
      <dgm:spPr/>
    </dgm:pt>
    <dgm:pt modelId="{9D93D13A-5623-4774-A059-CE6D6E1F2D0C}" type="pres">
      <dgm:prSet presAssocID="{489DC654-00B6-404C-AE1B-5A42649B511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99F3FB8-D7D0-469E-BDF2-AFC52C7D448B}" type="pres">
      <dgm:prSet presAssocID="{51AE98B0-D57D-4E26-981B-95405742DD0F}" presName="spacer" presStyleCnt="0"/>
      <dgm:spPr/>
    </dgm:pt>
    <dgm:pt modelId="{E0333FEF-EE03-479E-AFE2-74B7CBEE18E8}" type="pres">
      <dgm:prSet presAssocID="{F22D98CC-CD29-4AAD-B4F4-45A0D1C1E64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88BC1CC-A73D-4DB6-A33C-6C06575CD4E5}" type="pres">
      <dgm:prSet presAssocID="{F22D98CC-CD29-4AAD-B4F4-45A0D1C1E64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ADADB04-553D-4C53-8708-3E37DB689329}" srcId="{B5F23BA9-8E7E-475C-AB4A-EE48C5804DF1}" destId="{CBD27903-2E3E-41D3-9031-5432D9AEE7D5}" srcOrd="1" destOrd="0" parTransId="{CE976E33-31F4-4064-882A-DF625F15628F}" sibTransId="{639A8BCC-80A4-40E6-AF9D-BAD0AD368683}"/>
    <dgm:cxn modelId="{A87EAE68-F496-4821-9B19-F50DB09333E7}" srcId="{B5F23BA9-8E7E-475C-AB4A-EE48C5804DF1}" destId="{2A305FCA-03D9-48CC-A610-1ABED7A25000}" srcOrd="2" destOrd="0" parTransId="{36D8F16C-9526-4E26-810C-0A323E3C46A3}" sibTransId="{7B28C63C-B4E4-4250-9F52-D1FDDD37A8C5}"/>
    <dgm:cxn modelId="{D928DB4C-D3EC-47F3-A192-4DC584EB2F53}" srcId="{B5F23BA9-8E7E-475C-AB4A-EE48C5804DF1}" destId="{489DC654-00B6-404C-AE1B-5A42649B5118}" srcOrd="3" destOrd="0" parTransId="{69415442-6360-48BB-8B16-9690585AA170}" sibTransId="{51AE98B0-D57D-4E26-981B-95405742DD0F}"/>
    <dgm:cxn modelId="{2E0FC356-D4BE-45DA-9159-9D691E12A408}" srcId="{B5F23BA9-8E7E-475C-AB4A-EE48C5804DF1}" destId="{EEA92C85-8DB0-4ED5-BBEC-C58D88E16991}" srcOrd="0" destOrd="0" parTransId="{041779CB-3608-46A4-98F5-BF5CFA5C99A2}" sibTransId="{8F6B5AFF-EBD8-4C0C-9264-F737D07AE41C}"/>
    <dgm:cxn modelId="{8D540481-DA49-474F-BD64-8F0DF341FF5A}" type="presOf" srcId="{F22D98CC-CD29-4AAD-B4F4-45A0D1C1E645}" destId="{E0333FEF-EE03-479E-AFE2-74B7CBEE18E8}" srcOrd="0" destOrd="0" presId="urn:microsoft.com/office/officeart/2005/8/layout/vList2"/>
    <dgm:cxn modelId="{D326C091-4C46-49FB-9BE8-FDE8FCDA9E74}" type="presOf" srcId="{B5F23BA9-8E7E-475C-AB4A-EE48C5804DF1}" destId="{A782ADDC-E28A-4F65-84B4-EAB30DC8ADB2}" srcOrd="0" destOrd="0" presId="urn:microsoft.com/office/officeart/2005/8/layout/vList2"/>
    <dgm:cxn modelId="{DE9A66A0-0FF7-4460-89F5-09DC14E6846D}" type="presOf" srcId="{2A305FCA-03D9-48CC-A610-1ABED7A25000}" destId="{4C7EDC73-BFBC-47FB-AAFA-3606AFA224B0}" srcOrd="0" destOrd="0" presId="urn:microsoft.com/office/officeart/2005/8/layout/vList2"/>
    <dgm:cxn modelId="{DF3AB5C4-09D2-43EB-A25E-DB69F8E3F3A8}" type="presOf" srcId="{EEA92C85-8DB0-4ED5-BBEC-C58D88E16991}" destId="{821CB0D0-47BF-4CCD-BD8C-B6B64148F486}" srcOrd="0" destOrd="0" presId="urn:microsoft.com/office/officeart/2005/8/layout/vList2"/>
    <dgm:cxn modelId="{37546ACC-06E2-4678-B9FB-55FCE186B9AD}" srcId="{B5F23BA9-8E7E-475C-AB4A-EE48C5804DF1}" destId="{F22D98CC-CD29-4AAD-B4F4-45A0D1C1E645}" srcOrd="4" destOrd="0" parTransId="{F6B75D00-82A0-40AA-B472-BC3BEAF930C8}" sibTransId="{A2606C21-1B5F-4800-9AAE-484726824336}"/>
    <dgm:cxn modelId="{328BE1CF-EC0A-4061-9079-EE64F8E25ED0}" type="presOf" srcId="{489DC654-00B6-404C-AE1B-5A42649B5118}" destId="{9D93D13A-5623-4774-A059-CE6D6E1F2D0C}" srcOrd="0" destOrd="0" presId="urn:microsoft.com/office/officeart/2005/8/layout/vList2"/>
    <dgm:cxn modelId="{C32BE2F1-2EA7-4CD4-9D9C-8D473F6FEB39}" type="presOf" srcId="{7E048EB1-B62F-4667-9C98-B60864FB5E49}" destId="{188BC1CC-A73D-4DB6-A33C-6C06575CD4E5}" srcOrd="0" destOrd="0" presId="urn:microsoft.com/office/officeart/2005/8/layout/vList2"/>
    <dgm:cxn modelId="{3C9B91F9-A601-4C27-8811-2E762AA75D01}" type="presOf" srcId="{CBD27903-2E3E-41D3-9031-5432D9AEE7D5}" destId="{C749161C-5AA5-4BAA-A6C5-655AE339EA75}" srcOrd="0" destOrd="0" presId="urn:microsoft.com/office/officeart/2005/8/layout/vList2"/>
    <dgm:cxn modelId="{2B1D2DFE-6F00-4970-BC79-F0BC42FB69EA}" srcId="{F22D98CC-CD29-4AAD-B4F4-45A0D1C1E645}" destId="{7E048EB1-B62F-4667-9C98-B60864FB5E49}" srcOrd="0" destOrd="0" parTransId="{D81D0F3E-291F-47AE-AE77-E5537213227F}" sibTransId="{1F1CE8E9-54FD-4335-A3AA-D105E5F87E2D}"/>
    <dgm:cxn modelId="{E2D81C58-1F28-4708-AE43-3114ECFCB54A}" type="presParOf" srcId="{A782ADDC-E28A-4F65-84B4-EAB30DC8ADB2}" destId="{821CB0D0-47BF-4CCD-BD8C-B6B64148F486}" srcOrd="0" destOrd="0" presId="urn:microsoft.com/office/officeart/2005/8/layout/vList2"/>
    <dgm:cxn modelId="{6B7AE40A-B667-4D55-A292-4900F5BED38A}" type="presParOf" srcId="{A782ADDC-E28A-4F65-84B4-EAB30DC8ADB2}" destId="{648A49F7-F003-4C23-9696-DED86C7C5C1C}" srcOrd="1" destOrd="0" presId="urn:microsoft.com/office/officeart/2005/8/layout/vList2"/>
    <dgm:cxn modelId="{A7A42B8C-D83D-417B-92F2-A657858CD832}" type="presParOf" srcId="{A782ADDC-E28A-4F65-84B4-EAB30DC8ADB2}" destId="{C749161C-5AA5-4BAA-A6C5-655AE339EA75}" srcOrd="2" destOrd="0" presId="urn:microsoft.com/office/officeart/2005/8/layout/vList2"/>
    <dgm:cxn modelId="{E49E5E86-0258-4ADD-8849-7AADA367984A}" type="presParOf" srcId="{A782ADDC-E28A-4F65-84B4-EAB30DC8ADB2}" destId="{6B6DC532-E47D-4ED6-A7DE-92AFB7A35360}" srcOrd="3" destOrd="0" presId="urn:microsoft.com/office/officeart/2005/8/layout/vList2"/>
    <dgm:cxn modelId="{95684B93-28AF-4F3D-8BC8-F8AAB832B084}" type="presParOf" srcId="{A782ADDC-E28A-4F65-84B4-EAB30DC8ADB2}" destId="{4C7EDC73-BFBC-47FB-AAFA-3606AFA224B0}" srcOrd="4" destOrd="0" presId="urn:microsoft.com/office/officeart/2005/8/layout/vList2"/>
    <dgm:cxn modelId="{743D4D7B-D369-4CD4-84AF-474ED67E3E2A}" type="presParOf" srcId="{A782ADDC-E28A-4F65-84B4-EAB30DC8ADB2}" destId="{64E75DD6-BB18-4436-B8E5-A9259FF36362}" srcOrd="5" destOrd="0" presId="urn:microsoft.com/office/officeart/2005/8/layout/vList2"/>
    <dgm:cxn modelId="{81532F68-D7BB-4F0A-802C-BA624B0D4265}" type="presParOf" srcId="{A782ADDC-E28A-4F65-84B4-EAB30DC8ADB2}" destId="{9D93D13A-5623-4774-A059-CE6D6E1F2D0C}" srcOrd="6" destOrd="0" presId="urn:microsoft.com/office/officeart/2005/8/layout/vList2"/>
    <dgm:cxn modelId="{7354B4B0-750D-44A6-B68B-E252063B95A7}" type="presParOf" srcId="{A782ADDC-E28A-4F65-84B4-EAB30DC8ADB2}" destId="{399F3FB8-D7D0-469E-BDF2-AFC52C7D448B}" srcOrd="7" destOrd="0" presId="urn:microsoft.com/office/officeart/2005/8/layout/vList2"/>
    <dgm:cxn modelId="{F61792AD-524A-4837-B488-5A99FD80D687}" type="presParOf" srcId="{A782ADDC-E28A-4F65-84B4-EAB30DC8ADB2}" destId="{E0333FEF-EE03-479E-AFE2-74B7CBEE18E8}" srcOrd="8" destOrd="0" presId="urn:microsoft.com/office/officeart/2005/8/layout/vList2"/>
    <dgm:cxn modelId="{F5EC7AAF-6AD6-4D2C-8280-CEEEC759D5BA}" type="presParOf" srcId="{A782ADDC-E28A-4F65-84B4-EAB30DC8ADB2}" destId="{188BC1CC-A73D-4DB6-A33C-6C06575CD4E5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F3758E1-0E34-44F3-B869-C5D3C71E0386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pPr latinLnBrk="1"/>
          <a:endParaRPr lang="ko-KR" altLang="en-US"/>
        </a:p>
      </dgm:t>
    </dgm:pt>
    <dgm:pt modelId="{AA736E5C-7365-4C72-94D1-5CB1690D324F}">
      <dgm:prSet/>
      <dgm:spPr/>
      <dgm:t>
        <a:bodyPr/>
        <a:lstStyle/>
        <a:p>
          <a:pPr latinLnBrk="1"/>
          <a:r>
            <a:rPr lang="ko-KR" baseline="0"/>
            <a:t>자연어 처리</a:t>
          </a:r>
          <a:r>
            <a:rPr lang="en-US" baseline="0"/>
            <a:t>(Natural Language Processing, NLP)</a:t>
          </a:r>
          <a:endParaRPr lang="ko-KR"/>
        </a:p>
      </dgm:t>
    </dgm:pt>
    <dgm:pt modelId="{BB088CB2-987C-4B8B-8DC7-5368B92B52E2}" type="parTrans" cxnId="{63F4D159-A451-47E7-BA64-EEB8E6342864}">
      <dgm:prSet/>
      <dgm:spPr/>
      <dgm:t>
        <a:bodyPr/>
        <a:lstStyle/>
        <a:p>
          <a:pPr latinLnBrk="1"/>
          <a:endParaRPr lang="ko-KR" altLang="en-US"/>
        </a:p>
      </dgm:t>
    </dgm:pt>
    <dgm:pt modelId="{DA542E82-F661-4379-A78A-693F9FE26BBB}" type="sibTrans" cxnId="{63F4D159-A451-47E7-BA64-EEB8E6342864}">
      <dgm:prSet/>
      <dgm:spPr/>
      <dgm:t>
        <a:bodyPr/>
        <a:lstStyle/>
        <a:p>
          <a:pPr latinLnBrk="1"/>
          <a:endParaRPr lang="ko-KR" altLang="en-US"/>
        </a:p>
      </dgm:t>
    </dgm:pt>
    <dgm:pt modelId="{9042FDFB-E134-433F-9BC3-70FD3A1C16B2}">
      <dgm:prSet/>
      <dgm:spPr/>
      <dgm:t>
        <a:bodyPr/>
        <a:lstStyle/>
        <a:p>
          <a:pPr latinLnBrk="1"/>
          <a:r>
            <a:rPr lang="ko-KR" baseline="0"/>
            <a:t>컴퓨터 시각</a:t>
          </a:r>
          <a:r>
            <a:rPr lang="en-US" baseline="0"/>
            <a:t>(Computer Vision, CV)</a:t>
          </a:r>
          <a:endParaRPr lang="ko-KR"/>
        </a:p>
      </dgm:t>
    </dgm:pt>
    <dgm:pt modelId="{0382600F-3010-48E2-857A-968D38B82FF4}" type="parTrans" cxnId="{3A82BB23-70E9-4249-8406-3CF63385331B}">
      <dgm:prSet/>
      <dgm:spPr/>
      <dgm:t>
        <a:bodyPr/>
        <a:lstStyle/>
        <a:p>
          <a:pPr latinLnBrk="1"/>
          <a:endParaRPr lang="ko-KR" altLang="en-US"/>
        </a:p>
      </dgm:t>
    </dgm:pt>
    <dgm:pt modelId="{23DF3A00-C946-46E3-88E8-0F390D956800}" type="sibTrans" cxnId="{3A82BB23-70E9-4249-8406-3CF63385331B}">
      <dgm:prSet/>
      <dgm:spPr/>
      <dgm:t>
        <a:bodyPr/>
        <a:lstStyle/>
        <a:p>
          <a:pPr latinLnBrk="1"/>
          <a:endParaRPr lang="ko-KR" altLang="en-US"/>
        </a:p>
      </dgm:t>
    </dgm:pt>
    <dgm:pt modelId="{1CB51F30-ADB2-48F6-BD16-77D7C8FDCCEA}">
      <dgm:prSet/>
      <dgm:spPr/>
      <dgm:t>
        <a:bodyPr/>
        <a:lstStyle/>
        <a:p>
          <a:pPr latinLnBrk="1"/>
          <a:r>
            <a:rPr lang="ko-KR" baseline="0"/>
            <a:t>로봇공학</a:t>
          </a:r>
          <a:r>
            <a:rPr lang="en-US" baseline="0"/>
            <a:t>(Robotics)</a:t>
          </a:r>
          <a:endParaRPr lang="ko-KR"/>
        </a:p>
      </dgm:t>
    </dgm:pt>
    <dgm:pt modelId="{0C9C5386-A5C3-4F71-810A-712CE68B3DB3}" type="parTrans" cxnId="{728E6FB1-566F-4C01-B022-6EBCEDF7D3E2}">
      <dgm:prSet/>
      <dgm:spPr/>
      <dgm:t>
        <a:bodyPr/>
        <a:lstStyle/>
        <a:p>
          <a:pPr latinLnBrk="1"/>
          <a:endParaRPr lang="ko-KR" altLang="en-US"/>
        </a:p>
      </dgm:t>
    </dgm:pt>
    <dgm:pt modelId="{32AAF4DC-2334-4E17-A5C2-41B5ACCA02B5}" type="sibTrans" cxnId="{728E6FB1-566F-4C01-B022-6EBCEDF7D3E2}">
      <dgm:prSet/>
      <dgm:spPr/>
      <dgm:t>
        <a:bodyPr/>
        <a:lstStyle/>
        <a:p>
          <a:pPr latinLnBrk="1"/>
          <a:endParaRPr lang="ko-KR" altLang="en-US"/>
        </a:p>
      </dgm:t>
    </dgm:pt>
    <dgm:pt modelId="{3BBA7657-C429-4FB8-997D-78DD49058865}">
      <dgm:prSet/>
      <dgm:spPr/>
      <dgm:t>
        <a:bodyPr/>
        <a:lstStyle/>
        <a:p>
          <a:pPr latinLnBrk="1"/>
          <a:r>
            <a:rPr lang="ko-KR" baseline="0"/>
            <a:t>게임</a:t>
          </a:r>
          <a:r>
            <a:rPr lang="en-US" baseline="0"/>
            <a:t>(Game)</a:t>
          </a:r>
          <a:endParaRPr lang="ko-KR"/>
        </a:p>
      </dgm:t>
    </dgm:pt>
    <dgm:pt modelId="{99A9DB65-5F60-40C7-9686-5A29EB0301DB}" type="parTrans" cxnId="{6DCEAB96-DFB0-496C-A4D4-9A5305F4A56E}">
      <dgm:prSet/>
      <dgm:spPr/>
      <dgm:t>
        <a:bodyPr/>
        <a:lstStyle/>
        <a:p>
          <a:pPr latinLnBrk="1"/>
          <a:endParaRPr lang="ko-KR" altLang="en-US"/>
        </a:p>
      </dgm:t>
    </dgm:pt>
    <dgm:pt modelId="{5182F936-C9C5-4E4F-926E-07346AA52B77}" type="sibTrans" cxnId="{6DCEAB96-DFB0-496C-A4D4-9A5305F4A56E}">
      <dgm:prSet/>
      <dgm:spPr/>
      <dgm:t>
        <a:bodyPr/>
        <a:lstStyle/>
        <a:p>
          <a:pPr latinLnBrk="1"/>
          <a:endParaRPr lang="ko-KR" altLang="en-US"/>
        </a:p>
      </dgm:t>
    </dgm:pt>
    <dgm:pt modelId="{AC08C254-77E2-469E-A2B1-D0C8E5B3BC4F}">
      <dgm:prSet/>
      <dgm:spPr/>
      <dgm:t>
        <a:bodyPr/>
        <a:lstStyle/>
        <a:p>
          <a:pPr latinLnBrk="1"/>
          <a:r>
            <a:rPr lang="ko-KR" baseline="0"/>
            <a:t>데이터 마이닝 </a:t>
          </a:r>
          <a:r>
            <a:rPr lang="en-US" baseline="0"/>
            <a:t>(Data mining)</a:t>
          </a:r>
          <a:endParaRPr lang="ko-KR"/>
        </a:p>
      </dgm:t>
    </dgm:pt>
    <dgm:pt modelId="{9CA217C0-47A0-4CCF-B8EB-015FBBC52846}" type="parTrans" cxnId="{FC141E69-DBA2-4299-8EB3-232818C24D86}">
      <dgm:prSet/>
      <dgm:spPr/>
      <dgm:t>
        <a:bodyPr/>
        <a:lstStyle/>
        <a:p>
          <a:pPr latinLnBrk="1"/>
          <a:endParaRPr lang="ko-KR" altLang="en-US"/>
        </a:p>
      </dgm:t>
    </dgm:pt>
    <dgm:pt modelId="{DA1C1FF0-E0DF-4B5F-89E0-9C4A936A942D}" type="sibTrans" cxnId="{FC141E69-DBA2-4299-8EB3-232818C24D86}">
      <dgm:prSet/>
      <dgm:spPr/>
      <dgm:t>
        <a:bodyPr/>
        <a:lstStyle/>
        <a:p>
          <a:pPr latinLnBrk="1"/>
          <a:endParaRPr lang="ko-KR" altLang="en-US"/>
        </a:p>
      </dgm:t>
    </dgm:pt>
    <dgm:pt modelId="{A47977ED-9E7E-46D5-9929-0752A653D653}">
      <dgm:prSet/>
      <dgm:spPr/>
      <dgm:t>
        <a:bodyPr/>
        <a:lstStyle/>
        <a:p>
          <a:pPr latinLnBrk="1"/>
          <a:r>
            <a:rPr lang="ko-KR" baseline="0"/>
            <a:t>패턴인식</a:t>
          </a:r>
          <a:r>
            <a:rPr lang="en-US" baseline="0"/>
            <a:t>(pattern recognition)</a:t>
          </a:r>
          <a:endParaRPr lang="ko-KR"/>
        </a:p>
      </dgm:t>
    </dgm:pt>
    <dgm:pt modelId="{7DA200CB-0D2D-4B15-B2A8-2D3A181700C6}" type="parTrans" cxnId="{E30C1752-81AC-42C8-B0A4-602D50868F36}">
      <dgm:prSet/>
      <dgm:spPr/>
      <dgm:t>
        <a:bodyPr/>
        <a:lstStyle/>
        <a:p>
          <a:pPr latinLnBrk="1"/>
          <a:endParaRPr lang="ko-KR" altLang="en-US"/>
        </a:p>
      </dgm:t>
    </dgm:pt>
    <dgm:pt modelId="{B95FD771-BB1F-416D-84C8-E596200C0E74}" type="sibTrans" cxnId="{E30C1752-81AC-42C8-B0A4-602D50868F36}">
      <dgm:prSet/>
      <dgm:spPr/>
      <dgm:t>
        <a:bodyPr/>
        <a:lstStyle/>
        <a:p>
          <a:pPr latinLnBrk="1"/>
          <a:endParaRPr lang="ko-KR" altLang="en-US"/>
        </a:p>
      </dgm:t>
    </dgm:pt>
    <dgm:pt modelId="{E57F1746-F3A5-48F2-87A3-B84D68F26227}" type="pres">
      <dgm:prSet presAssocID="{0F3758E1-0E34-44F3-B869-C5D3C71E0386}" presName="linear" presStyleCnt="0">
        <dgm:presLayoutVars>
          <dgm:animLvl val="lvl"/>
          <dgm:resizeHandles val="exact"/>
        </dgm:presLayoutVars>
      </dgm:prSet>
      <dgm:spPr/>
    </dgm:pt>
    <dgm:pt modelId="{636BD394-76B9-4543-95C3-8CCEAE612275}" type="pres">
      <dgm:prSet presAssocID="{AA736E5C-7365-4C72-94D1-5CB1690D324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BB33F3B-4CBD-496C-A951-F4887E1C434A}" type="pres">
      <dgm:prSet presAssocID="{DA542E82-F661-4379-A78A-693F9FE26BBB}" presName="spacer" presStyleCnt="0"/>
      <dgm:spPr/>
    </dgm:pt>
    <dgm:pt modelId="{5598B1DB-28AD-41E3-8AC4-BD1BEFFCC8E4}" type="pres">
      <dgm:prSet presAssocID="{9042FDFB-E134-433F-9BC3-70FD3A1C16B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9B890AC-7921-406E-9645-D5F6F3F6CF9A}" type="pres">
      <dgm:prSet presAssocID="{23DF3A00-C946-46E3-88E8-0F390D956800}" presName="spacer" presStyleCnt="0"/>
      <dgm:spPr/>
    </dgm:pt>
    <dgm:pt modelId="{B6586A84-C8B2-4D12-B0A3-29C939333F38}" type="pres">
      <dgm:prSet presAssocID="{1CB51F30-ADB2-48F6-BD16-77D7C8FDCCE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8729153-1F7C-4E73-8AAE-739A9F0B89A7}" type="pres">
      <dgm:prSet presAssocID="{32AAF4DC-2334-4E17-A5C2-41B5ACCA02B5}" presName="spacer" presStyleCnt="0"/>
      <dgm:spPr/>
    </dgm:pt>
    <dgm:pt modelId="{7996B1B4-FC3C-4EDC-B43E-138D4E130066}" type="pres">
      <dgm:prSet presAssocID="{3BBA7657-C429-4FB8-997D-78DD4905886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B56E4B8-F898-4BD4-8931-1DD459E986F1}" type="pres">
      <dgm:prSet presAssocID="{5182F936-C9C5-4E4F-926E-07346AA52B77}" presName="spacer" presStyleCnt="0"/>
      <dgm:spPr/>
    </dgm:pt>
    <dgm:pt modelId="{4A82EEF8-589B-485A-B695-FE2596F5193B}" type="pres">
      <dgm:prSet presAssocID="{AC08C254-77E2-469E-A2B1-D0C8E5B3BC4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E579E65-0B89-410F-9003-719C759E8A54}" type="pres">
      <dgm:prSet presAssocID="{DA1C1FF0-E0DF-4B5F-89E0-9C4A936A942D}" presName="spacer" presStyleCnt="0"/>
      <dgm:spPr/>
    </dgm:pt>
    <dgm:pt modelId="{77C6D5F9-07CE-487C-B62B-25AA61EFC563}" type="pres">
      <dgm:prSet presAssocID="{A47977ED-9E7E-46D5-9929-0752A653D65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8231303-9D37-47EE-B067-95FA206DD3BC}" type="presOf" srcId="{3BBA7657-C429-4FB8-997D-78DD49058865}" destId="{7996B1B4-FC3C-4EDC-B43E-138D4E130066}" srcOrd="0" destOrd="0" presId="urn:microsoft.com/office/officeart/2005/8/layout/vList2"/>
    <dgm:cxn modelId="{F1F1120B-FE35-4741-8082-EC659D36EE17}" type="presOf" srcId="{A47977ED-9E7E-46D5-9929-0752A653D653}" destId="{77C6D5F9-07CE-487C-B62B-25AA61EFC563}" srcOrd="0" destOrd="0" presId="urn:microsoft.com/office/officeart/2005/8/layout/vList2"/>
    <dgm:cxn modelId="{3A82BB23-70E9-4249-8406-3CF63385331B}" srcId="{0F3758E1-0E34-44F3-B869-C5D3C71E0386}" destId="{9042FDFB-E134-433F-9BC3-70FD3A1C16B2}" srcOrd="1" destOrd="0" parTransId="{0382600F-3010-48E2-857A-968D38B82FF4}" sibTransId="{23DF3A00-C946-46E3-88E8-0F390D956800}"/>
    <dgm:cxn modelId="{FC141E69-DBA2-4299-8EB3-232818C24D86}" srcId="{0F3758E1-0E34-44F3-B869-C5D3C71E0386}" destId="{AC08C254-77E2-469E-A2B1-D0C8E5B3BC4F}" srcOrd="4" destOrd="0" parTransId="{9CA217C0-47A0-4CCF-B8EB-015FBBC52846}" sibTransId="{DA1C1FF0-E0DF-4B5F-89E0-9C4A936A942D}"/>
    <dgm:cxn modelId="{0856966A-9552-412B-A04A-A1BD8BC53886}" type="presOf" srcId="{AC08C254-77E2-469E-A2B1-D0C8E5B3BC4F}" destId="{4A82EEF8-589B-485A-B695-FE2596F5193B}" srcOrd="0" destOrd="0" presId="urn:microsoft.com/office/officeart/2005/8/layout/vList2"/>
    <dgm:cxn modelId="{E30C1752-81AC-42C8-B0A4-602D50868F36}" srcId="{0F3758E1-0E34-44F3-B869-C5D3C71E0386}" destId="{A47977ED-9E7E-46D5-9929-0752A653D653}" srcOrd="5" destOrd="0" parTransId="{7DA200CB-0D2D-4B15-B2A8-2D3A181700C6}" sibTransId="{B95FD771-BB1F-416D-84C8-E596200C0E74}"/>
    <dgm:cxn modelId="{63F4D159-A451-47E7-BA64-EEB8E6342864}" srcId="{0F3758E1-0E34-44F3-B869-C5D3C71E0386}" destId="{AA736E5C-7365-4C72-94D1-5CB1690D324F}" srcOrd="0" destOrd="0" parTransId="{BB088CB2-987C-4B8B-8DC7-5368B92B52E2}" sibTransId="{DA542E82-F661-4379-A78A-693F9FE26BBB}"/>
    <dgm:cxn modelId="{6DCEAB96-DFB0-496C-A4D4-9A5305F4A56E}" srcId="{0F3758E1-0E34-44F3-B869-C5D3C71E0386}" destId="{3BBA7657-C429-4FB8-997D-78DD49058865}" srcOrd="3" destOrd="0" parTransId="{99A9DB65-5F60-40C7-9686-5A29EB0301DB}" sibTransId="{5182F936-C9C5-4E4F-926E-07346AA52B77}"/>
    <dgm:cxn modelId="{B093AF9C-3817-4E8B-8CB9-E7E437A916F7}" type="presOf" srcId="{0F3758E1-0E34-44F3-B869-C5D3C71E0386}" destId="{E57F1746-F3A5-48F2-87A3-B84D68F26227}" srcOrd="0" destOrd="0" presId="urn:microsoft.com/office/officeart/2005/8/layout/vList2"/>
    <dgm:cxn modelId="{728E6FB1-566F-4C01-B022-6EBCEDF7D3E2}" srcId="{0F3758E1-0E34-44F3-B869-C5D3C71E0386}" destId="{1CB51F30-ADB2-48F6-BD16-77D7C8FDCCEA}" srcOrd="2" destOrd="0" parTransId="{0C9C5386-A5C3-4F71-810A-712CE68B3DB3}" sibTransId="{32AAF4DC-2334-4E17-A5C2-41B5ACCA02B5}"/>
    <dgm:cxn modelId="{A17F26E8-AAB6-4120-ACD3-3EF6407787C2}" type="presOf" srcId="{AA736E5C-7365-4C72-94D1-5CB1690D324F}" destId="{636BD394-76B9-4543-95C3-8CCEAE612275}" srcOrd="0" destOrd="0" presId="urn:microsoft.com/office/officeart/2005/8/layout/vList2"/>
    <dgm:cxn modelId="{05031BE9-34A2-455B-A9FA-B49C35047882}" type="presOf" srcId="{9042FDFB-E134-433F-9BC3-70FD3A1C16B2}" destId="{5598B1DB-28AD-41E3-8AC4-BD1BEFFCC8E4}" srcOrd="0" destOrd="0" presId="urn:microsoft.com/office/officeart/2005/8/layout/vList2"/>
    <dgm:cxn modelId="{DC6880F1-D903-4941-9A1C-C97E59BA837D}" type="presOf" srcId="{1CB51F30-ADB2-48F6-BD16-77D7C8FDCCEA}" destId="{B6586A84-C8B2-4D12-B0A3-29C939333F38}" srcOrd="0" destOrd="0" presId="urn:microsoft.com/office/officeart/2005/8/layout/vList2"/>
    <dgm:cxn modelId="{73379743-A7E5-4317-9DB7-A785A4DE75EA}" type="presParOf" srcId="{E57F1746-F3A5-48F2-87A3-B84D68F26227}" destId="{636BD394-76B9-4543-95C3-8CCEAE612275}" srcOrd="0" destOrd="0" presId="urn:microsoft.com/office/officeart/2005/8/layout/vList2"/>
    <dgm:cxn modelId="{134BE6F9-BABF-4084-892C-E0A029B536AC}" type="presParOf" srcId="{E57F1746-F3A5-48F2-87A3-B84D68F26227}" destId="{FBB33F3B-4CBD-496C-A951-F4887E1C434A}" srcOrd="1" destOrd="0" presId="urn:microsoft.com/office/officeart/2005/8/layout/vList2"/>
    <dgm:cxn modelId="{FB1F7847-16E8-42C3-B83E-1A52CE03AEF7}" type="presParOf" srcId="{E57F1746-F3A5-48F2-87A3-B84D68F26227}" destId="{5598B1DB-28AD-41E3-8AC4-BD1BEFFCC8E4}" srcOrd="2" destOrd="0" presId="urn:microsoft.com/office/officeart/2005/8/layout/vList2"/>
    <dgm:cxn modelId="{E0E497E7-E763-492E-9BB1-BA412E120A15}" type="presParOf" srcId="{E57F1746-F3A5-48F2-87A3-B84D68F26227}" destId="{D9B890AC-7921-406E-9645-D5F6F3F6CF9A}" srcOrd="3" destOrd="0" presId="urn:microsoft.com/office/officeart/2005/8/layout/vList2"/>
    <dgm:cxn modelId="{318F4ABB-8CAE-4DE5-A527-ADF8A77B852D}" type="presParOf" srcId="{E57F1746-F3A5-48F2-87A3-B84D68F26227}" destId="{B6586A84-C8B2-4D12-B0A3-29C939333F38}" srcOrd="4" destOrd="0" presId="urn:microsoft.com/office/officeart/2005/8/layout/vList2"/>
    <dgm:cxn modelId="{A09AF2AE-8356-46F8-AA2C-7498B06D2CC3}" type="presParOf" srcId="{E57F1746-F3A5-48F2-87A3-B84D68F26227}" destId="{38729153-1F7C-4E73-8AAE-739A9F0B89A7}" srcOrd="5" destOrd="0" presId="urn:microsoft.com/office/officeart/2005/8/layout/vList2"/>
    <dgm:cxn modelId="{F11A3D33-219B-46AF-8EA3-B38F10298631}" type="presParOf" srcId="{E57F1746-F3A5-48F2-87A3-B84D68F26227}" destId="{7996B1B4-FC3C-4EDC-B43E-138D4E130066}" srcOrd="6" destOrd="0" presId="urn:microsoft.com/office/officeart/2005/8/layout/vList2"/>
    <dgm:cxn modelId="{A121F2C4-9B13-4A3E-B2AC-D43461986DDB}" type="presParOf" srcId="{E57F1746-F3A5-48F2-87A3-B84D68F26227}" destId="{9B56E4B8-F898-4BD4-8931-1DD459E986F1}" srcOrd="7" destOrd="0" presId="urn:microsoft.com/office/officeart/2005/8/layout/vList2"/>
    <dgm:cxn modelId="{E1E1D097-92E4-4139-8E48-CFDF6EC8877C}" type="presParOf" srcId="{E57F1746-F3A5-48F2-87A3-B84D68F26227}" destId="{4A82EEF8-589B-485A-B695-FE2596F5193B}" srcOrd="8" destOrd="0" presId="urn:microsoft.com/office/officeart/2005/8/layout/vList2"/>
    <dgm:cxn modelId="{12AEEF76-B3EC-4A83-8CF0-F97EDF66C53D}" type="presParOf" srcId="{E57F1746-F3A5-48F2-87A3-B84D68F26227}" destId="{EE579E65-0B89-410F-9003-719C759E8A54}" srcOrd="9" destOrd="0" presId="urn:microsoft.com/office/officeart/2005/8/layout/vList2"/>
    <dgm:cxn modelId="{0577EDB9-0155-47FD-AAFA-852C7F889D02}" type="presParOf" srcId="{E57F1746-F3A5-48F2-87A3-B84D68F26227}" destId="{77C6D5F9-07CE-487C-B62B-25AA61EFC56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F3758E1-0E34-44F3-B869-C5D3C71E0386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AA736E5C-7365-4C72-94D1-5CB1690D324F}">
      <dgm:prSet/>
      <dgm:spPr/>
      <dgm:t>
        <a:bodyPr/>
        <a:lstStyle/>
        <a:p>
          <a:pPr latinLnBrk="1"/>
          <a:r>
            <a:rPr lang="en-US" altLang="ko-KR" baseline="0"/>
            <a:t>KoBERT</a:t>
          </a:r>
          <a:endParaRPr lang="ko-KR" dirty="0"/>
        </a:p>
      </dgm:t>
    </dgm:pt>
    <dgm:pt modelId="{BB088CB2-987C-4B8B-8DC7-5368B92B52E2}" type="parTrans" cxnId="{63F4D159-A451-47E7-BA64-EEB8E6342864}">
      <dgm:prSet/>
      <dgm:spPr/>
      <dgm:t>
        <a:bodyPr/>
        <a:lstStyle/>
        <a:p>
          <a:pPr latinLnBrk="1"/>
          <a:endParaRPr lang="ko-KR" altLang="en-US"/>
        </a:p>
      </dgm:t>
    </dgm:pt>
    <dgm:pt modelId="{DA542E82-F661-4379-A78A-693F9FE26BBB}" type="sibTrans" cxnId="{63F4D159-A451-47E7-BA64-EEB8E6342864}">
      <dgm:prSet/>
      <dgm:spPr/>
      <dgm:t>
        <a:bodyPr/>
        <a:lstStyle/>
        <a:p>
          <a:pPr latinLnBrk="1"/>
          <a:endParaRPr lang="ko-KR" altLang="en-US"/>
        </a:p>
      </dgm:t>
    </dgm:pt>
    <dgm:pt modelId="{D4102739-F32F-4ECD-8A4A-3E9EF233B33A}">
      <dgm:prSet/>
      <dgm:spPr/>
      <dgm:t>
        <a:bodyPr/>
        <a:lstStyle/>
        <a:p>
          <a:pPr latinLnBrk="1"/>
          <a:r>
            <a:rPr lang="en-US" altLang="ko-KR" dirty="0" err="1"/>
            <a:t>KoGPT</a:t>
          </a:r>
          <a:endParaRPr lang="ko-KR" dirty="0"/>
        </a:p>
      </dgm:t>
    </dgm:pt>
    <dgm:pt modelId="{46EBAB0F-E143-4DB3-8D44-7917B2B0BBB3}" type="parTrans" cxnId="{3B647450-C981-4D3E-A3A5-5ED7E917DD99}">
      <dgm:prSet/>
      <dgm:spPr/>
      <dgm:t>
        <a:bodyPr/>
        <a:lstStyle/>
        <a:p>
          <a:pPr latinLnBrk="1"/>
          <a:endParaRPr lang="ko-KR" altLang="en-US"/>
        </a:p>
      </dgm:t>
    </dgm:pt>
    <dgm:pt modelId="{882C5598-A528-4DF5-BEEC-6F5A5DD4466C}" type="sibTrans" cxnId="{3B647450-C981-4D3E-A3A5-5ED7E917DD99}">
      <dgm:prSet/>
      <dgm:spPr/>
      <dgm:t>
        <a:bodyPr/>
        <a:lstStyle/>
        <a:p>
          <a:pPr latinLnBrk="1"/>
          <a:endParaRPr lang="ko-KR" altLang="en-US"/>
        </a:p>
      </dgm:t>
    </dgm:pt>
    <dgm:pt modelId="{3A64D9E5-7F5E-4C19-AD2F-9692779C06D6}">
      <dgm:prSet/>
      <dgm:spPr/>
      <dgm:t>
        <a:bodyPr/>
        <a:lstStyle/>
        <a:p>
          <a:pPr latinLnBrk="1"/>
          <a:r>
            <a:rPr lang="en-US" altLang="ko-KR" dirty="0" err="1"/>
            <a:t>KorQuAD</a:t>
          </a:r>
          <a:endParaRPr lang="ko-KR" dirty="0"/>
        </a:p>
      </dgm:t>
    </dgm:pt>
    <dgm:pt modelId="{34A962F3-A435-4881-8AC3-55CD65459842}" type="parTrans" cxnId="{F86A9C49-FC98-429E-90EF-7386EFE241D5}">
      <dgm:prSet/>
      <dgm:spPr/>
      <dgm:t>
        <a:bodyPr/>
        <a:lstStyle/>
        <a:p>
          <a:pPr latinLnBrk="1"/>
          <a:endParaRPr lang="ko-KR" altLang="en-US"/>
        </a:p>
      </dgm:t>
    </dgm:pt>
    <dgm:pt modelId="{B6DD6F06-E495-4E89-BA31-475560D9ECE4}" type="sibTrans" cxnId="{F86A9C49-FC98-429E-90EF-7386EFE241D5}">
      <dgm:prSet/>
      <dgm:spPr/>
      <dgm:t>
        <a:bodyPr/>
        <a:lstStyle/>
        <a:p>
          <a:pPr latinLnBrk="1"/>
          <a:endParaRPr lang="ko-KR" altLang="en-US"/>
        </a:p>
      </dgm:t>
    </dgm:pt>
    <dgm:pt modelId="{2912309F-D8EF-4422-BE85-ED641189E462}">
      <dgm:prSet/>
      <dgm:spPr/>
      <dgm:t>
        <a:bodyPr/>
        <a:lstStyle/>
        <a:p>
          <a:pPr latinLnBrk="1"/>
          <a:r>
            <a:rPr lang="en-US" altLang="ko-KR" dirty="0" err="1"/>
            <a:t>HyperCLOVA</a:t>
          </a:r>
          <a:endParaRPr lang="ko-KR" dirty="0"/>
        </a:p>
      </dgm:t>
    </dgm:pt>
    <dgm:pt modelId="{EF89AEEA-9DBE-4F7B-8E66-1CDAA2B6A6B4}" type="parTrans" cxnId="{E3785856-40E1-4089-9BD9-1D5C182A7414}">
      <dgm:prSet/>
      <dgm:spPr/>
      <dgm:t>
        <a:bodyPr/>
        <a:lstStyle/>
        <a:p>
          <a:pPr latinLnBrk="1"/>
          <a:endParaRPr lang="ko-KR" altLang="en-US"/>
        </a:p>
      </dgm:t>
    </dgm:pt>
    <dgm:pt modelId="{CF137269-2943-4C68-8235-AE8136574DBD}" type="sibTrans" cxnId="{E3785856-40E1-4089-9BD9-1D5C182A7414}">
      <dgm:prSet/>
      <dgm:spPr/>
      <dgm:t>
        <a:bodyPr/>
        <a:lstStyle/>
        <a:p>
          <a:pPr latinLnBrk="1"/>
          <a:endParaRPr lang="ko-KR" altLang="en-US"/>
        </a:p>
      </dgm:t>
    </dgm:pt>
    <dgm:pt modelId="{DED65F43-0DA1-4E23-A3DB-DDB0586D11C9}">
      <dgm:prSet/>
      <dgm:spPr/>
      <dgm:t>
        <a:bodyPr/>
        <a:lstStyle/>
        <a:p>
          <a:pPr latinLnBrk="1"/>
          <a:r>
            <a:rPr lang="en-US" altLang="ko-KR" dirty="0" err="1"/>
            <a:t>KoELECTRA</a:t>
          </a:r>
          <a:endParaRPr lang="ko-KR" dirty="0"/>
        </a:p>
      </dgm:t>
    </dgm:pt>
    <dgm:pt modelId="{DEAB84E6-671D-420B-BB76-5E8226442C83}" type="parTrans" cxnId="{312212E3-CE95-492C-BF4B-59383B422E6C}">
      <dgm:prSet/>
      <dgm:spPr/>
      <dgm:t>
        <a:bodyPr/>
        <a:lstStyle/>
        <a:p>
          <a:pPr latinLnBrk="1"/>
          <a:endParaRPr lang="ko-KR" altLang="en-US"/>
        </a:p>
      </dgm:t>
    </dgm:pt>
    <dgm:pt modelId="{3A83FA1A-F7A5-4A6A-A7FA-26BB333BF17C}" type="sibTrans" cxnId="{312212E3-CE95-492C-BF4B-59383B422E6C}">
      <dgm:prSet/>
      <dgm:spPr/>
      <dgm:t>
        <a:bodyPr/>
        <a:lstStyle/>
        <a:p>
          <a:pPr latinLnBrk="1"/>
          <a:endParaRPr lang="ko-KR" altLang="en-US"/>
        </a:p>
      </dgm:t>
    </dgm:pt>
    <dgm:pt modelId="{056D2E2F-16A1-4AE3-9969-4E9EF2430809}">
      <dgm:prSet/>
      <dgm:spPr/>
      <dgm:t>
        <a:bodyPr/>
        <a:lstStyle/>
        <a:p>
          <a:pPr latinLnBrk="1"/>
          <a:r>
            <a:rPr lang="en-US" altLang="ko-KR"/>
            <a:t>KLUE (Korean Language Understanding Evaluation)</a:t>
          </a:r>
          <a:endParaRPr lang="ko-KR" dirty="0"/>
        </a:p>
      </dgm:t>
    </dgm:pt>
    <dgm:pt modelId="{3138C69D-CC64-423E-A0B9-0C6ED88333BB}" type="parTrans" cxnId="{526BF5BF-EC7E-4752-9475-36E9E58349C9}">
      <dgm:prSet/>
      <dgm:spPr/>
      <dgm:t>
        <a:bodyPr/>
        <a:lstStyle/>
        <a:p>
          <a:pPr latinLnBrk="1"/>
          <a:endParaRPr lang="ko-KR" altLang="en-US"/>
        </a:p>
      </dgm:t>
    </dgm:pt>
    <dgm:pt modelId="{A9407317-B218-4C11-9F28-3B839D49A57B}" type="sibTrans" cxnId="{526BF5BF-EC7E-4752-9475-36E9E58349C9}">
      <dgm:prSet/>
      <dgm:spPr/>
      <dgm:t>
        <a:bodyPr/>
        <a:lstStyle/>
        <a:p>
          <a:pPr latinLnBrk="1"/>
          <a:endParaRPr lang="ko-KR" altLang="en-US"/>
        </a:p>
      </dgm:t>
    </dgm:pt>
    <dgm:pt modelId="{E57F1746-F3A5-48F2-87A3-B84D68F26227}" type="pres">
      <dgm:prSet presAssocID="{0F3758E1-0E34-44F3-B869-C5D3C71E0386}" presName="linear" presStyleCnt="0">
        <dgm:presLayoutVars>
          <dgm:animLvl val="lvl"/>
          <dgm:resizeHandles val="exact"/>
        </dgm:presLayoutVars>
      </dgm:prSet>
      <dgm:spPr/>
    </dgm:pt>
    <dgm:pt modelId="{636BD394-76B9-4543-95C3-8CCEAE612275}" type="pres">
      <dgm:prSet presAssocID="{AA736E5C-7365-4C72-94D1-5CB1690D324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BB33F3B-4CBD-496C-A951-F4887E1C434A}" type="pres">
      <dgm:prSet presAssocID="{DA542E82-F661-4379-A78A-693F9FE26BBB}" presName="spacer" presStyleCnt="0"/>
      <dgm:spPr/>
    </dgm:pt>
    <dgm:pt modelId="{5FA6CDF8-FE75-4962-9B5B-E8E4F0C637F7}" type="pres">
      <dgm:prSet presAssocID="{D4102739-F32F-4ECD-8A4A-3E9EF233B33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1186644-249C-4DA0-86F9-F14F1C46DBB3}" type="pres">
      <dgm:prSet presAssocID="{882C5598-A528-4DF5-BEEC-6F5A5DD4466C}" presName="spacer" presStyleCnt="0"/>
      <dgm:spPr/>
    </dgm:pt>
    <dgm:pt modelId="{48696BC0-A0C6-4027-BCF9-78BDCE022082}" type="pres">
      <dgm:prSet presAssocID="{3A64D9E5-7F5E-4C19-AD2F-9692779C06D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00A15BA-B3CA-4144-8B39-974B92F8A3AE}" type="pres">
      <dgm:prSet presAssocID="{B6DD6F06-E495-4E89-BA31-475560D9ECE4}" presName="spacer" presStyleCnt="0"/>
      <dgm:spPr/>
    </dgm:pt>
    <dgm:pt modelId="{566552CE-66F3-4387-AF34-6D445F086C5C}" type="pres">
      <dgm:prSet presAssocID="{2912309F-D8EF-4422-BE85-ED641189E46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38B591E-5F2D-4CF8-9102-58A42C3E1920}" type="pres">
      <dgm:prSet presAssocID="{CF137269-2943-4C68-8235-AE8136574DBD}" presName="spacer" presStyleCnt="0"/>
      <dgm:spPr/>
    </dgm:pt>
    <dgm:pt modelId="{7A712792-9E92-46B3-AD1B-D389945B3CF8}" type="pres">
      <dgm:prSet presAssocID="{DED65F43-0DA1-4E23-A3DB-DDB0586D11C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363A3B4-58A9-4928-B819-90EEF763E360}" type="pres">
      <dgm:prSet presAssocID="{3A83FA1A-F7A5-4A6A-A7FA-26BB333BF17C}" presName="spacer" presStyleCnt="0"/>
      <dgm:spPr/>
    </dgm:pt>
    <dgm:pt modelId="{24185E82-7434-4978-8886-D73C4051E02F}" type="pres">
      <dgm:prSet presAssocID="{056D2E2F-16A1-4AE3-9969-4E9EF243080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B6F4A3E-7C35-42D0-902A-054BA1575C79}" type="presOf" srcId="{2912309F-D8EF-4422-BE85-ED641189E462}" destId="{566552CE-66F3-4387-AF34-6D445F086C5C}" srcOrd="0" destOrd="0" presId="urn:microsoft.com/office/officeart/2005/8/layout/vList2"/>
    <dgm:cxn modelId="{F86A9C49-FC98-429E-90EF-7386EFE241D5}" srcId="{0F3758E1-0E34-44F3-B869-C5D3C71E0386}" destId="{3A64D9E5-7F5E-4C19-AD2F-9692779C06D6}" srcOrd="2" destOrd="0" parTransId="{34A962F3-A435-4881-8AC3-55CD65459842}" sibTransId="{B6DD6F06-E495-4E89-BA31-475560D9ECE4}"/>
    <dgm:cxn modelId="{3B647450-C981-4D3E-A3A5-5ED7E917DD99}" srcId="{0F3758E1-0E34-44F3-B869-C5D3C71E0386}" destId="{D4102739-F32F-4ECD-8A4A-3E9EF233B33A}" srcOrd="1" destOrd="0" parTransId="{46EBAB0F-E143-4DB3-8D44-7917B2B0BBB3}" sibTransId="{882C5598-A528-4DF5-BEEC-6F5A5DD4466C}"/>
    <dgm:cxn modelId="{E3785856-40E1-4089-9BD9-1D5C182A7414}" srcId="{0F3758E1-0E34-44F3-B869-C5D3C71E0386}" destId="{2912309F-D8EF-4422-BE85-ED641189E462}" srcOrd="3" destOrd="0" parTransId="{EF89AEEA-9DBE-4F7B-8E66-1CDAA2B6A6B4}" sibTransId="{CF137269-2943-4C68-8235-AE8136574DBD}"/>
    <dgm:cxn modelId="{63F4D159-A451-47E7-BA64-EEB8E6342864}" srcId="{0F3758E1-0E34-44F3-B869-C5D3C71E0386}" destId="{AA736E5C-7365-4C72-94D1-5CB1690D324F}" srcOrd="0" destOrd="0" parTransId="{BB088CB2-987C-4B8B-8DC7-5368B92B52E2}" sibTransId="{DA542E82-F661-4379-A78A-693F9FE26BBB}"/>
    <dgm:cxn modelId="{B093AF9C-3817-4E8B-8CB9-E7E437A916F7}" type="presOf" srcId="{0F3758E1-0E34-44F3-B869-C5D3C71E0386}" destId="{E57F1746-F3A5-48F2-87A3-B84D68F26227}" srcOrd="0" destOrd="0" presId="urn:microsoft.com/office/officeart/2005/8/layout/vList2"/>
    <dgm:cxn modelId="{F8F49B9F-E03A-4888-9B23-D7773ACECE53}" type="presOf" srcId="{3A64D9E5-7F5E-4C19-AD2F-9692779C06D6}" destId="{48696BC0-A0C6-4027-BCF9-78BDCE022082}" srcOrd="0" destOrd="0" presId="urn:microsoft.com/office/officeart/2005/8/layout/vList2"/>
    <dgm:cxn modelId="{2D63B0BB-2770-4959-8446-024F1C55B99C}" type="presOf" srcId="{DED65F43-0DA1-4E23-A3DB-DDB0586D11C9}" destId="{7A712792-9E92-46B3-AD1B-D389945B3CF8}" srcOrd="0" destOrd="0" presId="urn:microsoft.com/office/officeart/2005/8/layout/vList2"/>
    <dgm:cxn modelId="{526BF5BF-EC7E-4752-9475-36E9E58349C9}" srcId="{0F3758E1-0E34-44F3-B869-C5D3C71E0386}" destId="{056D2E2F-16A1-4AE3-9969-4E9EF2430809}" srcOrd="5" destOrd="0" parTransId="{3138C69D-CC64-423E-A0B9-0C6ED88333BB}" sibTransId="{A9407317-B218-4C11-9F28-3B839D49A57B}"/>
    <dgm:cxn modelId="{8CDBADC2-8A19-4E7C-B147-285059EFEB8E}" type="presOf" srcId="{D4102739-F32F-4ECD-8A4A-3E9EF233B33A}" destId="{5FA6CDF8-FE75-4962-9B5B-E8E4F0C637F7}" srcOrd="0" destOrd="0" presId="urn:microsoft.com/office/officeart/2005/8/layout/vList2"/>
    <dgm:cxn modelId="{312212E3-CE95-492C-BF4B-59383B422E6C}" srcId="{0F3758E1-0E34-44F3-B869-C5D3C71E0386}" destId="{DED65F43-0DA1-4E23-A3DB-DDB0586D11C9}" srcOrd="4" destOrd="0" parTransId="{DEAB84E6-671D-420B-BB76-5E8226442C83}" sibTransId="{3A83FA1A-F7A5-4A6A-A7FA-26BB333BF17C}"/>
    <dgm:cxn modelId="{A17F26E8-AAB6-4120-ACD3-3EF6407787C2}" type="presOf" srcId="{AA736E5C-7365-4C72-94D1-5CB1690D324F}" destId="{636BD394-76B9-4543-95C3-8CCEAE612275}" srcOrd="0" destOrd="0" presId="urn:microsoft.com/office/officeart/2005/8/layout/vList2"/>
    <dgm:cxn modelId="{B229B8F0-4E80-49DB-8636-500693D7FFE9}" type="presOf" srcId="{056D2E2F-16A1-4AE3-9969-4E9EF2430809}" destId="{24185E82-7434-4978-8886-D73C4051E02F}" srcOrd="0" destOrd="0" presId="urn:microsoft.com/office/officeart/2005/8/layout/vList2"/>
    <dgm:cxn modelId="{73379743-A7E5-4317-9DB7-A785A4DE75EA}" type="presParOf" srcId="{E57F1746-F3A5-48F2-87A3-B84D68F26227}" destId="{636BD394-76B9-4543-95C3-8CCEAE612275}" srcOrd="0" destOrd="0" presId="urn:microsoft.com/office/officeart/2005/8/layout/vList2"/>
    <dgm:cxn modelId="{134BE6F9-BABF-4084-892C-E0A029B536AC}" type="presParOf" srcId="{E57F1746-F3A5-48F2-87A3-B84D68F26227}" destId="{FBB33F3B-4CBD-496C-A951-F4887E1C434A}" srcOrd="1" destOrd="0" presId="urn:microsoft.com/office/officeart/2005/8/layout/vList2"/>
    <dgm:cxn modelId="{4D0A9C1B-3888-4B40-8059-675BF30D8A15}" type="presParOf" srcId="{E57F1746-F3A5-48F2-87A3-B84D68F26227}" destId="{5FA6CDF8-FE75-4962-9B5B-E8E4F0C637F7}" srcOrd="2" destOrd="0" presId="urn:microsoft.com/office/officeart/2005/8/layout/vList2"/>
    <dgm:cxn modelId="{4D43D8A1-DC27-4999-8B4F-5FD211470DB6}" type="presParOf" srcId="{E57F1746-F3A5-48F2-87A3-B84D68F26227}" destId="{71186644-249C-4DA0-86F9-F14F1C46DBB3}" srcOrd="3" destOrd="0" presId="urn:microsoft.com/office/officeart/2005/8/layout/vList2"/>
    <dgm:cxn modelId="{608E82D8-3EB7-4B33-826A-DB17D0467746}" type="presParOf" srcId="{E57F1746-F3A5-48F2-87A3-B84D68F26227}" destId="{48696BC0-A0C6-4027-BCF9-78BDCE022082}" srcOrd="4" destOrd="0" presId="urn:microsoft.com/office/officeart/2005/8/layout/vList2"/>
    <dgm:cxn modelId="{2B6C5B8E-CF9B-4512-93EB-F39DCB180DF3}" type="presParOf" srcId="{E57F1746-F3A5-48F2-87A3-B84D68F26227}" destId="{300A15BA-B3CA-4144-8B39-974B92F8A3AE}" srcOrd="5" destOrd="0" presId="urn:microsoft.com/office/officeart/2005/8/layout/vList2"/>
    <dgm:cxn modelId="{A3DB0FA1-0DEC-4CEF-8A6C-10DC0811FC77}" type="presParOf" srcId="{E57F1746-F3A5-48F2-87A3-B84D68F26227}" destId="{566552CE-66F3-4387-AF34-6D445F086C5C}" srcOrd="6" destOrd="0" presId="urn:microsoft.com/office/officeart/2005/8/layout/vList2"/>
    <dgm:cxn modelId="{E4E217B9-BEB9-451D-8B0E-5BF279DBB524}" type="presParOf" srcId="{E57F1746-F3A5-48F2-87A3-B84D68F26227}" destId="{E38B591E-5F2D-4CF8-9102-58A42C3E1920}" srcOrd="7" destOrd="0" presId="urn:microsoft.com/office/officeart/2005/8/layout/vList2"/>
    <dgm:cxn modelId="{129542F0-9D6D-48E9-B3B5-77F8D095988A}" type="presParOf" srcId="{E57F1746-F3A5-48F2-87A3-B84D68F26227}" destId="{7A712792-9E92-46B3-AD1B-D389945B3CF8}" srcOrd="8" destOrd="0" presId="urn:microsoft.com/office/officeart/2005/8/layout/vList2"/>
    <dgm:cxn modelId="{FDC70140-195E-4544-80D4-DD64D5456085}" type="presParOf" srcId="{E57F1746-F3A5-48F2-87A3-B84D68F26227}" destId="{C363A3B4-58A9-4928-B819-90EEF763E360}" srcOrd="9" destOrd="0" presId="urn:microsoft.com/office/officeart/2005/8/layout/vList2"/>
    <dgm:cxn modelId="{AFD01660-43A3-43DD-9387-09844BB1C566}" type="presParOf" srcId="{E57F1746-F3A5-48F2-87A3-B84D68F26227}" destId="{24185E82-7434-4978-8886-D73C4051E02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74EC668-C98F-450F-BCD2-E9C29FD5B7B7}" type="doc">
      <dgm:prSet loTypeId="urn:microsoft.com/office/officeart/2008/layout/BendingPictureCaptionList" loCatId="pictur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pPr latinLnBrk="1"/>
          <a:endParaRPr lang="ko-KR" altLang="en-US"/>
        </a:p>
      </dgm:t>
    </dgm:pt>
    <dgm:pt modelId="{349FBF4E-6AA9-45CA-9CD9-91221D90B129}">
      <dgm:prSet custT="1"/>
      <dgm:spPr/>
      <dgm:t>
        <a:bodyPr/>
        <a:lstStyle/>
        <a:p>
          <a:pPr latinLnBrk="1"/>
          <a:r>
            <a:rPr lang="en-US" sz="1100" baseline="0" dirty="0" err="1"/>
            <a:t>chatgpt</a:t>
          </a:r>
          <a:br>
            <a:rPr lang="en-US" sz="1100" baseline="0" dirty="0"/>
          </a:br>
          <a:r>
            <a:rPr lang="en-US" sz="1100" baseline="0" dirty="0" err="1"/>
            <a:t>openAI</a:t>
          </a:r>
          <a:endParaRPr lang="ko-KR" sz="1100" dirty="0"/>
        </a:p>
      </dgm:t>
    </dgm:pt>
    <dgm:pt modelId="{ADE28D10-64F2-4B4E-82F4-A8124D5400C8}" type="parTrans" cxnId="{843AC75E-DDAD-48BB-9D0D-9F14A00F2818}">
      <dgm:prSet/>
      <dgm:spPr/>
      <dgm:t>
        <a:bodyPr/>
        <a:lstStyle/>
        <a:p>
          <a:pPr latinLnBrk="1"/>
          <a:endParaRPr lang="ko-KR" altLang="en-US" sz="1100"/>
        </a:p>
      </dgm:t>
    </dgm:pt>
    <dgm:pt modelId="{C511F218-B4B9-4BFF-8070-660EEFE7AEC7}" type="sibTrans" cxnId="{843AC75E-DDAD-48BB-9D0D-9F14A00F2818}">
      <dgm:prSet/>
      <dgm:spPr/>
      <dgm:t>
        <a:bodyPr/>
        <a:lstStyle/>
        <a:p>
          <a:pPr latinLnBrk="1"/>
          <a:endParaRPr lang="ko-KR" altLang="en-US" sz="1100"/>
        </a:p>
      </dgm:t>
    </dgm:pt>
    <dgm:pt modelId="{1E98C3AC-03CB-4735-8686-C576DB778A55}">
      <dgm:prSet custT="1"/>
      <dgm:spPr/>
      <dgm:t>
        <a:bodyPr/>
        <a:lstStyle/>
        <a:p>
          <a:pPr latinLnBrk="1"/>
          <a:r>
            <a:rPr lang="en-US" sz="1100" baseline="0" dirty="0" err="1"/>
            <a:t>gemini</a:t>
          </a:r>
          <a:br>
            <a:rPr lang="en-US" sz="1100" baseline="0" dirty="0"/>
          </a:br>
          <a:r>
            <a:rPr lang="en-US" sz="1100" baseline="0" dirty="0"/>
            <a:t>google </a:t>
          </a:r>
          <a:r>
            <a:rPr lang="en-US" sz="1100" baseline="0" dirty="0" err="1"/>
            <a:t>deepmind</a:t>
          </a:r>
          <a:endParaRPr lang="ko-KR" sz="1100" dirty="0"/>
        </a:p>
      </dgm:t>
    </dgm:pt>
    <dgm:pt modelId="{1C4C82EE-8803-4C76-93DB-C8D1C870D23A}" type="parTrans" cxnId="{E71650E0-F536-4E46-BF71-04AC5168272D}">
      <dgm:prSet/>
      <dgm:spPr/>
      <dgm:t>
        <a:bodyPr/>
        <a:lstStyle/>
        <a:p>
          <a:pPr latinLnBrk="1"/>
          <a:endParaRPr lang="ko-KR" altLang="en-US" sz="1100"/>
        </a:p>
      </dgm:t>
    </dgm:pt>
    <dgm:pt modelId="{ADA07D63-CF8E-4CFE-8FFE-539978408D75}" type="sibTrans" cxnId="{E71650E0-F536-4E46-BF71-04AC5168272D}">
      <dgm:prSet/>
      <dgm:spPr/>
      <dgm:t>
        <a:bodyPr/>
        <a:lstStyle/>
        <a:p>
          <a:pPr latinLnBrk="1"/>
          <a:endParaRPr lang="ko-KR" altLang="en-US" sz="1100"/>
        </a:p>
      </dgm:t>
    </dgm:pt>
    <dgm:pt modelId="{A65E75E6-DDF8-41E2-8997-794BB3031764}">
      <dgm:prSet custT="1"/>
      <dgm:spPr/>
      <dgm:t>
        <a:bodyPr/>
        <a:lstStyle/>
        <a:p>
          <a:pPr latinLnBrk="1"/>
          <a:r>
            <a:rPr lang="en-US" sz="1100" baseline="0" dirty="0" err="1"/>
            <a:t>wrtn</a:t>
          </a:r>
          <a:r>
            <a:rPr lang="en-US" sz="1100" baseline="0" dirty="0"/>
            <a:t> AI</a:t>
          </a:r>
          <a:br>
            <a:rPr lang="en-US" sz="1100" baseline="0" dirty="0"/>
          </a:br>
          <a:r>
            <a:rPr lang="ko-KR" sz="1100" baseline="0" dirty="0" err="1"/>
            <a:t>뤼튼테크놀로지</a:t>
          </a:r>
          <a:endParaRPr lang="ko-KR" sz="1100" dirty="0"/>
        </a:p>
      </dgm:t>
    </dgm:pt>
    <dgm:pt modelId="{B8914C15-49BA-4D03-B95F-FE5ED6133796}" type="parTrans" cxnId="{E90A1051-8885-4C25-94A2-078B292354B6}">
      <dgm:prSet/>
      <dgm:spPr/>
      <dgm:t>
        <a:bodyPr/>
        <a:lstStyle/>
        <a:p>
          <a:pPr latinLnBrk="1"/>
          <a:endParaRPr lang="ko-KR" altLang="en-US" sz="1100"/>
        </a:p>
      </dgm:t>
    </dgm:pt>
    <dgm:pt modelId="{4B062ECA-1177-4D27-AC1C-7FFEC78CFCB3}" type="sibTrans" cxnId="{E90A1051-8885-4C25-94A2-078B292354B6}">
      <dgm:prSet/>
      <dgm:spPr/>
      <dgm:t>
        <a:bodyPr/>
        <a:lstStyle/>
        <a:p>
          <a:pPr latinLnBrk="1"/>
          <a:endParaRPr lang="ko-KR" altLang="en-US" sz="1100"/>
        </a:p>
      </dgm:t>
    </dgm:pt>
    <dgm:pt modelId="{9CE0E909-F141-41C9-AD31-4C9D4C9BC1D7}">
      <dgm:prSet custT="1"/>
      <dgm:spPr/>
      <dgm:t>
        <a:bodyPr/>
        <a:lstStyle/>
        <a:p>
          <a:pPr latinLnBrk="1"/>
          <a:r>
            <a:rPr lang="en-US" sz="1100" baseline="0" dirty="0" err="1"/>
            <a:t>claude</a:t>
          </a:r>
          <a:br>
            <a:rPr lang="en-US" sz="1100" baseline="0" dirty="0"/>
          </a:br>
          <a:r>
            <a:rPr lang="en-US" sz="1100" baseline="0" dirty="0"/>
            <a:t>anthropic</a:t>
          </a:r>
          <a:endParaRPr lang="ko-KR" sz="1100" dirty="0"/>
        </a:p>
      </dgm:t>
    </dgm:pt>
    <dgm:pt modelId="{83252E5C-5679-4C34-943F-1561805C4C30}" type="parTrans" cxnId="{2147DCB9-4FF8-4CC4-94F4-F3304DDC1185}">
      <dgm:prSet/>
      <dgm:spPr/>
      <dgm:t>
        <a:bodyPr/>
        <a:lstStyle/>
        <a:p>
          <a:pPr latinLnBrk="1"/>
          <a:endParaRPr lang="ko-KR" altLang="en-US" sz="1100"/>
        </a:p>
      </dgm:t>
    </dgm:pt>
    <dgm:pt modelId="{3AF23CEB-8BB4-4D1F-BF79-0EFE849010A8}" type="sibTrans" cxnId="{2147DCB9-4FF8-4CC4-94F4-F3304DDC1185}">
      <dgm:prSet/>
      <dgm:spPr/>
      <dgm:t>
        <a:bodyPr/>
        <a:lstStyle/>
        <a:p>
          <a:pPr latinLnBrk="1"/>
          <a:endParaRPr lang="ko-KR" altLang="en-US" sz="1100"/>
        </a:p>
      </dgm:t>
    </dgm:pt>
    <dgm:pt modelId="{54D376EB-0B7F-4E16-81C7-6FD6CB5EBE85}">
      <dgm:prSet custT="1"/>
      <dgm:spPr/>
      <dgm:t>
        <a:bodyPr/>
        <a:lstStyle/>
        <a:p>
          <a:pPr latinLnBrk="1"/>
          <a:r>
            <a:rPr lang="en-US" sz="1100" baseline="0" dirty="0"/>
            <a:t>perplexity</a:t>
          </a:r>
          <a:br>
            <a:rPr lang="en-US" sz="1100" baseline="0" dirty="0"/>
          </a:br>
          <a:r>
            <a:rPr lang="en-US" sz="1100" baseline="0" dirty="0" err="1"/>
            <a:t>perplexity</a:t>
          </a:r>
          <a:endParaRPr lang="ko-KR" sz="1100" dirty="0"/>
        </a:p>
      </dgm:t>
    </dgm:pt>
    <dgm:pt modelId="{22C527DB-E47E-489E-B572-75D49F423A95}" type="parTrans" cxnId="{DB294FDB-7A97-4CA3-9F06-F41E097625B4}">
      <dgm:prSet/>
      <dgm:spPr/>
      <dgm:t>
        <a:bodyPr/>
        <a:lstStyle/>
        <a:p>
          <a:pPr latinLnBrk="1"/>
          <a:endParaRPr lang="ko-KR" altLang="en-US" sz="1100"/>
        </a:p>
      </dgm:t>
    </dgm:pt>
    <dgm:pt modelId="{EBFC8610-B28D-46AF-B7A6-224E1D081A47}" type="sibTrans" cxnId="{DB294FDB-7A97-4CA3-9F06-F41E097625B4}">
      <dgm:prSet/>
      <dgm:spPr/>
      <dgm:t>
        <a:bodyPr/>
        <a:lstStyle/>
        <a:p>
          <a:pPr latinLnBrk="1"/>
          <a:endParaRPr lang="ko-KR" altLang="en-US" sz="1100"/>
        </a:p>
      </dgm:t>
    </dgm:pt>
    <dgm:pt modelId="{83C03CC4-FF58-4827-BB59-01245DDB18CF}">
      <dgm:prSet custT="1"/>
      <dgm:spPr/>
      <dgm:t>
        <a:bodyPr/>
        <a:lstStyle/>
        <a:p>
          <a:pPr latinLnBrk="1"/>
          <a:r>
            <a:rPr lang="en-US" sz="1100" baseline="0" dirty="0"/>
            <a:t>copilot</a:t>
          </a:r>
          <a:br>
            <a:rPr lang="en-US" sz="1100" baseline="0" dirty="0"/>
          </a:br>
          <a:r>
            <a:rPr lang="en-US" sz="1100" baseline="0" dirty="0"/>
            <a:t>Microsoft</a:t>
          </a:r>
          <a:endParaRPr lang="ko-KR" sz="1100" dirty="0"/>
        </a:p>
      </dgm:t>
    </dgm:pt>
    <dgm:pt modelId="{32B5BC5F-61A9-491E-9D11-6CDEB1D45F90}" type="parTrans" cxnId="{EA275548-8F95-4011-B009-E5C8A7574CA3}">
      <dgm:prSet/>
      <dgm:spPr/>
      <dgm:t>
        <a:bodyPr/>
        <a:lstStyle/>
        <a:p>
          <a:pPr latinLnBrk="1"/>
          <a:endParaRPr lang="ko-KR" altLang="en-US" sz="1100"/>
        </a:p>
      </dgm:t>
    </dgm:pt>
    <dgm:pt modelId="{D55D8752-EB1D-472F-A962-1BDC4C5D7FB7}" type="sibTrans" cxnId="{EA275548-8F95-4011-B009-E5C8A7574CA3}">
      <dgm:prSet/>
      <dgm:spPr/>
      <dgm:t>
        <a:bodyPr/>
        <a:lstStyle/>
        <a:p>
          <a:pPr latinLnBrk="1"/>
          <a:endParaRPr lang="ko-KR" altLang="en-US" sz="1100"/>
        </a:p>
      </dgm:t>
    </dgm:pt>
    <dgm:pt modelId="{DB1AE1EA-0F1B-4C25-BC15-CB35731372B4}">
      <dgm:prSet custT="1"/>
      <dgm:spPr/>
      <dgm:t>
        <a:bodyPr/>
        <a:lstStyle/>
        <a:p>
          <a:pPr latinLnBrk="1"/>
          <a:r>
            <a:rPr lang="en-US" sz="1100" baseline="0" dirty="0" err="1"/>
            <a:t>clova</a:t>
          </a:r>
          <a:r>
            <a:rPr lang="en-US" sz="1100" baseline="0" dirty="0"/>
            <a:t> x</a:t>
          </a:r>
          <a:br>
            <a:rPr lang="en-US" sz="1100" baseline="0" dirty="0"/>
          </a:br>
          <a:r>
            <a:rPr lang="en-US" sz="1100" baseline="0" dirty="0" err="1"/>
            <a:t>naver</a:t>
          </a:r>
          <a:endParaRPr lang="ko-KR" sz="1100" dirty="0"/>
        </a:p>
      </dgm:t>
    </dgm:pt>
    <dgm:pt modelId="{5F99F5A9-8004-4594-9E5B-25526BEFFE0F}" type="parTrans" cxnId="{B6F55399-2459-4572-B64F-3A59127403D2}">
      <dgm:prSet/>
      <dgm:spPr/>
      <dgm:t>
        <a:bodyPr/>
        <a:lstStyle/>
        <a:p>
          <a:pPr latinLnBrk="1"/>
          <a:endParaRPr lang="ko-KR" altLang="en-US" sz="1100"/>
        </a:p>
      </dgm:t>
    </dgm:pt>
    <dgm:pt modelId="{C505C10B-B88A-4ED2-95B3-7AD86684C35B}" type="sibTrans" cxnId="{B6F55399-2459-4572-B64F-3A59127403D2}">
      <dgm:prSet/>
      <dgm:spPr/>
      <dgm:t>
        <a:bodyPr/>
        <a:lstStyle/>
        <a:p>
          <a:pPr latinLnBrk="1"/>
          <a:endParaRPr lang="ko-KR" altLang="en-US" sz="1100"/>
        </a:p>
      </dgm:t>
    </dgm:pt>
    <dgm:pt modelId="{86A67141-4989-4E8B-B539-FFA40C41AADF}">
      <dgm:prSet custT="1"/>
      <dgm:spPr/>
      <dgm:t>
        <a:bodyPr/>
        <a:lstStyle/>
        <a:p>
          <a:pPr latinLnBrk="1"/>
          <a:r>
            <a:rPr lang="en-US" sz="1100" baseline="0" dirty="0"/>
            <a:t>open</a:t>
          </a:r>
          <a:r>
            <a:rPr lang="ko-KR" sz="1100" baseline="0" dirty="0"/>
            <a:t> </a:t>
          </a:r>
          <a:r>
            <a:rPr lang="en-US" sz="1100" baseline="0" dirty="0"/>
            <a:t>prompt </a:t>
          </a:r>
          <a:endParaRPr lang="ko-KR" sz="1100" dirty="0"/>
        </a:p>
      </dgm:t>
    </dgm:pt>
    <dgm:pt modelId="{4D9D7457-04C9-4106-B33E-917FAB7832B4}" type="parTrans" cxnId="{ADBB28F6-9C47-4D97-920F-36CA26147BDD}">
      <dgm:prSet/>
      <dgm:spPr/>
      <dgm:t>
        <a:bodyPr/>
        <a:lstStyle/>
        <a:p>
          <a:pPr latinLnBrk="1"/>
          <a:endParaRPr lang="ko-KR" altLang="en-US" sz="1100"/>
        </a:p>
      </dgm:t>
    </dgm:pt>
    <dgm:pt modelId="{5709DC9C-2806-4D10-9B6D-D51880B953F3}" type="sibTrans" cxnId="{ADBB28F6-9C47-4D97-920F-36CA26147BDD}">
      <dgm:prSet/>
      <dgm:spPr/>
      <dgm:t>
        <a:bodyPr/>
        <a:lstStyle/>
        <a:p>
          <a:pPr latinLnBrk="1"/>
          <a:endParaRPr lang="ko-KR" altLang="en-US" sz="1100"/>
        </a:p>
      </dgm:t>
    </dgm:pt>
    <dgm:pt modelId="{12757290-435C-4545-8609-C2EA9A2A64F6}" type="pres">
      <dgm:prSet presAssocID="{D74EC668-C98F-450F-BCD2-E9C29FD5B7B7}" presName="Name0" presStyleCnt="0">
        <dgm:presLayoutVars>
          <dgm:dir/>
          <dgm:resizeHandles val="exact"/>
        </dgm:presLayoutVars>
      </dgm:prSet>
      <dgm:spPr/>
    </dgm:pt>
    <dgm:pt modelId="{0996F002-A9E4-47CA-8E8C-47AB801308CE}" type="pres">
      <dgm:prSet presAssocID="{349FBF4E-6AA9-45CA-9CD9-91221D90B129}" presName="composite" presStyleCnt="0"/>
      <dgm:spPr/>
    </dgm:pt>
    <dgm:pt modelId="{0F81FDA6-7D44-4EC7-B09E-9D2443768FDD}" type="pres">
      <dgm:prSet presAssocID="{349FBF4E-6AA9-45CA-9CD9-91221D90B129}" presName="rect1" presStyleLbl="bgImgPlace1" presStyleIdx="0" presStyleCnt="8"/>
      <dgm:spPr>
        <a:blipFill dpi="0" rotWithShape="1">
          <a:blip xmlns:r="http://schemas.openxmlformats.org/officeDocument/2006/relationships" r:embed="rId1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/>
          </dgm14:cNvPr>
        </a:ext>
      </dgm:extLst>
    </dgm:pt>
    <dgm:pt modelId="{22BAAD93-6AF9-400F-94A5-E46EE6B66B1B}" type="pres">
      <dgm:prSet presAssocID="{349FBF4E-6AA9-45CA-9CD9-91221D90B129}" presName="wedgeRectCallout1" presStyleLbl="node1" presStyleIdx="0" presStyleCnt="8">
        <dgm:presLayoutVars>
          <dgm:bulletEnabled val="1"/>
        </dgm:presLayoutVars>
      </dgm:prSet>
      <dgm:spPr/>
    </dgm:pt>
    <dgm:pt modelId="{141EEA65-AB5B-48D3-868E-A861E5CD6998}" type="pres">
      <dgm:prSet presAssocID="{C511F218-B4B9-4BFF-8070-660EEFE7AEC7}" presName="sibTrans" presStyleCnt="0"/>
      <dgm:spPr/>
    </dgm:pt>
    <dgm:pt modelId="{51FDAB44-297C-4B49-9704-C349CF236158}" type="pres">
      <dgm:prSet presAssocID="{1E98C3AC-03CB-4735-8686-C576DB778A55}" presName="composite" presStyleCnt="0"/>
      <dgm:spPr/>
    </dgm:pt>
    <dgm:pt modelId="{954CE122-C308-444A-AF0E-826246E1FCF3}" type="pres">
      <dgm:prSet presAssocID="{1E98C3AC-03CB-4735-8686-C576DB778A55}" presName="rect1" presStyleLbl="bgImgPlace1" presStyleIdx="1" presStyleCnt="8"/>
      <dgm:spPr>
        <a:blipFill dpi="0" rotWithShape="1">
          <a:blip xmlns:r="http://schemas.openxmlformats.org/officeDocument/2006/relationships" r:embed="rId3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/>
          </dgm14:cNvPr>
        </a:ext>
      </dgm:extLst>
    </dgm:pt>
    <dgm:pt modelId="{18F4BE72-DCD9-41D8-91E6-051065661CDE}" type="pres">
      <dgm:prSet presAssocID="{1E98C3AC-03CB-4735-8686-C576DB778A55}" presName="wedgeRectCallout1" presStyleLbl="node1" presStyleIdx="1" presStyleCnt="8">
        <dgm:presLayoutVars>
          <dgm:bulletEnabled val="1"/>
        </dgm:presLayoutVars>
      </dgm:prSet>
      <dgm:spPr/>
    </dgm:pt>
    <dgm:pt modelId="{451C2818-9A47-4477-A084-AFEA936A0F6C}" type="pres">
      <dgm:prSet presAssocID="{ADA07D63-CF8E-4CFE-8FFE-539978408D75}" presName="sibTrans" presStyleCnt="0"/>
      <dgm:spPr/>
    </dgm:pt>
    <dgm:pt modelId="{886AB2EA-E363-4DDE-A738-E4742DFD53A3}" type="pres">
      <dgm:prSet presAssocID="{A65E75E6-DDF8-41E2-8997-794BB3031764}" presName="composite" presStyleCnt="0"/>
      <dgm:spPr/>
    </dgm:pt>
    <dgm:pt modelId="{2B73B573-819C-46FC-BCAE-39B7933775C3}" type="pres">
      <dgm:prSet presAssocID="{A65E75E6-DDF8-41E2-8997-794BB3031764}" presName="rect1" presStyleLbl="bgImgPlace1" presStyleIdx="2" presStyleCnt="8"/>
      <dgm:spPr>
        <a:blipFill dpi="0" rotWithShape="1">
          <a:blip xmlns:r="http://schemas.openxmlformats.org/officeDocument/2006/relationships" r:embed="rId5"/>
          <a:srcRect/>
          <a:stretch>
            <a:fillRect t="10000" b="10000"/>
          </a:stretch>
        </a:blipFill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/>
          </dgm14:cNvPr>
        </a:ext>
      </dgm:extLst>
    </dgm:pt>
    <dgm:pt modelId="{E713DA36-B80A-4237-A982-70B46641D11C}" type="pres">
      <dgm:prSet presAssocID="{A65E75E6-DDF8-41E2-8997-794BB3031764}" presName="wedgeRectCallout1" presStyleLbl="node1" presStyleIdx="2" presStyleCnt="8">
        <dgm:presLayoutVars>
          <dgm:bulletEnabled val="1"/>
        </dgm:presLayoutVars>
      </dgm:prSet>
      <dgm:spPr/>
    </dgm:pt>
    <dgm:pt modelId="{B047C069-A628-4904-A84B-D0709DCC1E82}" type="pres">
      <dgm:prSet presAssocID="{4B062ECA-1177-4D27-AC1C-7FFEC78CFCB3}" presName="sibTrans" presStyleCnt="0"/>
      <dgm:spPr/>
    </dgm:pt>
    <dgm:pt modelId="{FA8CCBAE-0791-48A7-80BD-82B2AF68B1D5}" type="pres">
      <dgm:prSet presAssocID="{9CE0E909-F141-41C9-AD31-4C9D4C9BC1D7}" presName="composite" presStyleCnt="0"/>
      <dgm:spPr/>
    </dgm:pt>
    <dgm:pt modelId="{17EDDBC2-4E09-42A0-A108-77C6200508F3}" type="pres">
      <dgm:prSet presAssocID="{9CE0E909-F141-41C9-AD31-4C9D4C9BC1D7}" presName="rect1" presStyleLbl="bgImgPlace1" presStyleIdx="3" presStyleCnt="8"/>
      <dgm:spPr>
        <a:blipFill dpi="0" rotWithShape="1">
          <a:blip xmlns:r="http://schemas.openxmlformats.org/officeDocument/2006/relationships" r:embed="rId7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/>
          </dgm14:cNvPr>
        </a:ext>
      </dgm:extLst>
    </dgm:pt>
    <dgm:pt modelId="{BF42DEF6-9EE7-4C84-A1E3-A1D239447BF0}" type="pres">
      <dgm:prSet presAssocID="{9CE0E909-F141-41C9-AD31-4C9D4C9BC1D7}" presName="wedgeRectCallout1" presStyleLbl="node1" presStyleIdx="3" presStyleCnt="8">
        <dgm:presLayoutVars>
          <dgm:bulletEnabled val="1"/>
        </dgm:presLayoutVars>
      </dgm:prSet>
      <dgm:spPr/>
    </dgm:pt>
    <dgm:pt modelId="{A2EC9B66-DAF7-475A-A87D-645D1D92AEDD}" type="pres">
      <dgm:prSet presAssocID="{3AF23CEB-8BB4-4D1F-BF79-0EFE849010A8}" presName="sibTrans" presStyleCnt="0"/>
      <dgm:spPr/>
    </dgm:pt>
    <dgm:pt modelId="{E11C38CC-499E-4CAE-A407-0FCD5643C145}" type="pres">
      <dgm:prSet presAssocID="{54D376EB-0B7F-4E16-81C7-6FD6CB5EBE85}" presName="composite" presStyleCnt="0"/>
      <dgm:spPr/>
    </dgm:pt>
    <dgm:pt modelId="{2252C7E2-B08F-446C-86C8-80B8D179C8E3}" type="pres">
      <dgm:prSet presAssocID="{54D376EB-0B7F-4E16-81C7-6FD6CB5EBE85}" presName="rect1" presStyleLbl="bgImgPlace1" presStyleIdx="4" presStyleCnt="8"/>
      <dgm:spPr>
        <a:blipFill dpi="0" rotWithShape="1">
          <a:blip xmlns:r="http://schemas.openxmlformats.org/officeDocument/2006/relationships" r:embed="rId9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0"/>
          </dgm14:cNvPr>
        </a:ext>
      </dgm:extLst>
    </dgm:pt>
    <dgm:pt modelId="{8CEB8EFD-DA02-4498-9D9E-000BA1F3B9D3}" type="pres">
      <dgm:prSet presAssocID="{54D376EB-0B7F-4E16-81C7-6FD6CB5EBE85}" presName="wedgeRectCallout1" presStyleLbl="node1" presStyleIdx="4" presStyleCnt="8">
        <dgm:presLayoutVars>
          <dgm:bulletEnabled val="1"/>
        </dgm:presLayoutVars>
      </dgm:prSet>
      <dgm:spPr/>
    </dgm:pt>
    <dgm:pt modelId="{12BFC09F-5DA2-4852-B014-FBE9208AF834}" type="pres">
      <dgm:prSet presAssocID="{EBFC8610-B28D-46AF-B7A6-224E1D081A47}" presName="sibTrans" presStyleCnt="0"/>
      <dgm:spPr/>
    </dgm:pt>
    <dgm:pt modelId="{3CB7D15C-F83D-40D9-AEEC-7129272291AE}" type="pres">
      <dgm:prSet presAssocID="{83C03CC4-FF58-4827-BB59-01245DDB18CF}" presName="composite" presStyleCnt="0"/>
      <dgm:spPr/>
    </dgm:pt>
    <dgm:pt modelId="{F68F92CA-9D24-4215-95B3-7954BB926B63}" type="pres">
      <dgm:prSet presAssocID="{83C03CC4-FF58-4827-BB59-01245DDB18CF}" presName="rect1" presStyleLbl="bgImgPlace1" presStyleIdx="5" presStyleCnt="8"/>
      <dgm:spPr>
        <a:blipFill dpi="0" rotWithShape="1">
          <a:blip xmlns:r="http://schemas.openxmlformats.org/officeDocument/2006/relationships" r:embed="rId11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2"/>
          </dgm14:cNvPr>
        </a:ext>
      </dgm:extLst>
    </dgm:pt>
    <dgm:pt modelId="{D1ED6274-8ECA-4DFC-98B2-38018A4916A2}" type="pres">
      <dgm:prSet presAssocID="{83C03CC4-FF58-4827-BB59-01245DDB18CF}" presName="wedgeRectCallout1" presStyleLbl="node1" presStyleIdx="5" presStyleCnt="8">
        <dgm:presLayoutVars>
          <dgm:bulletEnabled val="1"/>
        </dgm:presLayoutVars>
      </dgm:prSet>
      <dgm:spPr/>
    </dgm:pt>
    <dgm:pt modelId="{6837AE5F-8F6D-44E8-B321-34076CF26C57}" type="pres">
      <dgm:prSet presAssocID="{D55D8752-EB1D-472F-A962-1BDC4C5D7FB7}" presName="sibTrans" presStyleCnt="0"/>
      <dgm:spPr/>
    </dgm:pt>
    <dgm:pt modelId="{4BB15EDC-DEB0-44BC-8F15-50CF988E675E}" type="pres">
      <dgm:prSet presAssocID="{DB1AE1EA-0F1B-4C25-BC15-CB35731372B4}" presName="composite" presStyleCnt="0"/>
      <dgm:spPr/>
    </dgm:pt>
    <dgm:pt modelId="{1536F1DF-6CA7-4FEE-910A-C302B44980EE}" type="pres">
      <dgm:prSet presAssocID="{DB1AE1EA-0F1B-4C25-BC15-CB35731372B4}" presName="rect1" presStyleLbl="bgImgPlace1" presStyleIdx="6" presStyleCnt="8"/>
      <dgm:spPr>
        <a:blipFill dpi="0" rotWithShape="1">
          <a:blip xmlns:r="http://schemas.openxmlformats.org/officeDocument/2006/relationships" r:embed="rId13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4"/>
          </dgm14:cNvPr>
        </a:ext>
      </dgm:extLst>
    </dgm:pt>
    <dgm:pt modelId="{A003F4EA-ED6B-48E6-A193-EB42E041887E}" type="pres">
      <dgm:prSet presAssocID="{DB1AE1EA-0F1B-4C25-BC15-CB35731372B4}" presName="wedgeRectCallout1" presStyleLbl="node1" presStyleIdx="6" presStyleCnt="8">
        <dgm:presLayoutVars>
          <dgm:bulletEnabled val="1"/>
        </dgm:presLayoutVars>
      </dgm:prSet>
      <dgm:spPr/>
    </dgm:pt>
    <dgm:pt modelId="{61029D40-FC49-48A3-8137-54F670932A67}" type="pres">
      <dgm:prSet presAssocID="{C505C10B-B88A-4ED2-95B3-7AD86684C35B}" presName="sibTrans" presStyleCnt="0"/>
      <dgm:spPr/>
    </dgm:pt>
    <dgm:pt modelId="{06C35024-05FA-4805-B02B-22BF1C8A6E6A}" type="pres">
      <dgm:prSet presAssocID="{86A67141-4989-4E8B-B539-FFA40C41AADF}" presName="composite" presStyleCnt="0"/>
      <dgm:spPr/>
    </dgm:pt>
    <dgm:pt modelId="{1FBC3086-0E4A-4A19-B32C-F1388CDE5C24}" type="pres">
      <dgm:prSet presAssocID="{86A67141-4989-4E8B-B539-FFA40C41AADF}" presName="rect1" presStyleLbl="bgImgPlace1" presStyleIdx="7" presStyleCnt="8"/>
      <dgm:spPr>
        <a:blipFill dpi="0" rotWithShape="1">
          <a:blip xmlns:r="http://schemas.openxmlformats.org/officeDocument/2006/relationships" r:embed="rId15"/>
          <a:srcRect/>
          <a:stretch>
            <a:fillRect t="10000" b="10000"/>
          </a:stretch>
        </a:blipFill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6"/>
          </dgm14:cNvPr>
        </a:ext>
      </dgm:extLst>
    </dgm:pt>
    <dgm:pt modelId="{B44E11EF-5A22-47DE-8463-8F0CD6F72C9C}" type="pres">
      <dgm:prSet presAssocID="{86A67141-4989-4E8B-B539-FFA40C41AADF}" presName="wedgeRectCallout1" presStyleLbl="node1" presStyleIdx="7" presStyleCnt="8">
        <dgm:presLayoutVars>
          <dgm:bulletEnabled val="1"/>
        </dgm:presLayoutVars>
      </dgm:prSet>
      <dgm:spPr/>
    </dgm:pt>
  </dgm:ptLst>
  <dgm:cxnLst>
    <dgm:cxn modelId="{9920A93B-08AA-431D-B57F-2BC0933383A1}" type="presOf" srcId="{54D376EB-0B7F-4E16-81C7-6FD6CB5EBE85}" destId="{8CEB8EFD-DA02-4498-9D9E-000BA1F3B9D3}" srcOrd="0" destOrd="0" presId="urn:microsoft.com/office/officeart/2008/layout/BendingPictureCaptionList"/>
    <dgm:cxn modelId="{9D6C885D-F07C-4D74-82B5-ECB70AFF06BD}" type="presOf" srcId="{86A67141-4989-4E8B-B539-FFA40C41AADF}" destId="{B44E11EF-5A22-47DE-8463-8F0CD6F72C9C}" srcOrd="0" destOrd="0" presId="urn:microsoft.com/office/officeart/2008/layout/BendingPictureCaptionList"/>
    <dgm:cxn modelId="{843AC75E-DDAD-48BB-9D0D-9F14A00F2818}" srcId="{D74EC668-C98F-450F-BCD2-E9C29FD5B7B7}" destId="{349FBF4E-6AA9-45CA-9CD9-91221D90B129}" srcOrd="0" destOrd="0" parTransId="{ADE28D10-64F2-4B4E-82F4-A8124D5400C8}" sibTransId="{C511F218-B4B9-4BFF-8070-660EEFE7AEC7}"/>
    <dgm:cxn modelId="{FD9C8E47-900F-4C87-A85B-17E18705F514}" type="presOf" srcId="{1E98C3AC-03CB-4735-8686-C576DB778A55}" destId="{18F4BE72-DCD9-41D8-91E6-051065661CDE}" srcOrd="0" destOrd="0" presId="urn:microsoft.com/office/officeart/2008/layout/BendingPictureCaptionList"/>
    <dgm:cxn modelId="{EA275548-8F95-4011-B009-E5C8A7574CA3}" srcId="{D74EC668-C98F-450F-BCD2-E9C29FD5B7B7}" destId="{83C03CC4-FF58-4827-BB59-01245DDB18CF}" srcOrd="5" destOrd="0" parTransId="{32B5BC5F-61A9-491E-9D11-6CDEB1D45F90}" sibTransId="{D55D8752-EB1D-472F-A962-1BDC4C5D7FB7}"/>
    <dgm:cxn modelId="{EC2F456C-8FB4-4150-8357-F6DAA30DFA66}" type="presOf" srcId="{DB1AE1EA-0F1B-4C25-BC15-CB35731372B4}" destId="{A003F4EA-ED6B-48E6-A193-EB42E041887E}" srcOrd="0" destOrd="0" presId="urn:microsoft.com/office/officeart/2008/layout/BendingPictureCaptionList"/>
    <dgm:cxn modelId="{E90A1051-8885-4C25-94A2-078B292354B6}" srcId="{D74EC668-C98F-450F-BCD2-E9C29FD5B7B7}" destId="{A65E75E6-DDF8-41E2-8997-794BB3031764}" srcOrd="2" destOrd="0" parTransId="{B8914C15-49BA-4D03-B95F-FE5ED6133796}" sibTransId="{4B062ECA-1177-4D27-AC1C-7FFEC78CFCB3}"/>
    <dgm:cxn modelId="{48E07890-F293-456F-8402-B62EB1C2B55A}" type="presOf" srcId="{83C03CC4-FF58-4827-BB59-01245DDB18CF}" destId="{D1ED6274-8ECA-4DFC-98B2-38018A4916A2}" srcOrd="0" destOrd="0" presId="urn:microsoft.com/office/officeart/2008/layout/BendingPictureCaptionList"/>
    <dgm:cxn modelId="{B6F55399-2459-4572-B64F-3A59127403D2}" srcId="{D74EC668-C98F-450F-BCD2-E9C29FD5B7B7}" destId="{DB1AE1EA-0F1B-4C25-BC15-CB35731372B4}" srcOrd="6" destOrd="0" parTransId="{5F99F5A9-8004-4594-9E5B-25526BEFFE0F}" sibTransId="{C505C10B-B88A-4ED2-95B3-7AD86684C35B}"/>
    <dgm:cxn modelId="{9D1A7AB1-6719-437C-9DE5-06326995247B}" type="presOf" srcId="{9CE0E909-F141-41C9-AD31-4C9D4C9BC1D7}" destId="{BF42DEF6-9EE7-4C84-A1E3-A1D239447BF0}" srcOrd="0" destOrd="0" presId="urn:microsoft.com/office/officeart/2008/layout/BendingPictureCaptionList"/>
    <dgm:cxn modelId="{2147DCB9-4FF8-4CC4-94F4-F3304DDC1185}" srcId="{D74EC668-C98F-450F-BCD2-E9C29FD5B7B7}" destId="{9CE0E909-F141-41C9-AD31-4C9D4C9BC1D7}" srcOrd="3" destOrd="0" parTransId="{83252E5C-5679-4C34-943F-1561805C4C30}" sibTransId="{3AF23CEB-8BB4-4D1F-BF79-0EFE849010A8}"/>
    <dgm:cxn modelId="{DB294FDB-7A97-4CA3-9F06-F41E097625B4}" srcId="{D74EC668-C98F-450F-BCD2-E9C29FD5B7B7}" destId="{54D376EB-0B7F-4E16-81C7-6FD6CB5EBE85}" srcOrd="4" destOrd="0" parTransId="{22C527DB-E47E-489E-B572-75D49F423A95}" sibTransId="{EBFC8610-B28D-46AF-B7A6-224E1D081A47}"/>
    <dgm:cxn modelId="{E71650E0-F536-4E46-BF71-04AC5168272D}" srcId="{D74EC668-C98F-450F-BCD2-E9C29FD5B7B7}" destId="{1E98C3AC-03CB-4735-8686-C576DB778A55}" srcOrd="1" destOrd="0" parTransId="{1C4C82EE-8803-4C76-93DB-C8D1C870D23A}" sibTransId="{ADA07D63-CF8E-4CFE-8FFE-539978408D75}"/>
    <dgm:cxn modelId="{3B259AE6-7205-4BE7-B071-19902E9AC20B}" type="presOf" srcId="{A65E75E6-DDF8-41E2-8997-794BB3031764}" destId="{E713DA36-B80A-4237-A982-70B46641D11C}" srcOrd="0" destOrd="0" presId="urn:microsoft.com/office/officeart/2008/layout/BendingPictureCaptionList"/>
    <dgm:cxn modelId="{124B9AF5-AEA1-4554-B366-C71AB9C69FD4}" type="presOf" srcId="{349FBF4E-6AA9-45CA-9CD9-91221D90B129}" destId="{22BAAD93-6AF9-400F-94A5-E46EE6B66B1B}" srcOrd="0" destOrd="0" presId="urn:microsoft.com/office/officeart/2008/layout/BendingPictureCaptionList"/>
    <dgm:cxn modelId="{ADBB28F6-9C47-4D97-920F-36CA26147BDD}" srcId="{D74EC668-C98F-450F-BCD2-E9C29FD5B7B7}" destId="{86A67141-4989-4E8B-B539-FFA40C41AADF}" srcOrd="7" destOrd="0" parTransId="{4D9D7457-04C9-4106-B33E-917FAB7832B4}" sibTransId="{5709DC9C-2806-4D10-9B6D-D51880B953F3}"/>
    <dgm:cxn modelId="{79BF43F7-2EAD-4687-BCF9-6140562BB170}" type="presOf" srcId="{D74EC668-C98F-450F-BCD2-E9C29FD5B7B7}" destId="{12757290-435C-4545-8609-C2EA9A2A64F6}" srcOrd="0" destOrd="0" presId="urn:microsoft.com/office/officeart/2008/layout/BendingPictureCaptionList"/>
    <dgm:cxn modelId="{FA7E3F08-658A-4D2C-9604-1FF64C4F9858}" type="presParOf" srcId="{12757290-435C-4545-8609-C2EA9A2A64F6}" destId="{0996F002-A9E4-47CA-8E8C-47AB801308CE}" srcOrd="0" destOrd="0" presId="urn:microsoft.com/office/officeart/2008/layout/BendingPictureCaptionList"/>
    <dgm:cxn modelId="{1E45E709-7086-4BBC-8AED-67B4BFC88A47}" type="presParOf" srcId="{0996F002-A9E4-47CA-8E8C-47AB801308CE}" destId="{0F81FDA6-7D44-4EC7-B09E-9D2443768FDD}" srcOrd="0" destOrd="0" presId="urn:microsoft.com/office/officeart/2008/layout/BendingPictureCaptionList"/>
    <dgm:cxn modelId="{D8D24C38-BD95-4D7B-BA2A-247633CBEB4D}" type="presParOf" srcId="{0996F002-A9E4-47CA-8E8C-47AB801308CE}" destId="{22BAAD93-6AF9-400F-94A5-E46EE6B66B1B}" srcOrd="1" destOrd="0" presId="urn:microsoft.com/office/officeart/2008/layout/BendingPictureCaptionList"/>
    <dgm:cxn modelId="{D523F9E4-8A3A-4EFF-84C6-51E10A6322DC}" type="presParOf" srcId="{12757290-435C-4545-8609-C2EA9A2A64F6}" destId="{141EEA65-AB5B-48D3-868E-A861E5CD6998}" srcOrd="1" destOrd="0" presId="urn:microsoft.com/office/officeart/2008/layout/BendingPictureCaptionList"/>
    <dgm:cxn modelId="{5BA6BAE2-ACA8-4621-8278-39693E54F2CA}" type="presParOf" srcId="{12757290-435C-4545-8609-C2EA9A2A64F6}" destId="{51FDAB44-297C-4B49-9704-C349CF236158}" srcOrd="2" destOrd="0" presId="urn:microsoft.com/office/officeart/2008/layout/BendingPictureCaptionList"/>
    <dgm:cxn modelId="{033CEB11-ACB3-4712-A24F-9F939B93D630}" type="presParOf" srcId="{51FDAB44-297C-4B49-9704-C349CF236158}" destId="{954CE122-C308-444A-AF0E-826246E1FCF3}" srcOrd="0" destOrd="0" presId="urn:microsoft.com/office/officeart/2008/layout/BendingPictureCaptionList"/>
    <dgm:cxn modelId="{0AB4D12F-377A-4567-AA8B-556B1F5F246E}" type="presParOf" srcId="{51FDAB44-297C-4B49-9704-C349CF236158}" destId="{18F4BE72-DCD9-41D8-91E6-051065661CDE}" srcOrd="1" destOrd="0" presId="urn:microsoft.com/office/officeart/2008/layout/BendingPictureCaptionList"/>
    <dgm:cxn modelId="{DE61C4B9-7675-472A-9558-5C5FB3E4A200}" type="presParOf" srcId="{12757290-435C-4545-8609-C2EA9A2A64F6}" destId="{451C2818-9A47-4477-A084-AFEA936A0F6C}" srcOrd="3" destOrd="0" presId="urn:microsoft.com/office/officeart/2008/layout/BendingPictureCaptionList"/>
    <dgm:cxn modelId="{3A22BD21-02BB-4F9B-9BD4-DC87D6A5EF04}" type="presParOf" srcId="{12757290-435C-4545-8609-C2EA9A2A64F6}" destId="{886AB2EA-E363-4DDE-A738-E4742DFD53A3}" srcOrd="4" destOrd="0" presId="urn:microsoft.com/office/officeart/2008/layout/BendingPictureCaptionList"/>
    <dgm:cxn modelId="{8AC44840-465B-45F0-BF9B-DB86F713BA9B}" type="presParOf" srcId="{886AB2EA-E363-4DDE-A738-E4742DFD53A3}" destId="{2B73B573-819C-46FC-BCAE-39B7933775C3}" srcOrd="0" destOrd="0" presId="urn:microsoft.com/office/officeart/2008/layout/BendingPictureCaptionList"/>
    <dgm:cxn modelId="{9EEE6C84-D2D7-4B66-BD1C-2D88582E19C6}" type="presParOf" srcId="{886AB2EA-E363-4DDE-A738-E4742DFD53A3}" destId="{E713DA36-B80A-4237-A982-70B46641D11C}" srcOrd="1" destOrd="0" presId="urn:microsoft.com/office/officeart/2008/layout/BendingPictureCaptionList"/>
    <dgm:cxn modelId="{09E34090-05DB-449E-ABAD-2DE8F3EFCE74}" type="presParOf" srcId="{12757290-435C-4545-8609-C2EA9A2A64F6}" destId="{B047C069-A628-4904-A84B-D0709DCC1E82}" srcOrd="5" destOrd="0" presId="urn:microsoft.com/office/officeart/2008/layout/BendingPictureCaptionList"/>
    <dgm:cxn modelId="{58C52B8D-354F-4789-AF0C-4DDCDBC6753F}" type="presParOf" srcId="{12757290-435C-4545-8609-C2EA9A2A64F6}" destId="{FA8CCBAE-0791-48A7-80BD-82B2AF68B1D5}" srcOrd="6" destOrd="0" presId="urn:microsoft.com/office/officeart/2008/layout/BendingPictureCaptionList"/>
    <dgm:cxn modelId="{12936C48-EA69-4899-813E-F6FE59ED2D9C}" type="presParOf" srcId="{FA8CCBAE-0791-48A7-80BD-82B2AF68B1D5}" destId="{17EDDBC2-4E09-42A0-A108-77C6200508F3}" srcOrd="0" destOrd="0" presId="urn:microsoft.com/office/officeart/2008/layout/BendingPictureCaptionList"/>
    <dgm:cxn modelId="{955407B8-4DA7-4E0F-978B-AEAD14A1D2EF}" type="presParOf" srcId="{FA8CCBAE-0791-48A7-80BD-82B2AF68B1D5}" destId="{BF42DEF6-9EE7-4C84-A1E3-A1D239447BF0}" srcOrd="1" destOrd="0" presId="urn:microsoft.com/office/officeart/2008/layout/BendingPictureCaptionList"/>
    <dgm:cxn modelId="{44B08897-1E47-4DAC-B323-BA2DB6345DED}" type="presParOf" srcId="{12757290-435C-4545-8609-C2EA9A2A64F6}" destId="{A2EC9B66-DAF7-475A-A87D-645D1D92AEDD}" srcOrd="7" destOrd="0" presId="urn:microsoft.com/office/officeart/2008/layout/BendingPictureCaptionList"/>
    <dgm:cxn modelId="{B553FAD3-9D57-4D2B-9F70-DADB16052980}" type="presParOf" srcId="{12757290-435C-4545-8609-C2EA9A2A64F6}" destId="{E11C38CC-499E-4CAE-A407-0FCD5643C145}" srcOrd="8" destOrd="0" presId="urn:microsoft.com/office/officeart/2008/layout/BendingPictureCaptionList"/>
    <dgm:cxn modelId="{8390E18E-E8C5-411A-88A8-D63858FE6F5D}" type="presParOf" srcId="{E11C38CC-499E-4CAE-A407-0FCD5643C145}" destId="{2252C7E2-B08F-446C-86C8-80B8D179C8E3}" srcOrd="0" destOrd="0" presId="urn:microsoft.com/office/officeart/2008/layout/BendingPictureCaptionList"/>
    <dgm:cxn modelId="{02653272-CC92-4A65-9ACE-A11B9E0C771E}" type="presParOf" srcId="{E11C38CC-499E-4CAE-A407-0FCD5643C145}" destId="{8CEB8EFD-DA02-4498-9D9E-000BA1F3B9D3}" srcOrd="1" destOrd="0" presId="urn:microsoft.com/office/officeart/2008/layout/BendingPictureCaptionList"/>
    <dgm:cxn modelId="{99A2B04D-829A-405D-864C-7B989E96B910}" type="presParOf" srcId="{12757290-435C-4545-8609-C2EA9A2A64F6}" destId="{12BFC09F-5DA2-4852-B014-FBE9208AF834}" srcOrd="9" destOrd="0" presId="urn:microsoft.com/office/officeart/2008/layout/BendingPictureCaptionList"/>
    <dgm:cxn modelId="{273F157C-FDFA-44DE-9684-169094E1853B}" type="presParOf" srcId="{12757290-435C-4545-8609-C2EA9A2A64F6}" destId="{3CB7D15C-F83D-40D9-AEEC-7129272291AE}" srcOrd="10" destOrd="0" presId="urn:microsoft.com/office/officeart/2008/layout/BendingPictureCaptionList"/>
    <dgm:cxn modelId="{D96E14BF-B398-4040-A2E9-2B3C849B7A4B}" type="presParOf" srcId="{3CB7D15C-F83D-40D9-AEEC-7129272291AE}" destId="{F68F92CA-9D24-4215-95B3-7954BB926B63}" srcOrd="0" destOrd="0" presId="urn:microsoft.com/office/officeart/2008/layout/BendingPictureCaptionList"/>
    <dgm:cxn modelId="{865341CB-FF3D-4029-9EC8-2DA7D600972D}" type="presParOf" srcId="{3CB7D15C-F83D-40D9-AEEC-7129272291AE}" destId="{D1ED6274-8ECA-4DFC-98B2-38018A4916A2}" srcOrd="1" destOrd="0" presId="urn:microsoft.com/office/officeart/2008/layout/BendingPictureCaptionList"/>
    <dgm:cxn modelId="{1024CD22-6204-46D3-AC22-A6FE21779B39}" type="presParOf" srcId="{12757290-435C-4545-8609-C2EA9A2A64F6}" destId="{6837AE5F-8F6D-44E8-B321-34076CF26C57}" srcOrd="11" destOrd="0" presId="urn:microsoft.com/office/officeart/2008/layout/BendingPictureCaptionList"/>
    <dgm:cxn modelId="{9F50A104-F5DA-42AC-8500-17BF1DA038DD}" type="presParOf" srcId="{12757290-435C-4545-8609-C2EA9A2A64F6}" destId="{4BB15EDC-DEB0-44BC-8F15-50CF988E675E}" srcOrd="12" destOrd="0" presId="urn:microsoft.com/office/officeart/2008/layout/BendingPictureCaptionList"/>
    <dgm:cxn modelId="{A1A3577D-C8E7-4380-860C-EFE674DF686C}" type="presParOf" srcId="{4BB15EDC-DEB0-44BC-8F15-50CF988E675E}" destId="{1536F1DF-6CA7-4FEE-910A-C302B44980EE}" srcOrd="0" destOrd="0" presId="urn:microsoft.com/office/officeart/2008/layout/BendingPictureCaptionList"/>
    <dgm:cxn modelId="{6A5E5ECF-6692-47CF-9EA5-87DCED065DF1}" type="presParOf" srcId="{4BB15EDC-DEB0-44BC-8F15-50CF988E675E}" destId="{A003F4EA-ED6B-48E6-A193-EB42E041887E}" srcOrd="1" destOrd="0" presId="urn:microsoft.com/office/officeart/2008/layout/BendingPictureCaptionList"/>
    <dgm:cxn modelId="{81DCE421-EB18-412A-8C53-8D47E2766553}" type="presParOf" srcId="{12757290-435C-4545-8609-C2EA9A2A64F6}" destId="{61029D40-FC49-48A3-8137-54F670932A67}" srcOrd="13" destOrd="0" presId="urn:microsoft.com/office/officeart/2008/layout/BendingPictureCaptionList"/>
    <dgm:cxn modelId="{EDB209D5-1AF2-47B2-90AF-D94D12E75684}" type="presParOf" srcId="{12757290-435C-4545-8609-C2EA9A2A64F6}" destId="{06C35024-05FA-4805-B02B-22BF1C8A6E6A}" srcOrd="14" destOrd="0" presId="urn:microsoft.com/office/officeart/2008/layout/BendingPictureCaptionList"/>
    <dgm:cxn modelId="{3ECD00C9-6DB4-4465-8F0D-55A6D835C5EF}" type="presParOf" srcId="{06C35024-05FA-4805-B02B-22BF1C8A6E6A}" destId="{1FBC3086-0E4A-4A19-B32C-F1388CDE5C24}" srcOrd="0" destOrd="0" presId="urn:microsoft.com/office/officeart/2008/layout/BendingPictureCaptionList"/>
    <dgm:cxn modelId="{2FB1F347-971C-47E8-B072-7B1238CB695A}" type="presParOf" srcId="{06C35024-05FA-4805-B02B-22BF1C8A6E6A}" destId="{B44E11EF-5A22-47DE-8463-8F0CD6F72C9C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F5C6CCD-A5AB-4BDC-B0AB-8DA21C85DC1E}" type="doc">
      <dgm:prSet loTypeId="urn:microsoft.com/office/officeart/2009/3/layout/SubStep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99374BD7-230D-488C-A4B2-7B638F610F18}">
      <dgm:prSet phldrT="[텍스트]"/>
      <dgm:spPr/>
      <dgm:t>
        <a:bodyPr/>
        <a:lstStyle/>
        <a:p>
          <a:pPr latinLnBrk="1"/>
          <a:r>
            <a:rPr lang="ko-KR" altLang="en-US" dirty="0">
              <a:solidFill>
                <a:schemeClr val="tx2"/>
              </a:solidFill>
              <a:latin typeface="HY견고딕" panose="02030600000101010101" pitchFamily="18" charset="-127"/>
              <a:ea typeface="HY견고딕" panose="02030600000101010101" pitchFamily="18" charset="-127"/>
            </a:rPr>
            <a:t>주소</a:t>
          </a:r>
          <a:br>
            <a:rPr lang="en-US" altLang="ko-KR" dirty="0">
              <a:solidFill>
                <a:schemeClr val="tx2"/>
              </a:solidFill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dirty="0">
              <a:solidFill>
                <a:schemeClr val="tx2"/>
              </a:solidFill>
              <a:latin typeface="HY견고딕" panose="02030600000101010101" pitchFamily="18" charset="-127"/>
              <a:ea typeface="HY견고딕" panose="02030600000101010101" pitchFamily="18" charset="-127"/>
            </a:rPr>
            <a:t>만들기</a:t>
          </a:r>
        </a:p>
      </dgm:t>
    </dgm:pt>
    <dgm:pt modelId="{A673D5BC-7216-4A80-80ED-739809CF3A25}" type="parTrans" cxnId="{B739D740-4721-4FA9-9055-920AA10B0137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12D5103F-E7A3-4D3D-8427-67135FDC4B8E}" type="sibTrans" cxnId="{B739D740-4721-4FA9-9055-920AA10B0137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62E84E8E-8EBB-4402-B1A5-7F1C0C2AC0F0}">
      <dgm:prSet phldrT="[텍스트]"/>
      <dgm:spPr/>
      <dgm:t>
        <a:bodyPr/>
        <a:lstStyle/>
        <a:p>
          <a:pPr latinLnBrk="1"/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템플릿</a:t>
          </a:r>
          <a:br>
            <a:rPr lang="en-US" altLang="ko-KR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선택</a:t>
          </a:r>
        </a:p>
      </dgm:t>
    </dgm:pt>
    <dgm:pt modelId="{71CF1D59-69B9-4C24-AC33-FD2CC3D1DF95}" type="parTrans" cxnId="{195FA9A0-23F1-4F1A-9804-E43F4FB4E11A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A4A5FB53-FB5C-40EB-9EE0-FD852D0BA970}" type="sibTrans" cxnId="{195FA9A0-23F1-4F1A-9804-E43F4FB4E11A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E3665B12-9778-4027-9FE5-D3369B0BB242}">
      <dgm:prSet phldrT="[텍스트]"/>
      <dgm:spPr/>
      <dgm:t>
        <a:bodyPr/>
        <a:lstStyle/>
        <a:p>
          <a:pPr latinLnBrk="1"/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메뉴</a:t>
          </a:r>
          <a:br>
            <a:rPr lang="en-US" altLang="ko-KR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만들기</a:t>
          </a:r>
        </a:p>
      </dgm:t>
    </dgm:pt>
    <dgm:pt modelId="{A0A30A9C-D4B9-4B35-9056-B96F91B1E2E6}" type="parTrans" cxnId="{D95DDC47-20D2-4679-83AF-522481A1523A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4B403710-0FAF-4F25-B991-DD09B2A4F788}" type="sibTrans" cxnId="{D95DDC47-20D2-4679-83AF-522481A1523A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55B39DC6-6246-4C0B-9A72-3F09CA3CA34A}">
      <dgm:prSet phldrT="[텍스트]"/>
      <dgm:spPr/>
      <dgm:t>
        <a:bodyPr/>
        <a:lstStyle/>
        <a:p>
          <a:pPr latinLnBrk="1"/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페이지</a:t>
          </a:r>
          <a:br>
            <a:rPr lang="en-US" altLang="ko-KR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편집</a:t>
          </a:r>
        </a:p>
      </dgm:t>
    </dgm:pt>
    <dgm:pt modelId="{67B57249-9F05-4667-99B2-8C0CC537C601}" type="parTrans" cxnId="{E71188BC-5B3F-4EB2-B4C9-AD36165D49C4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CD0FBF12-7A85-4306-9D8E-0F366476B67A}" type="sibTrans" cxnId="{E71188BC-5B3F-4EB2-B4C9-AD36165D49C4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82AB7511-2D1D-4F23-A7F2-C6836E7384A4}">
      <dgm:prSet phldrT="[텍스트]"/>
      <dgm:spPr/>
      <dgm:t>
        <a:bodyPr/>
        <a:lstStyle/>
        <a:p>
          <a:pPr latinLnBrk="1"/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사이트</a:t>
          </a:r>
          <a:br>
            <a:rPr lang="en-US" altLang="ko-KR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게시</a:t>
          </a:r>
        </a:p>
      </dgm:t>
    </dgm:pt>
    <dgm:pt modelId="{676D8F22-0CEA-4A33-8C4C-0DBBB167F885}" type="parTrans" cxnId="{5CD2DB3C-BAF5-41A8-BA7D-39BFE6058A90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CB27F080-AC20-4590-B207-AEAA0AB07D5B}" type="sibTrans" cxnId="{5CD2DB3C-BAF5-41A8-BA7D-39BFE6058A90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8E1FA3FE-175C-4CD5-9420-DC353849805A}">
      <dgm:prSet phldrT="[텍스트]"/>
      <dgm:spPr/>
      <dgm:t>
        <a:bodyPr/>
        <a:lstStyle/>
        <a:p>
          <a:pPr latinLnBrk="1"/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회원가입</a:t>
          </a:r>
          <a:br>
            <a:rPr lang="en-US" altLang="ko-KR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dirty="0">
              <a:latin typeface="HY견고딕" panose="02030600000101010101" pitchFamily="18" charset="-127"/>
              <a:ea typeface="HY견고딕" panose="02030600000101010101" pitchFamily="18" charset="-127"/>
            </a:rPr>
            <a:t>및 로그인</a:t>
          </a:r>
        </a:p>
      </dgm:t>
    </dgm:pt>
    <dgm:pt modelId="{AC3175D8-BE60-4721-A10E-DF4557184421}" type="parTrans" cxnId="{2019DDC7-9100-4ABF-9747-42D5F7E8DA57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05BFB558-5455-422E-B9A1-CB0FFA5A6113}" type="sibTrans" cxnId="{2019DDC7-9100-4ABF-9747-42D5F7E8DA57}">
      <dgm:prSet/>
      <dgm:spPr/>
      <dgm:t>
        <a:bodyPr/>
        <a:lstStyle/>
        <a:p>
          <a:pPr latinLnBrk="1"/>
          <a:endParaRPr lang="ko-KR" altLang="en-US">
            <a:latin typeface="HY견고딕" panose="02030600000101010101" pitchFamily="18" charset="-127"/>
            <a:ea typeface="HY견고딕" panose="02030600000101010101" pitchFamily="18" charset="-127"/>
          </a:endParaRPr>
        </a:p>
      </dgm:t>
    </dgm:pt>
    <dgm:pt modelId="{4795983C-8543-43E0-9589-AED6EF598105}" type="pres">
      <dgm:prSet presAssocID="{2F5C6CCD-A5AB-4BDC-B0AB-8DA21C85DC1E}" presName="Name0" presStyleCnt="0">
        <dgm:presLayoutVars>
          <dgm:chMax val="7"/>
          <dgm:dir/>
          <dgm:animOne val="branch"/>
        </dgm:presLayoutVars>
      </dgm:prSet>
      <dgm:spPr/>
    </dgm:pt>
    <dgm:pt modelId="{D8AEB59C-5D2D-4C62-BDBD-0986A658FBEE}" type="pres">
      <dgm:prSet presAssocID="{8E1FA3FE-175C-4CD5-9420-DC353849805A}" presName="parTx1" presStyleLbl="node1" presStyleIdx="0" presStyleCnt="6"/>
      <dgm:spPr/>
    </dgm:pt>
    <dgm:pt modelId="{3CEC0F77-ABB3-4618-870A-722C5D19F48F}" type="pres">
      <dgm:prSet presAssocID="{99374BD7-230D-488C-A4B2-7B638F610F18}" presName="parTx2" presStyleLbl="node1" presStyleIdx="1" presStyleCnt="6"/>
      <dgm:spPr/>
    </dgm:pt>
    <dgm:pt modelId="{D057C97A-DCEF-44DC-BB40-B07AB1A11B42}" type="pres">
      <dgm:prSet presAssocID="{62E84E8E-8EBB-4402-B1A5-7F1C0C2AC0F0}" presName="parTx3" presStyleLbl="node1" presStyleIdx="2" presStyleCnt="6"/>
      <dgm:spPr/>
    </dgm:pt>
    <dgm:pt modelId="{CD3CDC51-B57E-4EFC-AF9F-F6B710ACFBFA}" type="pres">
      <dgm:prSet presAssocID="{E3665B12-9778-4027-9FE5-D3369B0BB242}" presName="parTx4" presStyleLbl="node1" presStyleIdx="3" presStyleCnt="6"/>
      <dgm:spPr/>
    </dgm:pt>
    <dgm:pt modelId="{2211CBC4-0D62-414C-838B-9609A31FDE62}" type="pres">
      <dgm:prSet presAssocID="{55B39DC6-6246-4C0B-9A72-3F09CA3CA34A}" presName="parTx5" presStyleLbl="node1" presStyleIdx="4" presStyleCnt="6"/>
      <dgm:spPr/>
    </dgm:pt>
    <dgm:pt modelId="{27611A9A-884E-4819-BB66-471E13767E42}" type="pres">
      <dgm:prSet presAssocID="{82AB7511-2D1D-4F23-A7F2-C6836E7384A4}" presName="parTx6" presStyleLbl="node1" presStyleIdx="5" presStyleCnt="6"/>
      <dgm:spPr/>
    </dgm:pt>
  </dgm:ptLst>
  <dgm:cxnLst>
    <dgm:cxn modelId="{AEDBBF1E-0B8D-426B-97A5-267D9471A708}" type="presOf" srcId="{8E1FA3FE-175C-4CD5-9420-DC353849805A}" destId="{D8AEB59C-5D2D-4C62-BDBD-0986A658FBEE}" srcOrd="0" destOrd="0" presId="urn:microsoft.com/office/officeart/2009/3/layout/SubStepProcess"/>
    <dgm:cxn modelId="{95DFB135-C320-49DD-8A5A-ADF2BBA5CE2B}" type="presOf" srcId="{55B39DC6-6246-4C0B-9A72-3F09CA3CA34A}" destId="{2211CBC4-0D62-414C-838B-9609A31FDE62}" srcOrd="0" destOrd="0" presId="urn:microsoft.com/office/officeart/2009/3/layout/SubStepProcess"/>
    <dgm:cxn modelId="{5CD2DB3C-BAF5-41A8-BA7D-39BFE6058A90}" srcId="{2F5C6CCD-A5AB-4BDC-B0AB-8DA21C85DC1E}" destId="{82AB7511-2D1D-4F23-A7F2-C6836E7384A4}" srcOrd="5" destOrd="0" parTransId="{676D8F22-0CEA-4A33-8C4C-0DBBB167F885}" sibTransId="{CB27F080-AC20-4590-B207-AEAA0AB07D5B}"/>
    <dgm:cxn modelId="{B739D740-4721-4FA9-9055-920AA10B0137}" srcId="{2F5C6CCD-A5AB-4BDC-B0AB-8DA21C85DC1E}" destId="{99374BD7-230D-488C-A4B2-7B638F610F18}" srcOrd="1" destOrd="0" parTransId="{A673D5BC-7216-4A80-80ED-739809CF3A25}" sibTransId="{12D5103F-E7A3-4D3D-8427-67135FDC4B8E}"/>
    <dgm:cxn modelId="{D95DDC47-20D2-4679-83AF-522481A1523A}" srcId="{2F5C6CCD-A5AB-4BDC-B0AB-8DA21C85DC1E}" destId="{E3665B12-9778-4027-9FE5-D3369B0BB242}" srcOrd="3" destOrd="0" parTransId="{A0A30A9C-D4B9-4B35-9056-B96F91B1E2E6}" sibTransId="{4B403710-0FAF-4F25-B991-DD09B2A4F788}"/>
    <dgm:cxn modelId="{F6E4D168-3A6B-49AE-AB82-0C4364F6B047}" type="presOf" srcId="{82AB7511-2D1D-4F23-A7F2-C6836E7384A4}" destId="{27611A9A-884E-4819-BB66-471E13767E42}" srcOrd="0" destOrd="0" presId="urn:microsoft.com/office/officeart/2009/3/layout/SubStepProcess"/>
    <dgm:cxn modelId="{DC52EE4F-5027-4184-8FB5-1E794DBF5F09}" type="presOf" srcId="{99374BD7-230D-488C-A4B2-7B638F610F18}" destId="{3CEC0F77-ABB3-4618-870A-722C5D19F48F}" srcOrd="0" destOrd="0" presId="urn:microsoft.com/office/officeart/2009/3/layout/SubStepProcess"/>
    <dgm:cxn modelId="{B627A48D-6B86-4832-9410-7C3431A9E465}" type="presOf" srcId="{62E84E8E-8EBB-4402-B1A5-7F1C0C2AC0F0}" destId="{D057C97A-DCEF-44DC-BB40-B07AB1A11B42}" srcOrd="0" destOrd="0" presId="urn:microsoft.com/office/officeart/2009/3/layout/SubStepProcess"/>
    <dgm:cxn modelId="{195FA9A0-23F1-4F1A-9804-E43F4FB4E11A}" srcId="{2F5C6CCD-A5AB-4BDC-B0AB-8DA21C85DC1E}" destId="{62E84E8E-8EBB-4402-B1A5-7F1C0C2AC0F0}" srcOrd="2" destOrd="0" parTransId="{71CF1D59-69B9-4C24-AC33-FD2CC3D1DF95}" sibTransId="{A4A5FB53-FB5C-40EB-9EE0-FD852D0BA970}"/>
    <dgm:cxn modelId="{E4DCDDA9-CCB2-43B4-BC20-5272734F7F17}" type="presOf" srcId="{E3665B12-9778-4027-9FE5-D3369B0BB242}" destId="{CD3CDC51-B57E-4EFC-AF9F-F6B710ACFBFA}" srcOrd="0" destOrd="0" presId="urn:microsoft.com/office/officeart/2009/3/layout/SubStepProcess"/>
    <dgm:cxn modelId="{E71188BC-5B3F-4EB2-B4C9-AD36165D49C4}" srcId="{2F5C6CCD-A5AB-4BDC-B0AB-8DA21C85DC1E}" destId="{55B39DC6-6246-4C0B-9A72-3F09CA3CA34A}" srcOrd="4" destOrd="0" parTransId="{67B57249-9F05-4667-99B2-8C0CC537C601}" sibTransId="{CD0FBF12-7A85-4306-9D8E-0F366476B67A}"/>
    <dgm:cxn modelId="{2019DDC7-9100-4ABF-9747-42D5F7E8DA57}" srcId="{2F5C6CCD-A5AB-4BDC-B0AB-8DA21C85DC1E}" destId="{8E1FA3FE-175C-4CD5-9420-DC353849805A}" srcOrd="0" destOrd="0" parTransId="{AC3175D8-BE60-4721-A10E-DF4557184421}" sibTransId="{05BFB558-5455-422E-B9A1-CB0FFA5A6113}"/>
    <dgm:cxn modelId="{FA31C4CE-7A7A-404D-B109-85270461B920}" type="presOf" srcId="{2F5C6CCD-A5AB-4BDC-B0AB-8DA21C85DC1E}" destId="{4795983C-8543-43E0-9589-AED6EF598105}" srcOrd="0" destOrd="0" presId="urn:microsoft.com/office/officeart/2009/3/layout/SubStepProcess"/>
    <dgm:cxn modelId="{4EA110BD-3EDD-49DD-B796-AAC6DD4FE8E3}" type="presParOf" srcId="{4795983C-8543-43E0-9589-AED6EF598105}" destId="{D8AEB59C-5D2D-4C62-BDBD-0986A658FBEE}" srcOrd="0" destOrd="0" presId="urn:microsoft.com/office/officeart/2009/3/layout/SubStepProcess"/>
    <dgm:cxn modelId="{F8F53DF5-706A-42B4-8F58-18C818ECB1DE}" type="presParOf" srcId="{4795983C-8543-43E0-9589-AED6EF598105}" destId="{3CEC0F77-ABB3-4618-870A-722C5D19F48F}" srcOrd="1" destOrd="0" presId="urn:microsoft.com/office/officeart/2009/3/layout/SubStepProcess"/>
    <dgm:cxn modelId="{EA921E10-BB97-45C2-8E84-9E33BC60EE27}" type="presParOf" srcId="{4795983C-8543-43E0-9589-AED6EF598105}" destId="{D057C97A-DCEF-44DC-BB40-B07AB1A11B42}" srcOrd="2" destOrd="0" presId="urn:microsoft.com/office/officeart/2009/3/layout/SubStepProcess"/>
    <dgm:cxn modelId="{A6CB8633-B1B2-4B6B-9441-8E3F98D69D4D}" type="presParOf" srcId="{4795983C-8543-43E0-9589-AED6EF598105}" destId="{CD3CDC51-B57E-4EFC-AF9F-F6B710ACFBFA}" srcOrd="3" destOrd="0" presId="urn:microsoft.com/office/officeart/2009/3/layout/SubStepProcess"/>
    <dgm:cxn modelId="{1037BDA1-F906-4C9E-9FE5-E4C21499E8BD}" type="presParOf" srcId="{4795983C-8543-43E0-9589-AED6EF598105}" destId="{2211CBC4-0D62-414C-838B-9609A31FDE62}" srcOrd="4" destOrd="0" presId="urn:microsoft.com/office/officeart/2009/3/layout/SubStepProcess"/>
    <dgm:cxn modelId="{5D37DE8A-77B5-43FF-8D84-F4E78EE377A3}" type="presParOf" srcId="{4795983C-8543-43E0-9589-AED6EF598105}" destId="{27611A9A-884E-4819-BB66-471E13767E42}" srcOrd="5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85CD4-F787-4DB9-825D-C387C40C1D24}">
      <dsp:nvSpPr>
        <dsp:cNvPr id="0" name=""/>
        <dsp:cNvSpPr/>
      </dsp:nvSpPr>
      <dsp:spPr>
        <a:xfrm>
          <a:off x="-5978177" y="-914788"/>
          <a:ext cx="7116720" cy="7116720"/>
        </a:xfrm>
        <a:prstGeom prst="blockArc">
          <a:avLst>
            <a:gd name="adj1" fmla="val 18900000"/>
            <a:gd name="adj2" fmla="val 2700000"/>
            <a:gd name="adj3" fmla="val 304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E313E5-567A-4CAF-B342-357478DC0224}">
      <dsp:nvSpPr>
        <dsp:cNvPr id="0" name=""/>
        <dsp:cNvSpPr/>
      </dsp:nvSpPr>
      <dsp:spPr>
        <a:xfrm>
          <a:off x="595904" y="406475"/>
          <a:ext cx="8978662" cy="81337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5616" tIns="88900" rIns="88900" bIns="88900" numCol="1" spcCol="1270" anchor="ctr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3500" kern="1200"/>
            <a:t>컴퓨터란</a:t>
          </a:r>
          <a:r>
            <a:rPr kumimoji="1" lang="en-US" sz="3500" kern="1200"/>
            <a:t>?</a:t>
          </a:r>
          <a:endParaRPr lang="ko-KR" sz="3500" kern="1200"/>
        </a:p>
      </dsp:txBody>
      <dsp:txXfrm>
        <a:off x="595904" y="406475"/>
        <a:ext cx="8978662" cy="813374"/>
      </dsp:txXfrm>
    </dsp:sp>
    <dsp:sp modelId="{C4FD4970-7497-4DCF-B5CA-A32A2BC6FC1A}">
      <dsp:nvSpPr>
        <dsp:cNvPr id="0" name=""/>
        <dsp:cNvSpPr/>
      </dsp:nvSpPr>
      <dsp:spPr>
        <a:xfrm>
          <a:off x="87546" y="304803"/>
          <a:ext cx="1016717" cy="101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AFAF93-6599-45AF-B5AD-525FFAD569DC}">
      <dsp:nvSpPr>
        <dsp:cNvPr id="0" name=""/>
        <dsp:cNvSpPr/>
      </dsp:nvSpPr>
      <dsp:spPr>
        <a:xfrm>
          <a:off x="1062230" y="1626748"/>
          <a:ext cx="8512336" cy="813374"/>
        </a:xfrm>
        <a:prstGeom prst="rect">
          <a:avLst/>
        </a:prstGeom>
        <a:gradFill rotWithShape="0">
          <a:gsLst>
            <a:gs pos="0">
              <a:schemeClr val="accent5">
                <a:hueOff val="-3777253"/>
                <a:satOff val="18289"/>
                <a:lumOff val="-108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777253"/>
                <a:satOff val="18289"/>
                <a:lumOff val="-108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777253"/>
                <a:satOff val="18289"/>
                <a:lumOff val="-108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5616" tIns="88900" rIns="88900" bIns="88900" numCol="1" spcCol="1270" anchor="ctr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3500" kern="1200"/>
            <a:t>인공지능 </a:t>
          </a:r>
          <a:r>
            <a:rPr kumimoji="1" lang="en-US" sz="3500" kern="1200"/>
            <a:t>(AI, Artificial</a:t>
          </a:r>
          <a:r>
            <a:rPr kumimoji="1" lang="ko-KR" sz="3500" kern="1200"/>
            <a:t> </a:t>
          </a:r>
          <a:r>
            <a:rPr kumimoji="1" lang="en-US" sz="3500" kern="1200"/>
            <a:t>Intelligence)</a:t>
          </a:r>
          <a:endParaRPr lang="ko-KR" sz="3500" kern="1200"/>
        </a:p>
      </dsp:txBody>
      <dsp:txXfrm>
        <a:off x="1062230" y="1626748"/>
        <a:ext cx="8512336" cy="813374"/>
      </dsp:txXfrm>
    </dsp:sp>
    <dsp:sp modelId="{AF5FE3A8-428A-4E2B-93B5-E635BE5054D4}">
      <dsp:nvSpPr>
        <dsp:cNvPr id="0" name=""/>
        <dsp:cNvSpPr/>
      </dsp:nvSpPr>
      <dsp:spPr>
        <a:xfrm>
          <a:off x="553872" y="1525076"/>
          <a:ext cx="1016717" cy="101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777253"/>
              <a:satOff val="18289"/>
              <a:lumOff val="-1085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9B75F32-6EED-4E39-8682-83B4C2D9A01D}">
      <dsp:nvSpPr>
        <dsp:cNvPr id="0" name=""/>
        <dsp:cNvSpPr/>
      </dsp:nvSpPr>
      <dsp:spPr>
        <a:xfrm>
          <a:off x="1062230" y="2847020"/>
          <a:ext cx="8512336" cy="813374"/>
        </a:xfrm>
        <a:prstGeom prst="rect">
          <a:avLst/>
        </a:prstGeom>
        <a:gradFill rotWithShape="0">
          <a:gsLst>
            <a:gs pos="0">
              <a:schemeClr val="accent5">
                <a:hueOff val="-7554505"/>
                <a:satOff val="36579"/>
                <a:lumOff val="-216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54505"/>
                <a:satOff val="36579"/>
                <a:lumOff val="-216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54505"/>
                <a:satOff val="36579"/>
                <a:lumOff val="-216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5616" tIns="88900" rIns="88900" bIns="88900" numCol="1" spcCol="1270" anchor="ctr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ko-KR" sz="3500" kern="1200" dirty="0"/>
            <a:t>AI </a:t>
          </a:r>
          <a:r>
            <a:rPr kumimoji="1" lang="ko-KR" altLang="en-US" sz="3500" kern="1200" dirty="0"/>
            <a:t>프롬프트</a:t>
          </a:r>
          <a:r>
            <a:rPr kumimoji="1" lang="en-US" altLang="ko-KR" sz="3500" kern="1200" dirty="0"/>
            <a:t>, </a:t>
          </a:r>
          <a:r>
            <a:rPr kumimoji="1" lang="ko-KR" altLang="en-US" sz="3500" kern="1200" dirty="0" err="1"/>
            <a:t>노코딩</a:t>
          </a:r>
          <a:r>
            <a:rPr kumimoji="1" lang="ko-KR" altLang="en-US" sz="3500" kern="1200" dirty="0"/>
            <a:t> 툴</a:t>
          </a:r>
          <a:endParaRPr lang="ko-KR" sz="3500" kern="1200" dirty="0"/>
        </a:p>
      </dsp:txBody>
      <dsp:txXfrm>
        <a:off x="1062230" y="2847020"/>
        <a:ext cx="8512336" cy="813374"/>
      </dsp:txXfrm>
    </dsp:sp>
    <dsp:sp modelId="{212B3FF2-7234-4A90-A33B-2CE9AAC5E6A2}">
      <dsp:nvSpPr>
        <dsp:cNvPr id="0" name=""/>
        <dsp:cNvSpPr/>
      </dsp:nvSpPr>
      <dsp:spPr>
        <a:xfrm>
          <a:off x="553872" y="2745349"/>
          <a:ext cx="1016717" cy="101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7554505"/>
              <a:satOff val="36579"/>
              <a:lumOff val="-2169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BF8D1C9-804F-4BBB-8D38-12C28CC38C19}">
      <dsp:nvSpPr>
        <dsp:cNvPr id="0" name=""/>
        <dsp:cNvSpPr/>
      </dsp:nvSpPr>
      <dsp:spPr>
        <a:xfrm>
          <a:off x="595904" y="4067293"/>
          <a:ext cx="8978662" cy="813374"/>
        </a:xfrm>
        <a:prstGeom prst="rect">
          <a:avLst/>
        </a:prstGeom>
        <a:gradFill rotWithShape="0">
          <a:gsLst>
            <a:gs pos="0">
              <a:schemeClr val="accent5">
                <a:hueOff val="-11331758"/>
                <a:satOff val="54868"/>
                <a:lumOff val="-325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31758"/>
                <a:satOff val="54868"/>
                <a:lumOff val="-325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31758"/>
                <a:satOff val="54868"/>
                <a:lumOff val="-325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5616" tIns="88900" rIns="88900" bIns="88900" numCol="1" spcCol="1270" anchor="ctr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500" kern="1200" dirty="0"/>
            <a:t>크리에이터 링크 활용</a:t>
          </a:r>
          <a:endParaRPr lang="ko-KR" sz="3500" kern="1200" dirty="0"/>
        </a:p>
      </dsp:txBody>
      <dsp:txXfrm>
        <a:off x="595904" y="4067293"/>
        <a:ext cx="8978662" cy="813374"/>
      </dsp:txXfrm>
    </dsp:sp>
    <dsp:sp modelId="{A80196B6-5F70-4BAF-808D-E9F0D0A8AE5B}">
      <dsp:nvSpPr>
        <dsp:cNvPr id="0" name=""/>
        <dsp:cNvSpPr/>
      </dsp:nvSpPr>
      <dsp:spPr>
        <a:xfrm>
          <a:off x="87546" y="3965621"/>
          <a:ext cx="1016717" cy="101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11331758"/>
              <a:satOff val="54868"/>
              <a:lumOff val="-325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80EC9-7B35-4E10-AB1F-19671B0314B0}">
      <dsp:nvSpPr>
        <dsp:cNvPr id="0" name=""/>
        <dsp:cNvSpPr/>
      </dsp:nvSpPr>
      <dsp:spPr>
        <a:xfrm>
          <a:off x="365835" y="1067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4BECC96-699B-4ECD-94A3-471D07878A3B}">
      <dsp:nvSpPr>
        <dsp:cNvPr id="0" name=""/>
        <dsp:cNvSpPr/>
      </dsp:nvSpPr>
      <dsp:spPr>
        <a:xfrm>
          <a:off x="514454" y="1190021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주판</a:t>
          </a:r>
        </a:p>
      </dsp:txBody>
      <dsp:txXfrm>
        <a:off x="514454" y="1190021"/>
        <a:ext cx="1469679" cy="462370"/>
      </dsp:txXfrm>
    </dsp:sp>
    <dsp:sp modelId="{B325DA75-17E2-4636-8AD4-1819E9DB6234}">
      <dsp:nvSpPr>
        <dsp:cNvPr id="0" name=""/>
        <dsp:cNvSpPr/>
      </dsp:nvSpPr>
      <dsp:spPr>
        <a:xfrm>
          <a:off x="2182292" y="21531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F34A2E2-1DB7-4059-90A3-09B7A983624D}">
      <dsp:nvSpPr>
        <dsp:cNvPr id="0" name=""/>
        <dsp:cNvSpPr/>
      </dsp:nvSpPr>
      <dsp:spPr>
        <a:xfrm>
          <a:off x="2330912" y="1190021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1133176"/>
                <a:satOff val="5487"/>
                <a:lumOff val="-3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3176"/>
                <a:satOff val="5487"/>
                <a:lumOff val="-3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3176"/>
                <a:satOff val="5487"/>
                <a:lumOff val="-3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 err="1"/>
            <a:t>pascaline</a:t>
          </a:r>
          <a:endParaRPr lang="ko-KR" altLang="en-US" sz="1200" kern="1200" dirty="0"/>
        </a:p>
      </dsp:txBody>
      <dsp:txXfrm>
        <a:off x="2330912" y="1190021"/>
        <a:ext cx="1469679" cy="462370"/>
      </dsp:txXfrm>
    </dsp:sp>
    <dsp:sp modelId="{336CBD08-7D69-4CA3-A0AD-D2FDCCE035BA}">
      <dsp:nvSpPr>
        <dsp:cNvPr id="0" name=""/>
        <dsp:cNvSpPr/>
      </dsp:nvSpPr>
      <dsp:spPr>
        <a:xfrm>
          <a:off x="3998750" y="1067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19E548C-F053-475F-8C07-D771CEFEF4E6}">
      <dsp:nvSpPr>
        <dsp:cNvPr id="0" name=""/>
        <dsp:cNvSpPr/>
      </dsp:nvSpPr>
      <dsp:spPr>
        <a:xfrm>
          <a:off x="4147369" y="1190021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2266352"/>
                <a:satOff val="10974"/>
                <a:lumOff val="-65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66352"/>
                <a:satOff val="10974"/>
                <a:lumOff val="-65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66352"/>
                <a:satOff val="10974"/>
                <a:lumOff val="-65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라이프니츠계산기</a:t>
          </a:r>
        </a:p>
      </dsp:txBody>
      <dsp:txXfrm>
        <a:off x="4147369" y="1190021"/>
        <a:ext cx="1469679" cy="462370"/>
      </dsp:txXfrm>
    </dsp:sp>
    <dsp:sp modelId="{35284086-54D7-415D-BFA1-381A8FA5C5C4}">
      <dsp:nvSpPr>
        <dsp:cNvPr id="0" name=""/>
        <dsp:cNvSpPr/>
      </dsp:nvSpPr>
      <dsp:spPr>
        <a:xfrm>
          <a:off x="5815207" y="1067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BD9256B-E057-4476-AA06-A87A561A058D}">
      <dsp:nvSpPr>
        <dsp:cNvPr id="0" name=""/>
        <dsp:cNvSpPr/>
      </dsp:nvSpPr>
      <dsp:spPr>
        <a:xfrm>
          <a:off x="5963826" y="1190021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3399527"/>
                <a:satOff val="16460"/>
                <a:lumOff val="-9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99527"/>
                <a:satOff val="16460"/>
                <a:lumOff val="-9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99527"/>
                <a:satOff val="16460"/>
                <a:lumOff val="-9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차분기관</a:t>
          </a:r>
        </a:p>
      </dsp:txBody>
      <dsp:txXfrm>
        <a:off x="5963826" y="1190021"/>
        <a:ext cx="1469679" cy="462370"/>
      </dsp:txXfrm>
    </dsp:sp>
    <dsp:sp modelId="{357A98C3-8793-4EE9-A6C5-0F04E1E4978A}">
      <dsp:nvSpPr>
        <dsp:cNvPr id="0" name=""/>
        <dsp:cNvSpPr/>
      </dsp:nvSpPr>
      <dsp:spPr>
        <a:xfrm>
          <a:off x="7631664" y="1067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AFE0660-8F37-4EF7-839A-BF9F906EBA12}">
      <dsp:nvSpPr>
        <dsp:cNvPr id="0" name=""/>
        <dsp:cNvSpPr/>
      </dsp:nvSpPr>
      <dsp:spPr>
        <a:xfrm>
          <a:off x="7780283" y="1190021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4532703"/>
                <a:satOff val="21947"/>
                <a:lumOff val="-130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32703"/>
                <a:satOff val="21947"/>
                <a:lumOff val="-130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32703"/>
                <a:satOff val="21947"/>
                <a:lumOff val="-130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해석기관</a:t>
          </a:r>
        </a:p>
      </dsp:txBody>
      <dsp:txXfrm>
        <a:off x="7780283" y="1190021"/>
        <a:ext cx="1469679" cy="462370"/>
      </dsp:txXfrm>
    </dsp:sp>
    <dsp:sp modelId="{59B3223D-4BC5-40EF-9E59-5B4543C227B2}">
      <dsp:nvSpPr>
        <dsp:cNvPr id="0" name=""/>
        <dsp:cNvSpPr/>
      </dsp:nvSpPr>
      <dsp:spPr>
        <a:xfrm>
          <a:off x="365835" y="1817525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223E435A-87F5-4F57-BCC8-FDBEFB5AD38E}">
      <dsp:nvSpPr>
        <dsp:cNvPr id="0" name=""/>
        <dsp:cNvSpPr/>
      </dsp:nvSpPr>
      <dsp:spPr>
        <a:xfrm>
          <a:off x="514454" y="3006478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5665879"/>
                <a:satOff val="27434"/>
                <a:lumOff val="-162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665879"/>
                <a:satOff val="27434"/>
                <a:lumOff val="-162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665879"/>
                <a:satOff val="27434"/>
                <a:lumOff val="-162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 err="1"/>
            <a:t>애니그마</a:t>
          </a:r>
          <a:endParaRPr lang="ko-KR" altLang="en-US" sz="1200" kern="1200" dirty="0"/>
        </a:p>
      </dsp:txBody>
      <dsp:txXfrm>
        <a:off x="514454" y="3006478"/>
        <a:ext cx="1469679" cy="462370"/>
      </dsp:txXfrm>
    </dsp:sp>
    <dsp:sp modelId="{AF2AA03C-9162-44FE-9FBA-542489A3C46A}">
      <dsp:nvSpPr>
        <dsp:cNvPr id="0" name=""/>
        <dsp:cNvSpPr/>
      </dsp:nvSpPr>
      <dsp:spPr>
        <a:xfrm>
          <a:off x="2182292" y="1817525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6AE0410-DC13-45BB-979E-EBA7ACDD0CB8}">
      <dsp:nvSpPr>
        <dsp:cNvPr id="0" name=""/>
        <dsp:cNvSpPr/>
      </dsp:nvSpPr>
      <dsp:spPr>
        <a:xfrm>
          <a:off x="2330912" y="3006478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6799055"/>
                <a:satOff val="32921"/>
                <a:lumOff val="-195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99055"/>
                <a:satOff val="32921"/>
                <a:lumOff val="-195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99055"/>
                <a:satOff val="32921"/>
                <a:lumOff val="-195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Bombe</a:t>
          </a:r>
          <a:endParaRPr lang="ko-KR" altLang="en-US" sz="1200" kern="1200" dirty="0"/>
        </a:p>
      </dsp:txBody>
      <dsp:txXfrm>
        <a:off x="2330912" y="3006478"/>
        <a:ext cx="1469679" cy="462370"/>
      </dsp:txXfrm>
    </dsp:sp>
    <dsp:sp modelId="{1100874C-1FDF-49DF-8C6B-746A479E0F40}">
      <dsp:nvSpPr>
        <dsp:cNvPr id="0" name=""/>
        <dsp:cNvSpPr/>
      </dsp:nvSpPr>
      <dsp:spPr>
        <a:xfrm>
          <a:off x="3998750" y="1817525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4872DAC-6E2A-4127-92DD-D863C3C00CF1}">
      <dsp:nvSpPr>
        <dsp:cNvPr id="0" name=""/>
        <dsp:cNvSpPr/>
      </dsp:nvSpPr>
      <dsp:spPr>
        <a:xfrm>
          <a:off x="4147369" y="3006478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7932231"/>
                <a:satOff val="38408"/>
                <a:lumOff val="-22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932231"/>
                <a:satOff val="38408"/>
                <a:lumOff val="-22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932231"/>
                <a:satOff val="38408"/>
                <a:lumOff val="-22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ENIAC</a:t>
          </a:r>
          <a:endParaRPr lang="ko-KR" altLang="en-US" sz="1200" kern="1200" dirty="0"/>
        </a:p>
      </dsp:txBody>
      <dsp:txXfrm>
        <a:off x="4147369" y="3006478"/>
        <a:ext cx="1469679" cy="462370"/>
      </dsp:txXfrm>
    </dsp:sp>
    <dsp:sp modelId="{8EC7AC09-0DF8-432B-BB43-6AC14AA99905}">
      <dsp:nvSpPr>
        <dsp:cNvPr id="0" name=""/>
        <dsp:cNvSpPr/>
      </dsp:nvSpPr>
      <dsp:spPr>
        <a:xfrm>
          <a:off x="5815207" y="1817525"/>
          <a:ext cx="1651324" cy="1321059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2F313BE-F2B3-49F6-8417-50842AB36218}">
      <dsp:nvSpPr>
        <dsp:cNvPr id="0" name=""/>
        <dsp:cNvSpPr/>
      </dsp:nvSpPr>
      <dsp:spPr>
        <a:xfrm>
          <a:off x="5963826" y="3006478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9065406"/>
                <a:satOff val="43894"/>
                <a:lumOff val="-260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065406"/>
                <a:satOff val="43894"/>
                <a:lumOff val="-260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065406"/>
                <a:satOff val="43894"/>
                <a:lumOff val="-260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EDSAC</a:t>
          </a:r>
          <a:endParaRPr lang="ko-KR" altLang="en-US" sz="1200" kern="1200" dirty="0"/>
        </a:p>
      </dsp:txBody>
      <dsp:txXfrm>
        <a:off x="5963826" y="3006478"/>
        <a:ext cx="1469679" cy="462370"/>
      </dsp:txXfrm>
    </dsp:sp>
    <dsp:sp modelId="{0695C4DA-D941-4C5E-8283-2B53B83E3F27}">
      <dsp:nvSpPr>
        <dsp:cNvPr id="0" name=""/>
        <dsp:cNvSpPr/>
      </dsp:nvSpPr>
      <dsp:spPr>
        <a:xfrm>
          <a:off x="7631664" y="1817525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54DCC8E-641E-41E8-844C-FC651D6C7282}">
      <dsp:nvSpPr>
        <dsp:cNvPr id="0" name=""/>
        <dsp:cNvSpPr/>
      </dsp:nvSpPr>
      <dsp:spPr>
        <a:xfrm>
          <a:off x="7780283" y="3006478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10198582"/>
                <a:satOff val="49381"/>
                <a:lumOff val="-29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98582"/>
                <a:satOff val="49381"/>
                <a:lumOff val="-29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98582"/>
                <a:satOff val="49381"/>
                <a:lumOff val="-29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EDVAC</a:t>
          </a:r>
          <a:endParaRPr lang="ko-KR" altLang="en-US" sz="1200" kern="1200" dirty="0"/>
        </a:p>
      </dsp:txBody>
      <dsp:txXfrm>
        <a:off x="7780283" y="3006478"/>
        <a:ext cx="1469679" cy="462370"/>
      </dsp:txXfrm>
    </dsp:sp>
    <dsp:sp modelId="{0CD561AD-9C38-42E0-AC69-C138D8BEEFF9}">
      <dsp:nvSpPr>
        <dsp:cNvPr id="0" name=""/>
        <dsp:cNvSpPr/>
      </dsp:nvSpPr>
      <dsp:spPr>
        <a:xfrm>
          <a:off x="3998750" y="3633982"/>
          <a:ext cx="1651324" cy="1321059"/>
        </a:xfrm>
        <a:prstGeom prst="rect">
          <a:avLst/>
        </a:prstGeom>
        <a:blipFill dpi="0" rotWithShape="1"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BEB3BFC-9725-4950-8429-C919AC2FF348}">
      <dsp:nvSpPr>
        <dsp:cNvPr id="0" name=""/>
        <dsp:cNvSpPr/>
      </dsp:nvSpPr>
      <dsp:spPr>
        <a:xfrm>
          <a:off x="4147369" y="4822936"/>
          <a:ext cx="1469679" cy="462370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5">
                <a:hueOff val="-11331758"/>
                <a:satOff val="54868"/>
                <a:lumOff val="-325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31758"/>
                <a:satOff val="54868"/>
                <a:lumOff val="-325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31758"/>
                <a:satOff val="54868"/>
                <a:lumOff val="-325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양자컴퓨터</a:t>
          </a:r>
          <a:br>
            <a:rPr lang="en-US" altLang="ko-KR" sz="1200" kern="1200" dirty="0"/>
          </a:br>
          <a:r>
            <a:rPr lang="en-US" altLang="ko-KR" sz="1200" kern="1200" dirty="0"/>
            <a:t>willow</a:t>
          </a:r>
          <a:endParaRPr lang="ko-KR" altLang="en-US" sz="1200" kern="1200" dirty="0"/>
        </a:p>
      </dsp:txBody>
      <dsp:txXfrm>
        <a:off x="4147369" y="4822936"/>
        <a:ext cx="1469679" cy="4623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5E467-3CE2-465B-9765-1453C21C9115}">
      <dsp:nvSpPr>
        <dsp:cNvPr id="0" name=""/>
        <dsp:cNvSpPr/>
      </dsp:nvSpPr>
      <dsp:spPr>
        <a:xfrm>
          <a:off x="5742" y="335887"/>
          <a:ext cx="2480430" cy="185158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118110" rIns="39370" bIns="39370" numCol="1" spcCol="1270" anchor="t" anchorCtr="0">
          <a:noAutofit/>
        </a:bodyPr>
        <a:lstStyle/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HDD</a:t>
          </a:r>
          <a:endParaRPr lang="ko-KR" sz="3100" kern="1200"/>
        </a:p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FDD</a:t>
          </a:r>
          <a:endParaRPr lang="ko-KR" sz="3100" kern="1200"/>
        </a:p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3100" kern="1200" dirty="0"/>
            <a:t>자기테이프</a:t>
          </a:r>
        </a:p>
      </dsp:txBody>
      <dsp:txXfrm>
        <a:off x="49127" y="379272"/>
        <a:ext cx="2393660" cy="1808203"/>
      </dsp:txXfrm>
    </dsp:sp>
    <dsp:sp modelId="{96E0D9B2-9791-43DF-B829-B8F6E5409460}">
      <dsp:nvSpPr>
        <dsp:cNvPr id="0" name=""/>
        <dsp:cNvSpPr/>
      </dsp:nvSpPr>
      <dsp:spPr>
        <a:xfrm>
          <a:off x="5742" y="2187476"/>
          <a:ext cx="2480430" cy="79618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34290" bIns="0" numCol="1" spcCol="1270" anchor="ctr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700" kern="1200"/>
            <a:t>자기</a:t>
          </a:r>
          <a:r>
            <a:rPr lang="en-US" sz="2700" kern="1200"/>
            <a:t>(</a:t>
          </a:r>
          <a:r>
            <a:rPr lang="ko-KR" sz="2700" kern="1200"/>
            <a:t>자석</a:t>
          </a:r>
          <a:r>
            <a:rPr lang="en-US" sz="2700" kern="1200"/>
            <a:t>)</a:t>
          </a:r>
          <a:endParaRPr lang="ko-KR" sz="2700" kern="1200"/>
        </a:p>
      </dsp:txBody>
      <dsp:txXfrm>
        <a:off x="5742" y="2187476"/>
        <a:ext cx="1746782" cy="796183"/>
      </dsp:txXfrm>
    </dsp:sp>
    <dsp:sp modelId="{9FBA9CD7-4BCB-4B4E-912E-1E7973E0AF01}">
      <dsp:nvSpPr>
        <dsp:cNvPr id="0" name=""/>
        <dsp:cNvSpPr/>
      </dsp:nvSpPr>
      <dsp:spPr>
        <a:xfrm>
          <a:off x="1822692" y="2313942"/>
          <a:ext cx="868150" cy="868150"/>
        </a:xfrm>
        <a:prstGeom prst="ellipse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717B13D-1AB6-43A4-8055-52DC8583C6FA}">
      <dsp:nvSpPr>
        <dsp:cNvPr id="0" name=""/>
        <dsp:cNvSpPr/>
      </dsp:nvSpPr>
      <dsp:spPr>
        <a:xfrm>
          <a:off x="2905921" y="335887"/>
          <a:ext cx="2480430" cy="185158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5665879"/>
              <a:satOff val="27434"/>
              <a:lumOff val="-162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118110" rIns="39370" bIns="39370" numCol="1" spcCol="1270" anchor="t" anchorCtr="0">
          <a:noAutofit/>
        </a:bodyPr>
        <a:lstStyle/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CD</a:t>
          </a:r>
          <a:endParaRPr lang="ko-KR" sz="3100" kern="1200" dirty="0"/>
        </a:p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DVD</a:t>
          </a:r>
          <a:endParaRPr lang="ko-KR" sz="3100" kern="1200" dirty="0"/>
        </a:p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Zip-Disk</a:t>
          </a:r>
          <a:endParaRPr lang="ko-KR" sz="3100" kern="1200" dirty="0"/>
        </a:p>
      </dsp:txBody>
      <dsp:txXfrm>
        <a:off x="2949306" y="379272"/>
        <a:ext cx="2393660" cy="1808203"/>
      </dsp:txXfrm>
    </dsp:sp>
    <dsp:sp modelId="{5D0096A7-A721-408F-80BE-7E1256B37F37}">
      <dsp:nvSpPr>
        <dsp:cNvPr id="0" name=""/>
        <dsp:cNvSpPr/>
      </dsp:nvSpPr>
      <dsp:spPr>
        <a:xfrm>
          <a:off x="2905921" y="2187476"/>
          <a:ext cx="2480430" cy="796183"/>
        </a:xfrm>
        <a:prstGeom prst="rect">
          <a:avLst/>
        </a:prstGeom>
        <a:gradFill rotWithShape="0">
          <a:gsLst>
            <a:gs pos="0">
              <a:schemeClr val="accent5">
                <a:hueOff val="-5665879"/>
                <a:satOff val="27434"/>
                <a:lumOff val="-162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665879"/>
                <a:satOff val="27434"/>
                <a:lumOff val="-162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665879"/>
                <a:satOff val="27434"/>
                <a:lumOff val="-162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5665879"/>
              <a:satOff val="27434"/>
              <a:lumOff val="-1627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34290" bIns="0" numCol="1" spcCol="1270" anchor="ctr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700" kern="1200" dirty="0"/>
            <a:t>광</a:t>
          </a:r>
          <a:r>
            <a:rPr lang="en-US" sz="2700" kern="1200" dirty="0"/>
            <a:t>(</a:t>
          </a:r>
          <a:r>
            <a:rPr lang="ko-KR" sz="2700" kern="1200" dirty="0"/>
            <a:t>빛</a:t>
          </a:r>
          <a:r>
            <a:rPr lang="en-US" sz="2700" kern="1200" dirty="0"/>
            <a:t>)</a:t>
          </a:r>
          <a:endParaRPr lang="ko-KR" sz="2700" kern="1200" dirty="0"/>
        </a:p>
      </dsp:txBody>
      <dsp:txXfrm>
        <a:off x="2905921" y="2187476"/>
        <a:ext cx="1746782" cy="796183"/>
      </dsp:txXfrm>
    </dsp:sp>
    <dsp:sp modelId="{65714B43-3141-437B-8898-2CE77A390160}">
      <dsp:nvSpPr>
        <dsp:cNvPr id="0" name=""/>
        <dsp:cNvSpPr/>
      </dsp:nvSpPr>
      <dsp:spPr>
        <a:xfrm>
          <a:off x="4722871" y="2313942"/>
          <a:ext cx="868150" cy="868150"/>
        </a:xfrm>
        <a:prstGeom prst="ellipse">
          <a:avLst/>
        </a:prstGeom>
        <a:solidFill>
          <a:schemeClr val="accent5">
            <a:tint val="40000"/>
            <a:alpha val="90000"/>
            <a:hueOff val="-6160556"/>
            <a:satOff val="14330"/>
            <a:lumOff val="-204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F991D2C-C41B-47D6-8E8D-87C49D8BA32D}">
      <dsp:nvSpPr>
        <dsp:cNvPr id="0" name=""/>
        <dsp:cNvSpPr/>
      </dsp:nvSpPr>
      <dsp:spPr>
        <a:xfrm>
          <a:off x="5806100" y="335887"/>
          <a:ext cx="2480430" cy="185158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11331758"/>
              <a:satOff val="54868"/>
              <a:lumOff val="-325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118110" rIns="39370" bIns="39370" numCol="1" spcCol="1270" anchor="t" anchorCtr="0">
          <a:noAutofit/>
        </a:bodyPr>
        <a:lstStyle/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SSD</a:t>
          </a:r>
          <a:endParaRPr lang="ko-KR" sz="3100" kern="1200"/>
        </a:p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USB </a:t>
          </a:r>
          <a:r>
            <a:rPr lang="ko-KR" sz="3100" kern="1200"/>
            <a:t>메모리</a:t>
          </a:r>
        </a:p>
      </dsp:txBody>
      <dsp:txXfrm>
        <a:off x="5849485" y="379272"/>
        <a:ext cx="2393660" cy="1808203"/>
      </dsp:txXfrm>
    </dsp:sp>
    <dsp:sp modelId="{CE3071BC-DE9F-4C13-AE6C-9FD310F288FB}">
      <dsp:nvSpPr>
        <dsp:cNvPr id="0" name=""/>
        <dsp:cNvSpPr/>
      </dsp:nvSpPr>
      <dsp:spPr>
        <a:xfrm>
          <a:off x="5806100" y="2187476"/>
          <a:ext cx="2480430" cy="796183"/>
        </a:xfrm>
        <a:prstGeom prst="rect">
          <a:avLst/>
        </a:prstGeom>
        <a:gradFill rotWithShape="0">
          <a:gsLst>
            <a:gs pos="0">
              <a:schemeClr val="accent5">
                <a:hueOff val="-11331758"/>
                <a:satOff val="54868"/>
                <a:lumOff val="-325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31758"/>
                <a:satOff val="54868"/>
                <a:lumOff val="-325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31758"/>
                <a:satOff val="54868"/>
                <a:lumOff val="-325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1331758"/>
              <a:satOff val="54868"/>
              <a:lumOff val="-3254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34290" bIns="0" numCol="1" spcCol="1270" anchor="ctr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700" kern="1200"/>
            <a:t>전기</a:t>
          </a:r>
          <a:r>
            <a:rPr lang="en-US" sz="2700" kern="1200"/>
            <a:t>(</a:t>
          </a:r>
          <a:r>
            <a:rPr lang="ko-KR" sz="2700" kern="1200"/>
            <a:t>전자</a:t>
          </a:r>
          <a:r>
            <a:rPr lang="en-US" sz="2700" kern="1200"/>
            <a:t>)</a:t>
          </a:r>
          <a:endParaRPr lang="ko-KR" sz="2700" kern="1200"/>
        </a:p>
      </dsp:txBody>
      <dsp:txXfrm>
        <a:off x="5806100" y="2187476"/>
        <a:ext cx="1746782" cy="796183"/>
      </dsp:txXfrm>
    </dsp:sp>
    <dsp:sp modelId="{DBDBE908-238C-4733-B4ED-20EEFA16C6F1}">
      <dsp:nvSpPr>
        <dsp:cNvPr id="0" name=""/>
        <dsp:cNvSpPr/>
      </dsp:nvSpPr>
      <dsp:spPr>
        <a:xfrm>
          <a:off x="7623050" y="2313942"/>
          <a:ext cx="868150" cy="868150"/>
        </a:xfrm>
        <a:prstGeom prst="ellipse">
          <a:avLst/>
        </a:prstGeom>
        <a:solidFill>
          <a:schemeClr val="accent5">
            <a:tint val="40000"/>
            <a:alpha val="90000"/>
            <a:hueOff val="-12321113"/>
            <a:satOff val="28659"/>
            <a:lumOff val="-409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1F5B8-1C5B-4261-90E6-911F06EAF81B}">
      <dsp:nvSpPr>
        <dsp:cNvPr id="0" name=""/>
        <dsp:cNvSpPr/>
      </dsp:nvSpPr>
      <dsp:spPr>
        <a:xfrm>
          <a:off x="47" y="44296"/>
          <a:ext cx="4508752" cy="7200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 err="1"/>
            <a:t>기본입력장치</a:t>
          </a:r>
          <a:endParaRPr lang="ko-KR" altLang="en-US" sz="2500" kern="1200" dirty="0"/>
        </a:p>
      </dsp:txBody>
      <dsp:txXfrm>
        <a:off x="47" y="44296"/>
        <a:ext cx="4508752" cy="720000"/>
      </dsp:txXfrm>
    </dsp:sp>
    <dsp:sp modelId="{2C768C12-AB03-402C-A900-09E5DC20E8CD}">
      <dsp:nvSpPr>
        <dsp:cNvPr id="0" name=""/>
        <dsp:cNvSpPr/>
      </dsp:nvSpPr>
      <dsp:spPr>
        <a:xfrm>
          <a:off x="47" y="764296"/>
          <a:ext cx="4508752" cy="447778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/>
            <a:t>키보드</a:t>
          </a:r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/>
            <a:t>마우스</a:t>
          </a:r>
          <a:endParaRPr lang="en-US" altLang="ko-KR" sz="2500" kern="1200" dirty="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 err="1"/>
            <a:t>트랙볼</a:t>
          </a:r>
          <a:endParaRPr lang="en-US" altLang="ko-KR" sz="2500" kern="1200" dirty="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/>
            <a:t>터치패드</a:t>
          </a:r>
          <a:endParaRPr lang="en-US" altLang="ko-KR" sz="2500" kern="1200" dirty="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/>
            <a:t>음성</a:t>
          </a:r>
          <a:endParaRPr lang="en-US" altLang="ko-KR" sz="2500" kern="1200" dirty="0"/>
        </a:p>
      </dsp:txBody>
      <dsp:txXfrm>
        <a:off x="47" y="764296"/>
        <a:ext cx="4508752" cy="4477781"/>
      </dsp:txXfrm>
    </dsp:sp>
    <dsp:sp modelId="{53512F7A-BC00-418C-B55B-46E3F2125675}">
      <dsp:nvSpPr>
        <dsp:cNvPr id="0" name=""/>
        <dsp:cNvSpPr/>
      </dsp:nvSpPr>
      <dsp:spPr>
        <a:xfrm>
          <a:off x="5140025" y="44296"/>
          <a:ext cx="4508752" cy="720000"/>
        </a:xfrm>
        <a:prstGeom prst="rect">
          <a:avLst/>
        </a:prstGeom>
        <a:gradFill rotWithShape="0">
          <a:gsLst>
            <a:gs pos="0">
              <a:schemeClr val="accent5">
                <a:hueOff val="-11331758"/>
                <a:satOff val="54868"/>
                <a:lumOff val="-325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31758"/>
                <a:satOff val="54868"/>
                <a:lumOff val="-325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31758"/>
                <a:satOff val="54868"/>
                <a:lumOff val="-325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1331758"/>
              <a:satOff val="54868"/>
              <a:lumOff val="-325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/>
            <a:t>기타 입력장치</a:t>
          </a:r>
        </a:p>
      </dsp:txBody>
      <dsp:txXfrm>
        <a:off x="5140025" y="44296"/>
        <a:ext cx="4508752" cy="720000"/>
      </dsp:txXfrm>
    </dsp:sp>
    <dsp:sp modelId="{30263E5B-A5E6-4854-B1CC-2C98264F1EA6}">
      <dsp:nvSpPr>
        <dsp:cNvPr id="0" name=""/>
        <dsp:cNvSpPr/>
      </dsp:nvSpPr>
      <dsp:spPr>
        <a:xfrm>
          <a:off x="5140025" y="764296"/>
          <a:ext cx="4508752" cy="4477781"/>
        </a:xfrm>
        <a:prstGeom prst="rect">
          <a:avLst/>
        </a:prstGeom>
        <a:solidFill>
          <a:schemeClr val="accent5">
            <a:tint val="40000"/>
            <a:alpha val="90000"/>
            <a:hueOff val="-12321113"/>
            <a:satOff val="28659"/>
            <a:lumOff val="-409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12321113"/>
              <a:satOff val="28659"/>
              <a:lumOff val="-409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500" kern="1200" dirty="0"/>
            <a:t>OMR </a:t>
          </a:r>
          <a:br>
            <a:rPr lang="en-US" altLang="ko-KR" sz="2500" kern="1200" dirty="0"/>
          </a:br>
          <a:r>
            <a:rPr lang="en-US" altLang="ko-KR" sz="2500" kern="1200" dirty="0"/>
            <a:t>(O</a:t>
          </a:r>
          <a:r>
            <a:rPr lang="en-US" sz="2500" b="0" i="0" kern="1200" dirty="0"/>
            <a:t>ptical Mark Recognition)</a:t>
          </a:r>
          <a:endParaRPr lang="ko-KR" altLang="en-US" sz="2500" kern="1200" dirty="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500" kern="1200" dirty="0"/>
            <a:t>OCR</a:t>
          </a:r>
          <a:br>
            <a:rPr lang="en-US" altLang="ko-KR" sz="2500" kern="1200" dirty="0"/>
          </a:br>
          <a:r>
            <a:rPr lang="en-US" altLang="ko-KR" sz="2500" kern="1200" dirty="0"/>
            <a:t>(</a:t>
          </a:r>
          <a:r>
            <a:rPr lang="en-US" sz="2500" b="0" i="0" kern="1200" dirty="0"/>
            <a:t>Optical Character Recognition)</a:t>
          </a:r>
          <a:endParaRPr lang="en-US" altLang="ko-KR" sz="2500" kern="1200" dirty="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500" kern="1200" dirty="0"/>
            <a:t>MICR</a:t>
          </a:r>
          <a:br>
            <a:rPr lang="en-US" altLang="ko-KR" sz="2500" kern="1200" dirty="0"/>
          </a:br>
          <a:r>
            <a:rPr lang="en-US" altLang="ko-KR" sz="2500" kern="1200" dirty="0"/>
            <a:t>(</a:t>
          </a:r>
          <a:r>
            <a:rPr lang="en-US" sz="2500" b="0" i="0" kern="1200" dirty="0"/>
            <a:t>Magnetic ink character recognition)</a:t>
          </a:r>
          <a:endParaRPr lang="en-US" altLang="ko-KR" sz="2500" kern="1200" dirty="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500" kern="1200" dirty="0"/>
            <a:t>Scanner</a:t>
          </a:r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/>
            <a:t>카메라</a:t>
          </a:r>
          <a:endParaRPr lang="en-US" altLang="ko-KR" sz="2500" kern="1200" dirty="0"/>
        </a:p>
      </dsp:txBody>
      <dsp:txXfrm>
        <a:off x="5140025" y="764296"/>
        <a:ext cx="4508752" cy="4477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1F5B8-1C5B-4261-90E6-911F06EAF81B}">
      <dsp:nvSpPr>
        <dsp:cNvPr id="0" name=""/>
        <dsp:cNvSpPr/>
      </dsp:nvSpPr>
      <dsp:spPr>
        <a:xfrm>
          <a:off x="47" y="30937"/>
          <a:ext cx="4508752" cy="7776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700" kern="1200" dirty="0"/>
            <a:t>표시장치</a:t>
          </a:r>
          <a:r>
            <a:rPr lang="en-US" altLang="ko-KR" sz="2700" kern="1200" dirty="0"/>
            <a:t>(Display)</a:t>
          </a:r>
          <a:endParaRPr lang="ko-KR" altLang="en-US" sz="2700" kern="1200" dirty="0"/>
        </a:p>
      </dsp:txBody>
      <dsp:txXfrm>
        <a:off x="47" y="30937"/>
        <a:ext cx="4508752" cy="777600"/>
      </dsp:txXfrm>
    </dsp:sp>
    <dsp:sp modelId="{2C768C12-AB03-402C-A900-09E5DC20E8CD}">
      <dsp:nvSpPr>
        <dsp:cNvPr id="0" name=""/>
        <dsp:cNvSpPr/>
      </dsp:nvSpPr>
      <dsp:spPr>
        <a:xfrm>
          <a:off x="47" y="808537"/>
          <a:ext cx="4508752" cy="44469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700" kern="1200" dirty="0"/>
            <a:t>CRT (</a:t>
          </a:r>
          <a:r>
            <a:rPr lang="ko-KR" altLang="en-US" sz="2700" kern="1200" dirty="0"/>
            <a:t>음극선관</a:t>
          </a:r>
          <a:r>
            <a:rPr lang="en-US" altLang="ko-KR" sz="2700" kern="1200" dirty="0"/>
            <a:t>)</a:t>
          </a:r>
          <a:br>
            <a:rPr lang="en-US" altLang="ko-KR" sz="2700" kern="1200" dirty="0"/>
          </a:br>
          <a:r>
            <a:rPr lang="en-US" altLang="ko-KR" sz="2700" kern="1200" dirty="0" err="1"/>
            <a:t>Cathod</a:t>
          </a:r>
          <a:r>
            <a:rPr lang="en-US" altLang="ko-KR" sz="2700" kern="1200" dirty="0"/>
            <a:t> Ray Tube</a:t>
          </a:r>
          <a:endParaRPr lang="ko-KR" altLang="en-US" sz="2700" kern="1200" dirty="0"/>
        </a:p>
        <a:p>
          <a:pPr marL="228600" lvl="1" indent="-228600" algn="l" defTabSz="12001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700" kern="1200" dirty="0"/>
            <a:t>LCD (</a:t>
          </a:r>
          <a:r>
            <a:rPr lang="ko-KR" altLang="en-US" sz="2700" kern="1200" dirty="0"/>
            <a:t>액정</a:t>
          </a:r>
          <a:r>
            <a:rPr lang="en-US" altLang="ko-KR" sz="2700" kern="1200" dirty="0"/>
            <a:t>)</a:t>
          </a:r>
          <a:br>
            <a:rPr lang="en-US" altLang="ko-KR" sz="2700" kern="1200" dirty="0"/>
          </a:br>
          <a:r>
            <a:rPr lang="en-US" altLang="ko-KR" sz="2700" kern="1200" dirty="0"/>
            <a:t>Liquid Crystal Display)</a:t>
          </a:r>
        </a:p>
        <a:p>
          <a:pPr marL="228600" lvl="1" indent="-228600" algn="l" defTabSz="12001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700" kern="1200" dirty="0"/>
            <a:t>PDP (</a:t>
          </a:r>
          <a:r>
            <a:rPr lang="ko-KR" altLang="en-US" sz="2700" kern="1200" dirty="0"/>
            <a:t>플라즈마</a:t>
          </a:r>
          <a:r>
            <a:rPr lang="en-US" altLang="ko-KR" sz="2700" kern="1200" dirty="0"/>
            <a:t>)</a:t>
          </a:r>
          <a:br>
            <a:rPr lang="en-US" altLang="ko-KR" sz="2700" kern="1200" dirty="0"/>
          </a:br>
          <a:r>
            <a:rPr lang="en-US" sz="2700" b="0" i="0" kern="1200" dirty="0"/>
            <a:t>plasma display</a:t>
          </a:r>
          <a:endParaRPr lang="en-US" altLang="ko-KR" sz="2700" kern="1200" dirty="0"/>
        </a:p>
        <a:p>
          <a:pPr marL="228600" lvl="1" indent="-228600" algn="l" defTabSz="12001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700" kern="1200" dirty="0"/>
            <a:t>OLED(</a:t>
          </a:r>
          <a:r>
            <a:rPr lang="ko-KR" altLang="en-US" sz="2700" kern="1200" dirty="0"/>
            <a:t>유기발광 다이오드</a:t>
          </a:r>
          <a:r>
            <a:rPr lang="en-US" altLang="ko-KR" sz="2700" kern="1200" dirty="0"/>
            <a:t>)</a:t>
          </a:r>
          <a:br>
            <a:rPr lang="en-US" altLang="ko-KR" sz="2700" kern="1200" dirty="0"/>
          </a:br>
          <a:r>
            <a:rPr lang="en-US" altLang="ko-KR" sz="2700" kern="1200" dirty="0"/>
            <a:t>O</a:t>
          </a:r>
          <a:r>
            <a:rPr lang="en-US" sz="2700" b="0" i="0" kern="1200" dirty="0"/>
            <a:t>rganic Light-Emitting Diode</a:t>
          </a:r>
          <a:endParaRPr lang="en-US" altLang="ko-KR" sz="2700" kern="1200" dirty="0"/>
        </a:p>
      </dsp:txBody>
      <dsp:txXfrm>
        <a:off x="47" y="808537"/>
        <a:ext cx="4508752" cy="4446900"/>
      </dsp:txXfrm>
    </dsp:sp>
    <dsp:sp modelId="{53512F7A-BC00-418C-B55B-46E3F2125675}">
      <dsp:nvSpPr>
        <dsp:cNvPr id="0" name=""/>
        <dsp:cNvSpPr/>
      </dsp:nvSpPr>
      <dsp:spPr>
        <a:xfrm>
          <a:off x="5140025" y="30937"/>
          <a:ext cx="4508752" cy="777600"/>
        </a:xfrm>
        <a:prstGeom prst="rect">
          <a:avLst/>
        </a:prstGeom>
        <a:gradFill rotWithShape="0">
          <a:gsLst>
            <a:gs pos="0">
              <a:schemeClr val="accent5">
                <a:hueOff val="-11331758"/>
                <a:satOff val="54868"/>
                <a:lumOff val="-325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31758"/>
                <a:satOff val="54868"/>
                <a:lumOff val="-325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31758"/>
                <a:satOff val="54868"/>
                <a:lumOff val="-325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1331758"/>
              <a:satOff val="54868"/>
              <a:lumOff val="-325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700" kern="1200" dirty="0"/>
            <a:t>인쇄장치</a:t>
          </a:r>
          <a:r>
            <a:rPr lang="en-US" altLang="ko-KR" sz="2700" kern="1200" dirty="0"/>
            <a:t>(printer)</a:t>
          </a:r>
          <a:endParaRPr lang="ko-KR" altLang="en-US" sz="2700" kern="1200" dirty="0"/>
        </a:p>
      </dsp:txBody>
      <dsp:txXfrm>
        <a:off x="5140025" y="30937"/>
        <a:ext cx="4508752" cy="777600"/>
      </dsp:txXfrm>
    </dsp:sp>
    <dsp:sp modelId="{30263E5B-A5E6-4854-B1CC-2C98264F1EA6}">
      <dsp:nvSpPr>
        <dsp:cNvPr id="0" name=""/>
        <dsp:cNvSpPr/>
      </dsp:nvSpPr>
      <dsp:spPr>
        <a:xfrm>
          <a:off x="5140025" y="808537"/>
          <a:ext cx="4508752" cy="4446900"/>
        </a:xfrm>
        <a:prstGeom prst="rect">
          <a:avLst/>
        </a:prstGeom>
        <a:solidFill>
          <a:schemeClr val="accent5">
            <a:tint val="40000"/>
            <a:alpha val="90000"/>
            <a:hueOff val="-12321113"/>
            <a:satOff val="28659"/>
            <a:lumOff val="-409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12321113"/>
              <a:satOff val="28659"/>
              <a:lumOff val="-409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700" kern="1200" dirty="0"/>
            <a:t>잉크젯 프린터</a:t>
          </a:r>
          <a:r>
            <a:rPr lang="en-US" altLang="ko-KR" sz="2700" kern="1200" dirty="0"/>
            <a:t>(inkjet)</a:t>
          </a:r>
          <a:endParaRPr lang="ko-KR" altLang="en-US" sz="2700" kern="1200" dirty="0"/>
        </a:p>
        <a:p>
          <a:pPr marL="228600" lvl="1" indent="-228600" algn="l" defTabSz="12001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700" kern="1200" dirty="0"/>
            <a:t>레이저 프린터</a:t>
          </a:r>
          <a:r>
            <a:rPr lang="en-US" altLang="ko-KR" sz="2700" kern="1200" dirty="0"/>
            <a:t>(Laser)</a:t>
          </a:r>
        </a:p>
        <a:p>
          <a:pPr marL="228600" lvl="1" indent="-228600" algn="l" defTabSz="12001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700" kern="1200" dirty="0"/>
            <a:t>감열 프린터</a:t>
          </a:r>
          <a:endParaRPr lang="en-US" altLang="ko-KR" sz="2700" kern="1200" dirty="0"/>
        </a:p>
        <a:p>
          <a:pPr marL="228600" lvl="1" indent="-228600" algn="l" defTabSz="12001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700" kern="1200" dirty="0"/>
            <a:t>3D </a:t>
          </a:r>
          <a:r>
            <a:rPr lang="ko-KR" altLang="en-US" sz="2700" kern="1200" dirty="0"/>
            <a:t>프린터</a:t>
          </a:r>
          <a:endParaRPr lang="en-US" altLang="ko-KR" sz="2700" kern="1200" dirty="0"/>
        </a:p>
      </dsp:txBody>
      <dsp:txXfrm>
        <a:off x="5140025" y="808537"/>
        <a:ext cx="4508752" cy="44469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F2AC6-7EF1-461B-9177-EEEB66924A71}">
      <dsp:nvSpPr>
        <dsp:cNvPr id="0" name=""/>
        <dsp:cNvSpPr/>
      </dsp:nvSpPr>
      <dsp:spPr>
        <a:xfrm>
          <a:off x="2678749" y="3285482"/>
          <a:ext cx="2320751" cy="200089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6830" rIns="0" bIns="36830" numCol="1" spcCol="1270" anchor="ctr" anchorCtr="0">
          <a:noAutofit/>
        </a:bodyPr>
        <a:lstStyle/>
        <a:p>
          <a:pPr marL="0" lvl="0" indent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900" kern="1200"/>
            <a:t>그래픽 카드</a:t>
          </a:r>
          <a:br>
            <a:rPr lang="en-US" altLang="ko-KR" sz="2900" kern="1200"/>
          </a:br>
          <a:r>
            <a:rPr lang="en-US" altLang="ko-KR" sz="2900" kern="1200"/>
            <a:t>(VGA)</a:t>
          </a:r>
          <a:endParaRPr lang="ko-KR" altLang="en-US" sz="2900" kern="1200" dirty="0"/>
        </a:p>
      </dsp:txBody>
      <dsp:txXfrm>
        <a:off x="3038886" y="3595983"/>
        <a:ext cx="1600477" cy="1379890"/>
      </dsp:txXfrm>
    </dsp:sp>
    <dsp:sp modelId="{D423EB89-4E33-4444-BC9F-373EBA560704}">
      <dsp:nvSpPr>
        <dsp:cNvPr id="0" name=""/>
        <dsp:cNvSpPr/>
      </dsp:nvSpPr>
      <dsp:spPr>
        <a:xfrm>
          <a:off x="2739039" y="4168835"/>
          <a:ext cx="271717" cy="23418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111F597-C850-4CF5-AAE6-7A4A044BEE1B}">
      <dsp:nvSpPr>
        <dsp:cNvPr id="0" name=""/>
        <dsp:cNvSpPr/>
      </dsp:nvSpPr>
      <dsp:spPr>
        <a:xfrm>
          <a:off x="694960" y="2210762"/>
          <a:ext cx="2320751" cy="2000892"/>
        </a:xfrm>
        <a:prstGeom prst="hexagon">
          <a:avLst>
            <a:gd name="adj" fmla="val 25000"/>
            <a:gd name="vf" fmla="val 115470"/>
          </a:avLst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A70922C-55CB-41DC-A749-9BA1EFBB66F6}">
      <dsp:nvSpPr>
        <dsp:cNvPr id="0" name=""/>
        <dsp:cNvSpPr/>
      </dsp:nvSpPr>
      <dsp:spPr>
        <a:xfrm>
          <a:off x="2274888" y="3947336"/>
          <a:ext cx="271717" cy="23418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157906"/>
              <a:satOff val="-4539"/>
              <a:lumOff val="9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9C88F3B1-EAB5-4433-B1EE-7EE9A43E2E9D}">
      <dsp:nvSpPr>
        <dsp:cNvPr id="0" name=""/>
        <dsp:cNvSpPr/>
      </dsp:nvSpPr>
      <dsp:spPr>
        <a:xfrm>
          <a:off x="4655930" y="2186973"/>
          <a:ext cx="2320751" cy="200089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394765"/>
                <a:satOff val="-11348"/>
                <a:lumOff val="249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94765"/>
                <a:satOff val="-11348"/>
                <a:lumOff val="249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94765"/>
                <a:satOff val="-11348"/>
                <a:lumOff val="249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394765"/>
              <a:satOff val="-11348"/>
              <a:lumOff val="2490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6830" rIns="0" bIns="36830" numCol="1" spcCol="1270" anchor="ctr" anchorCtr="0">
          <a:noAutofit/>
        </a:bodyPr>
        <a:lstStyle/>
        <a:p>
          <a:pPr marL="0" lvl="0" indent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900" kern="1200" dirty="0"/>
            <a:t>랜 카드</a:t>
          </a:r>
        </a:p>
      </dsp:txBody>
      <dsp:txXfrm>
        <a:off x="5016067" y="2497474"/>
        <a:ext cx="1600477" cy="1379890"/>
      </dsp:txXfrm>
    </dsp:sp>
    <dsp:sp modelId="{B63E7DF6-3FAD-4B7C-9336-759C4DD48BD6}">
      <dsp:nvSpPr>
        <dsp:cNvPr id="0" name=""/>
        <dsp:cNvSpPr/>
      </dsp:nvSpPr>
      <dsp:spPr>
        <a:xfrm>
          <a:off x="6242466" y="3921432"/>
          <a:ext cx="271717" cy="23418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315812"/>
              <a:satOff val="-9078"/>
              <a:lumOff val="1992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93ABAFD-C6D6-4866-BCFE-D55F61E258E7}">
      <dsp:nvSpPr>
        <dsp:cNvPr id="0" name=""/>
        <dsp:cNvSpPr/>
      </dsp:nvSpPr>
      <dsp:spPr>
        <a:xfrm>
          <a:off x="6633112" y="3285482"/>
          <a:ext cx="2320751" cy="2000892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/>
          <a:srcRect/>
          <a:stretch>
            <a:fillRect l="-18000" r="-18000"/>
          </a:stretch>
        </a:blipFill>
        <a:ln w="6350" cap="flat" cmpd="sng" algn="ctr">
          <a:solidFill>
            <a:schemeClr val="accent4">
              <a:hueOff val="394765"/>
              <a:satOff val="-11348"/>
              <a:lumOff val="249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3763C20-1D74-4B76-94C2-8530D55482F6}">
      <dsp:nvSpPr>
        <dsp:cNvPr id="0" name=""/>
        <dsp:cNvSpPr/>
      </dsp:nvSpPr>
      <dsp:spPr>
        <a:xfrm>
          <a:off x="6693402" y="4168835"/>
          <a:ext cx="271717" cy="23418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473718"/>
              <a:satOff val="-13618"/>
              <a:lumOff val="2988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78ABC9A-BDCA-4743-8264-C21348D15A52}">
      <dsp:nvSpPr>
        <dsp:cNvPr id="0" name=""/>
        <dsp:cNvSpPr/>
      </dsp:nvSpPr>
      <dsp:spPr>
        <a:xfrm>
          <a:off x="2678749" y="1093222"/>
          <a:ext cx="2320751" cy="200089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789530"/>
                <a:satOff val="-22696"/>
                <a:lumOff val="498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789530"/>
                <a:satOff val="-22696"/>
                <a:lumOff val="498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789530"/>
                <a:satOff val="-22696"/>
                <a:lumOff val="498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789530"/>
              <a:satOff val="-22696"/>
              <a:lumOff val="4980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6830" rIns="0" bIns="36830" numCol="1" spcCol="1270" anchor="ctr" anchorCtr="0">
          <a:noAutofit/>
        </a:bodyPr>
        <a:lstStyle/>
        <a:p>
          <a:pPr marL="0" lvl="0" indent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900" kern="1200"/>
            <a:t>사운드 </a:t>
          </a:r>
          <a:r>
            <a:rPr lang="ko-KR" altLang="en-US" sz="2900" kern="1200" dirty="0"/>
            <a:t>카드</a:t>
          </a:r>
        </a:p>
      </dsp:txBody>
      <dsp:txXfrm>
        <a:off x="3038886" y="1403723"/>
        <a:ext cx="1600477" cy="1379890"/>
      </dsp:txXfrm>
    </dsp:sp>
    <dsp:sp modelId="{8A9B6C36-AB08-4EA0-AAD5-E56755697BC4}">
      <dsp:nvSpPr>
        <dsp:cNvPr id="0" name=""/>
        <dsp:cNvSpPr/>
      </dsp:nvSpPr>
      <dsp:spPr>
        <a:xfrm>
          <a:off x="4252070" y="1136570"/>
          <a:ext cx="271717" cy="23418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631624"/>
              <a:satOff val="-18157"/>
              <a:lumOff val="3984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60589BB-1744-4FC4-870C-3B659E1F64E0}">
      <dsp:nvSpPr>
        <dsp:cNvPr id="0" name=""/>
        <dsp:cNvSpPr/>
      </dsp:nvSpPr>
      <dsp:spPr>
        <a:xfrm>
          <a:off x="4655930" y="0"/>
          <a:ext cx="2320751" cy="2000892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3"/>
          <a:srcRect/>
          <a:stretch>
            <a:fillRect l="-28000" r="-28000"/>
          </a:stretch>
        </a:blipFill>
        <a:ln w="6350" cap="flat" cmpd="sng" algn="ctr">
          <a:solidFill>
            <a:schemeClr val="accent4">
              <a:hueOff val="789530"/>
              <a:satOff val="-22696"/>
              <a:lumOff val="498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F74945-AD8C-4FF6-8944-942302290A28}">
      <dsp:nvSpPr>
        <dsp:cNvPr id="0" name=""/>
        <dsp:cNvSpPr/>
      </dsp:nvSpPr>
      <dsp:spPr>
        <a:xfrm>
          <a:off x="4724479" y="878595"/>
          <a:ext cx="271717" cy="23418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789530"/>
              <a:satOff val="-22696"/>
              <a:lumOff val="4980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7F00DB-C25D-4592-9BF6-CF71A5046BEE}">
      <dsp:nvSpPr>
        <dsp:cNvPr id="0" name=""/>
        <dsp:cNvSpPr/>
      </dsp:nvSpPr>
      <dsp:spPr>
        <a:xfrm>
          <a:off x="1580428" y="89739"/>
          <a:ext cx="6487968" cy="51068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7B7CC-B9A1-437C-A8B4-10C384305ABC}">
      <dsp:nvSpPr>
        <dsp:cNvPr id="0" name=""/>
        <dsp:cNvSpPr/>
      </dsp:nvSpPr>
      <dsp:spPr>
        <a:xfrm>
          <a:off x="4824412" y="1268730"/>
          <a:ext cx="865" cy="2748915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87B0C7-81FD-470F-92E0-C85008633C42}">
      <dsp:nvSpPr>
        <dsp:cNvPr id="0" name=""/>
        <dsp:cNvSpPr/>
      </dsp:nvSpPr>
      <dsp:spPr>
        <a:xfrm>
          <a:off x="2310993" y="2533875"/>
          <a:ext cx="2488754" cy="2574367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/>
            <a:t>10</a:t>
          </a:r>
          <a:r>
            <a:rPr lang="en-US" altLang="ko-KR" sz="1300" kern="1200" baseline="30000"/>
            <a:t>0 </a:t>
          </a:r>
          <a:r>
            <a:rPr lang="en-US" altLang="ko-KR" sz="1300" kern="1200"/>
            <a:t>		1 </a:t>
          </a:r>
          <a:endParaRPr lang="ko-KR" altLang="en-US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0.001		m (</a:t>
          </a:r>
          <a:r>
            <a:rPr lang="en-US" altLang="ko-KR" sz="1300" kern="1200" dirty="0" err="1"/>
            <a:t>mili</a:t>
          </a:r>
          <a:r>
            <a:rPr lang="en-US" altLang="ko-KR" sz="1300" kern="1200" dirty="0"/>
            <a:t>)</a:t>
          </a:r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0.000001        	</a:t>
          </a:r>
          <a:r>
            <a:rPr lang="ko-KR" altLang="en-US" sz="1300" kern="1200" dirty="0" err="1"/>
            <a:t>μ</a:t>
          </a:r>
          <a:r>
            <a:rPr lang="en-US" altLang="ko-KR" sz="1300" kern="1200" dirty="0"/>
            <a:t> (micro)</a:t>
          </a:r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0.000000001  	n (nano)</a:t>
          </a:r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/>
            <a:t>10</a:t>
          </a:r>
          <a:r>
            <a:rPr lang="en-US" altLang="ko-KR" sz="1300" kern="1200" baseline="30000"/>
            <a:t>-12</a:t>
          </a:r>
          <a:r>
            <a:rPr lang="en-US" altLang="ko-KR" sz="1300" kern="1200"/>
            <a:t> 		p (pico)</a:t>
          </a:r>
          <a:endParaRPr lang="en-US" altLang="ko-KR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10</a:t>
          </a:r>
          <a:r>
            <a:rPr lang="en-US" altLang="ko-KR" sz="1300" kern="1200" baseline="30000" dirty="0"/>
            <a:t>-15</a:t>
          </a:r>
          <a:r>
            <a:rPr lang="en-US" altLang="ko-KR" sz="1300" kern="1200" dirty="0"/>
            <a:t> </a:t>
          </a:r>
          <a:r>
            <a:rPr lang="ko-KR" altLang="en-US" sz="1300" kern="1200" dirty="0"/>
            <a:t> </a:t>
          </a:r>
          <a:r>
            <a:rPr lang="en-US" altLang="ko-KR" sz="1300" kern="1200" dirty="0"/>
            <a:t>		f (</a:t>
          </a:r>
          <a:r>
            <a:rPr lang="en-US" altLang="ko-KR" sz="1300" kern="1200" dirty="0" err="1"/>
            <a:t>femto</a:t>
          </a:r>
          <a:r>
            <a:rPr lang="en-US" altLang="ko-KR" sz="1300" kern="1200" dirty="0"/>
            <a:t>)</a:t>
          </a:r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/>
            <a:t>10</a:t>
          </a:r>
          <a:r>
            <a:rPr lang="en-US" altLang="ko-KR" sz="1300" kern="1200" baseline="30000"/>
            <a:t>-18</a:t>
          </a:r>
          <a:r>
            <a:rPr lang="en-US" altLang="ko-KR" sz="1300" kern="1200"/>
            <a:t> 	</a:t>
          </a:r>
          <a:r>
            <a:rPr lang="ko-KR" altLang="en-US" sz="1300" kern="1200"/>
            <a:t> </a:t>
          </a:r>
          <a:r>
            <a:rPr lang="en-US" altLang="ko-KR" sz="1300" kern="1200"/>
            <a:t>	a (atto)</a:t>
          </a:r>
          <a:endParaRPr lang="en-US" altLang="ko-KR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/>
            <a:t>10</a:t>
          </a:r>
          <a:r>
            <a:rPr lang="en-US" altLang="ko-KR" sz="1300" kern="1200" baseline="30000"/>
            <a:t>-21</a:t>
          </a:r>
          <a:r>
            <a:rPr lang="en-US" altLang="ko-KR" sz="1300" kern="1200"/>
            <a:t> 	</a:t>
          </a:r>
          <a:r>
            <a:rPr lang="ko-KR" altLang="en-US" sz="1300" kern="1200"/>
            <a:t> </a:t>
          </a:r>
          <a:r>
            <a:rPr lang="en-US" altLang="ko-KR" sz="1300" kern="1200"/>
            <a:t>	z (zepto)</a:t>
          </a:r>
          <a:endParaRPr lang="en-US" altLang="ko-KR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10</a:t>
          </a:r>
          <a:r>
            <a:rPr lang="en-US" altLang="ko-KR" sz="1300" kern="1200" baseline="30000" dirty="0"/>
            <a:t>-24</a:t>
          </a:r>
          <a:r>
            <a:rPr lang="en-US" altLang="ko-KR" sz="1300" kern="1200" dirty="0"/>
            <a:t> 	</a:t>
          </a:r>
          <a:r>
            <a:rPr lang="ko-KR" altLang="en-US" sz="1300" kern="1200" dirty="0"/>
            <a:t> </a:t>
          </a:r>
          <a:r>
            <a:rPr lang="en-US" altLang="ko-KR" sz="1300" kern="1200" dirty="0"/>
            <a:t>	y (</a:t>
          </a:r>
          <a:r>
            <a:rPr lang="en-US" altLang="ko-KR" sz="1300" kern="1200" dirty="0" err="1"/>
            <a:t>yocto</a:t>
          </a:r>
          <a:r>
            <a:rPr lang="en-US" altLang="ko-KR" sz="1300" kern="1200" dirty="0"/>
            <a:t>)</a:t>
          </a:r>
          <a:endParaRPr lang="ko-KR" altLang="en-US" sz="1300" kern="1200" dirty="0"/>
        </a:p>
      </dsp:txBody>
      <dsp:txXfrm>
        <a:off x="2310993" y="2533875"/>
        <a:ext cx="2488754" cy="2574367"/>
      </dsp:txXfrm>
    </dsp:sp>
    <dsp:sp modelId="{140EF872-0E44-4AE9-82E7-9D24715E4A17}">
      <dsp:nvSpPr>
        <dsp:cNvPr id="0" name=""/>
        <dsp:cNvSpPr/>
      </dsp:nvSpPr>
      <dsp:spPr>
        <a:xfrm>
          <a:off x="5255444" y="83607"/>
          <a:ext cx="2117698" cy="260776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/>
            <a:t>10</a:t>
          </a:r>
          <a:r>
            <a:rPr lang="en-US" altLang="ko-KR" sz="1300" kern="1200" baseline="30000"/>
            <a:t>24 </a:t>
          </a:r>
          <a:r>
            <a:rPr lang="en-US" altLang="ko-KR" sz="1300" kern="1200"/>
            <a:t>	Y (Yotta)</a:t>
          </a:r>
          <a:endParaRPr lang="ko-KR" altLang="en-US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10</a:t>
          </a:r>
          <a:r>
            <a:rPr lang="en-US" altLang="ko-KR" sz="1300" kern="1200" baseline="30000" dirty="0"/>
            <a:t>21 </a:t>
          </a:r>
          <a:r>
            <a:rPr lang="en-US" altLang="ko-KR" sz="1300" kern="1200" dirty="0"/>
            <a:t>	Z (Zetta)</a:t>
          </a:r>
          <a:endParaRPr lang="ko-KR" altLang="en-US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/>
            <a:t>10</a:t>
          </a:r>
          <a:r>
            <a:rPr lang="en-US" altLang="ko-KR" sz="1300" kern="1200" baseline="30000"/>
            <a:t>18 </a:t>
          </a:r>
          <a:r>
            <a:rPr lang="en-US" altLang="ko-KR" sz="1300" kern="1200"/>
            <a:t>	E (Exa)</a:t>
          </a:r>
          <a:endParaRPr lang="ko-KR" altLang="en-US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/>
            <a:t>10</a:t>
          </a:r>
          <a:r>
            <a:rPr lang="en-US" altLang="ko-KR" sz="1300" kern="1200" baseline="30000"/>
            <a:t>15 </a:t>
          </a:r>
          <a:r>
            <a:rPr lang="en-US" altLang="ko-KR" sz="1300" kern="1200"/>
            <a:t>	P (Peta)</a:t>
          </a:r>
          <a:endParaRPr lang="ko-KR" altLang="en-US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10</a:t>
          </a:r>
          <a:r>
            <a:rPr lang="en-US" altLang="ko-KR" sz="1300" kern="1200" baseline="30000" dirty="0"/>
            <a:t>12 </a:t>
          </a:r>
          <a:r>
            <a:rPr lang="en-US" altLang="ko-KR" sz="1300" kern="1200" dirty="0"/>
            <a:t>	T (Tera)</a:t>
          </a:r>
          <a:endParaRPr lang="ko-KR" altLang="en-US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/>
            <a:t>10</a:t>
          </a:r>
          <a:r>
            <a:rPr lang="en-US" altLang="ko-KR" sz="1300" kern="1200" baseline="30000"/>
            <a:t>9 </a:t>
          </a:r>
          <a:r>
            <a:rPr lang="en-US" altLang="ko-KR" sz="1300" kern="1200"/>
            <a:t>	G (Giga)</a:t>
          </a:r>
          <a:endParaRPr lang="ko-KR" altLang="en-US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10</a:t>
          </a:r>
          <a:r>
            <a:rPr lang="en-US" altLang="ko-KR" sz="1300" kern="1200" baseline="30000" dirty="0"/>
            <a:t>6 </a:t>
          </a:r>
          <a:r>
            <a:rPr lang="en-US" altLang="ko-KR" sz="1300" kern="1200" dirty="0"/>
            <a:t>	M (Mega)</a:t>
          </a:r>
          <a:endParaRPr lang="ko-KR" altLang="en-US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/>
            <a:t>10</a:t>
          </a:r>
          <a:r>
            <a:rPr lang="en-US" altLang="ko-KR" sz="1300" kern="1200" baseline="30000"/>
            <a:t>3 </a:t>
          </a:r>
          <a:r>
            <a:rPr lang="en-US" altLang="ko-KR" sz="1300" kern="1200"/>
            <a:t>	K (Kilo)</a:t>
          </a:r>
          <a:endParaRPr lang="ko-KR" altLang="en-US" sz="1300" kern="1200" dirty="0"/>
        </a:p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10</a:t>
          </a:r>
          <a:r>
            <a:rPr lang="en-US" altLang="ko-KR" sz="1300" kern="1200" baseline="30000" dirty="0"/>
            <a:t>0 </a:t>
          </a:r>
          <a:r>
            <a:rPr lang="en-US" altLang="ko-KR" sz="1300" kern="1200" dirty="0"/>
            <a:t>	1</a:t>
          </a:r>
          <a:endParaRPr lang="ko-KR" altLang="en-US" sz="1300" kern="1200" dirty="0"/>
        </a:p>
      </dsp:txBody>
      <dsp:txXfrm>
        <a:off x="5255444" y="83607"/>
        <a:ext cx="2117698" cy="2607760"/>
      </dsp:txXfrm>
    </dsp:sp>
    <dsp:sp modelId="{970C9778-8890-43EF-A6C0-EDFD04018090}">
      <dsp:nvSpPr>
        <dsp:cNvPr id="0" name=""/>
        <dsp:cNvSpPr/>
      </dsp:nvSpPr>
      <dsp:spPr>
        <a:xfrm rot="16200000">
          <a:off x="-863330" y="1362430"/>
          <a:ext cx="3806190" cy="1081328"/>
        </a:xfrm>
        <a:prstGeom prst="rightArrow">
          <a:avLst>
            <a:gd name="adj1" fmla="val 49830"/>
            <a:gd name="adj2" fmla="val 60660"/>
          </a:avLst>
        </a:pr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500" kern="1200" dirty="0"/>
        </a:p>
      </dsp:txBody>
      <dsp:txXfrm>
        <a:off x="-699904" y="1797107"/>
        <a:ext cx="3479338" cy="538826"/>
      </dsp:txXfrm>
    </dsp:sp>
    <dsp:sp modelId="{BA70E400-052F-4343-8CB6-13EEAEA76253}">
      <dsp:nvSpPr>
        <dsp:cNvPr id="0" name=""/>
        <dsp:cNvSpPr/>
      </dsp:nvSpPr>
      <dsp:spPr>
        <a:xfrm rot="5400000">
          <a:off x="6705965" y="2842615"/>
          <a:ext cx="3806190" cy="1081328"/>
        </a:xfrm>
        <a:prstGeom prst="rightArrow">
          <a:avLst>
            <a:gd name="adj1" fmla="val 49830"/>
            <a:gd name="adj2" fmla="val 60660"/>
          </a:avLst>
        </a:pr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500" kern="1200" dirty="0"/>
        </a:p>
      </dsp:txBody>
      <dsp:txXfrm>
        <a:off x="6869391" y="2950440"/>
        <a:ext cx="3479338" cy="5388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BE032-E64C-4DDC-B132-23257A001356}">
      <dsp:nvSpPr>
        <dsp:cNvPr id="0" name=""/>
        <dsp:cNvSpPr/>
      </dsp:nvSpPr>
      <dsp:spPr>
        <a:xfrm>
          <a:off x="4831018" y="3594735"/>
          <a:ext cx="4247606" cy="16916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228600" lvl="1" indent="-228600" algn="r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2000" kern="1200" dirty="0"/>
            <a:t>bps</a:t>
          </a:r>
          <a:br>
            <a:rPr kumimoji="1" lang="en-US" sz="2000" kern="1200" dirty="0"/>
          </a:br>
          <a:r>
            <a:rPr kumimoji="1" lang="en-US" sz="2000" kern="1200" dirty="0"/>
            <a:t>(bits per second)</a:t>
          </a:r>
          <a:endParaRPr lang="ko-KR" sz="2000" kern="1200" dirty="0"/>
        </a:p>
      </dsp:txBody>
      <dsp:txXfrm>
        <a:off x="6142460" y="4054805"/>
        <a:ext cx="2899004" cy="1194410"/>
      </dsp:txXfrm>
    </dsp:sp>
    <dsp:sp modelId="{080EE3DA-637D-4587-B511-5E6DC584B14D}">
      <dsp:nvSpPr>
        <dsp:cNvPr id="0" name=""/>
        <dsp:cNvSpPr/>
      </dsp:nvSpPr>
      <dsp:spPr>
        <a:xfrm>
          <a:off x="570199" y="3594735"/>
          <a:ext cx="4247606" cy="16916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2000" kern="1200" dirty="0"/>
            <a:t>ppm</a:t>
          </a:r>
          <a:br>
            <a:rPr kumimoji="1" lang="en-US" sz="2000" kern="1200" dirty="0"/>
          </a:br>
          <a:r>
            <a:rPr kumimoji="1" lang="en-US" sz="2000" kern="1200" dirty="0"/>
            <a:t>(pages</a:t>
          </a:r>
          <a:r>
            <a:rPr kumimoji="1" lang="ko-KR" sz="2000" kern="1200" dirty="0"/>
            <a:t> </a:t>
          </a:r>
          <a:r>
            <a:rPr kumimoji="1" lang="en-US" sz="2000" kern="1200" dirty="0"/>
            <a:t>per</a:t>
          </a:r>
          <a:r>
            <a:rPr kumimoji="1" lang="ko-KR" sz="2000" kern="1200" dirty="0"/>
            <a:t> </a:t>
          </a:r>
          <a:r>
            <a:rPr kumimoji="1" lang="en-US" sz="2000" kern="1200" dirty="0"/>
            <a:t>minute)</a:t>
          </a:r>
          <a:endParaRPr lang="ko-KR" sz="2000" kern="1200" dirty="0"/>
        </a:p>
      </dsp:txBody>
      <dsp:txXfrm>
        <a:off x="607359" y="4054805"/>
        <a:ext cx="2899004" cy="1194410"/>
      </dsp:txXfrm>
    </dsp:sp>
    <dsp:sp modelId="{555D6F86-1E5D-4727-AF68-E5E6A364392A}">
      <dsp:nvSpPr>
        <dsp:cNvPr id="0" name=""/>
        <dsp:cNvSpPr/>
      </dsp:nvSpPr>
      <dsp:spPr>
        <a:xfrm>
          <a:off x="4831018" y="0"/>
          <a:ext cx="4247606" cy="16916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228600" lvl="1" indent="-228600" algn="r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/>
            <a:t>bit / byte / word / field / record / file</a:t>
          </a:r>
          <a:endParaRPr lang="ko-KR" sz="2000" kern="1200" dirty="0"/>
        </a:p>
      </dsp:txBody>
      <dsp:txXfrm>
        <a:off x="6142460" y="37160"/>
        <a:ext cx="2899004" cy="1194410"/>
      </dsp:txXfrm>
    </dsp:sp>
    <dsp:sp modelId="{A045E807-2150-485C-8751-E7F8F8754628}">
      <dsp:nvSpPr>
        <dsp:cNvPr id="0" name=""/>
        <dsp:cNvSpPr/>
      </dsp:nvSpPr>
      <dsp:spPr>
        <a:xfrm>
          <a:off x="570199" y="0"/>
          <a:ext cx="4247606" cy="16916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2000" kern="1200" dirty="0"/>
            <a:t>2</a:t>
          </a:r>
          <a:r>
            <a:rPr kumimoji="1" lang="ko-KR" altLang="en-US" sz="2000" kern="1200" dirty="0"/>
            <a:t>진법</a:t>
          </a:r>
          <a:r>
            <a:rPr kumimoji="1" lang="en-US" altLang="ko-KR" sz="2000" kern="1200" dirty="0"/>
            <a:t>/ 8</a:t>
          </a:r>
          <a:r>
            <a:rPr kumimoji="1" lang="ko-KR" altLang="en-US" sz="2000" kern="1200" dirty="0"/>
            <a:t>진법 </a:t>
          </a:r>
          <a:r>
            <a:rPr kumimoji="1" lang="en-US" altLang="ko-KR" sz="2000" kern="1200" dirty="0"/>
            <a:t>/ 16</a:t>
          </a:r>
          <a:r>
            <a:rPr kumimoji="1" lang="ko-KR" altLang="en-US" sz="2000" kern="1200" dirty="0"/>
            <a:t>진법</a:t>
          </a:r>
          <a:endParaRPr lang="ko-KR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/>
            <a:t>10</a:t>
          </a:r>
          <a:r>
            <a:rPr lang="ko-KR" altLang="en-US" sz="2000" kern="1200" dirty="0"/>
            <a:t>진법</a:t>
          </a:r>
          <a:endParaRPr lang="ko-KR" sz="2000" kern="1200" dirty="0"/>
        </a:p>
      </dsp:txBody>
      <dsp:txXfrm>
        <a:off x="607359" y="37160"/>
        <a:ext cx="2899004" cy="1194410"/>
      </dsp:txXfrm>
    </dsp:sp>
    <dsp:sp modelId="{ECA4AA56-2526-4D21-B405-199AEC600491}">
      <dsp:nvSpPr>
        <dsp:cNvPr id="0" name=""/>
        <dsp:cNvSpPr/>
      </dsp:nvSpPr>
      <dsp:spPr>
        <a:xfrm>
          <a:off x="2482548" y="301323"/>
          <a:ext cx="2289000" cy="2289000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700" kern="1200" dirty="0"/>
            <a:t>진법</a:t>
          </a:r>
          <a:endParaRPr lang="ko-KR" sz="2700" kern="1200" dirty="0"/>
        </a:p>
      </dsp:txBody>
      <dsp:txXfrm>
        <a:off x="3152981" y="971756"/>
        <a:ext cx="1618567" cy="1618567"/>
      </dsp:txXfrm>
    </dsp:sp>
    <dsp:sp modelId="{189689ED-F127-405F-8776-71E2A182A6E5}">
      <dsp:nvSpPr>
        <dsp:cNvPr id="0" name=""/>
        <dsp:cNvSpPr/>
      </dsp:nvSpPr>
      <dsp:spPr>
        <a:xfrm rot="5400000">
          <a:off x="4877276" y="301323"/>
          <a:ext cx="2289000" cy="2289000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ko-KR" sz="2700" kern="1200" dirty="0"/>
            <a:t>data</a:t>
          </a:r>
          <a:endParaRPr lang="ko-KR" sz="2700" kern="1200" dirty="0"/>
        </a:p>
      </dsp:txBody>
      <dsp:txXfrm rot="-5400000">
        <a:off x="4877276" y="971756"/>
        <a:ext cx="1618567" cy="1618567"/>
      </dsp:txXfrm>
    </dsp:sp>
    <dsp:sp modelId="{EDBFCDB8-5FA1-4165-BB68-F792765C30E4}">
      <dsp:nvSpPr>
        <dsp:cNvPr id="0" name=""/>
        <dsp:cNvSpPr/>
      </dsp:nvSpPr>
      <dsp:spPr>
        <a:xfrm rot="10800000">
          <a:off x="4877276" y="2696051"/>
          <a:ext cx="2289000" cy="2289000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700" kern="1200" dirty="0"/>
            <a:t>인터넷 속도는</a:t>
          </a:r>
          <a:r>
            <a:rPr kumimoji="1" lang="en-US" sz="2700" kern="1200" dirty="0"/>
            <a:t>?</a:t>
          </a:r>
          <a:endParaRPr lang="ko-KR" sz="2700" kern="1200" dirty="0"/>
        </a:p>
      </dsp:txBody>
      <dsp:txXfrm rot="10800000">
        <a:off x="4877276" y="2696051"/>
        <a:ext cx="1618567" cy="1618567"/>
      </dsp:txXfrm>
    </dsp:sp>
    <dsp:sp modelId="{C2D6D5A1-37FF-486D-99AF-CD3FD9B3EF49}">
      <dsp:nvSpPr>
        <dsp:cNvPr id="0" name=""/>
        <dsp:cNvSpPr/>
      </dsp:nvSpPr>
      <dsp:spPr>
        <a:xfrm rot="16200000">
          <a:off x="2482548" y="2696051"/>
          <a:ext cx="2289000" cy="2289000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700" kern="1200" dirty="0"/>
            <a:t>프린터 속도는</a:t>
          </a:r>
          <a:r>
            <a:rPr kumimoji="1" lang="en-US" sz="2700" kern="1200" dirty="0"/>
            <a:t>?</a:t>
          </a:r>
          <a:endParaRPr lang="ko-KR" sz="2700" kern="1200" dirty="0"/>
        </a:p>
      </dsp:txBody>
      <dsp:txXfrm rot="5400000">
        <a:off x="3152981" y="2696051"/>
        <a:ext cx="1618567" cy="1618567"/>
      </dsp:txXfrm>
    </dsp:sp>
    <dsp:sp modelId="{6207919A-D09B-48F6-9E7E-00AB824D9EB8}">
      <dsp:nvSpPr>
        <dsp:cNvPr id="0" name=""/>
        <dsp:cNvSpPr/>
      </dsp:nvSpPr>
      <dsp:spPr>
        <a:xfrm>
          <a:off x="4429255" y="2167413"/>
          <a:ext cx="790313" cy="687228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27719DF0-2739-48E0-858F-27DC20F33409}">
      <dsp:nvSpPr>
        <dsp:cNvPr id="0" name=""/>
        <dsp:cNvSpPr/>
      </dsp:nvSpPr>
      <dsp:spPr>
        <a:xfrm rot="10800000">
          <a:off x="4429255" y="2431732"/>
          <a:ext cx="790313" cy="687228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FFA75-A55F-42DA-9198-C6D14ECDBC6B}">
      <dsp:nvSpPr>
        <dsp:cNvPr id="0" name=""/>
        <dsp:cNvSpPr/>
      </dsp:nvSpPr>
      <dsp:spPr>
        <a:xfrm>
          <a:off x="3015" y="99191"/>
          <a:ext cx="2939876" cy="9479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500" kern="1200"/>
            <a:t>시스템 소프트웨어</a:t>
          </a:r>
          <a:endParaRPr lang="ko-KR" sz="2500" kern="1200"/>
        </a:p>
      </dsp:txBody>
      <dsp:txXfrm>
        <a:off x="3015" y="99191"/>
        <a:ext cx="2939876" cy="947975"/>
      </dsp:txXfrm>
    </dsp:sp>
    <dsp:sp modelId="{6989F9B6-73C5-4B9A-9AAA-B6A2DBC033E3}">
      <dsp:nvSpPr>
        <dsp:cNvPr id="0" name=""/>
        <dsp:cNvSpPr/>
      </dsp:nvSpPr>
      <dsp:spPr>
        <a:xfrm>
          <a:off x="3015" y="1047166"/>
          <a:ext cx="2939876" cy="414001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2500" b="1" kern="1200"/>
            <a:t>컴퓨터 시스템 운영에 필요한 프로그램 </a:t>
          </a:r>
          <a:r>
            <a:rPr kumimoji="1" lang="en-US" sz="2500" b="1" kern="1200"/>
            <a:t>(</a:t>
          </a:r>
          <a:r>
            <a:rPr kumimoji="1" lang="ko-KR" sz="2500" b="1" kern="1200"/>
            <a:t>보통 운영체제</a:t>
          </a:r>
          <a:r>
            <a:rPr kumimoji="1" lang="en-US" sz="2500" b="1" kern="1200"/>
            <a:t>)</a:t>
          </a:r>
          <a:endParaRPr lang="ko-KR" sz="2500" kern="120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2500" b="1" kern="1200"/>
            <a:t>예</a:t>
          </a:r>
          <a:r>
            <a:rPr kumimoji="1" lang="en-US" sz="2500" b="1" kern="1200"/>
            <a:t> : </a:t>
          </a:r>
          <a:r>
            <a:rPr kumimoji="1" lang="ko-KR" sz="2500" b="1" kern="1200"/>
            <a:t>윈도우</a:t>
          </a:r>
          <a:r>
            <a:rPr kumimoji="1" lang="en-US" sz="2500" b="1" kern="1200"/>
            <a:t>, </a:t>
          </a:r>
          <a:r>
            <a:rPr kumimoji="1" lang="ko-KR" sz="2500" b="1" kern="1200"/>
            <a:t>리눅스</a:t>
          </a:r>
          <a:r>
            <a:rPr kumimoji="1" lang="en-US" sz="2500" b="1" kern="1200"/>
            <a:t>, </a:t>
          </a:r>
          <a:r>
            <a:rPr kumimoji="1" lang="ko-KR" sz="2500" b="1" kern="1200"/>
            <a:t>유닉스</a:t>
          </a:r>
          <a:r>
            <a:rPr kumimoji="1" lang="en-US" sz="2500" b="1" kern="1200"/>
            <a:t> </a:t>
          </a:r>
          <a:r>
            <a:rPr kumimoji="1" lang="ko-KR" sz="2500" b="1" kern="1200"/>
            <a:t>등</a:t>
          </a:r>
          <a:endParaRPr lang="ko-KR" sz="2500" kern="1200"/>
        </a:p>
      </dsp:txBody>
      <dsp:txXfrm>
        <a:off x="3015" y="1047166"/>
        <a:ext cx="2939876" cy="4140017"/>
      </dsp:txXfrm>
    </dsp:sp>
    <dsp:sp modelId="{D89AFB0B-6860-4F49-ADEA-F15776F05571}">
      <dsp:nvSpPr>
        <dsp:cNvPr id="0" name=""/>
        <dsp:cNvSpPr/>
      </dsp:nvSpPr>
      <dsp:spPr>
        <a:xfrm>
          <a:off x="3354474" y="99191"/>
          <a:ext cx="2939876" cy="947975"/>
        </a:xfrm>
        <a:prstGeom prst="rect">
          <a:avLst/>
        </a:prstGeom>
        <a:solidFill>
          <a:schemeClr val="accent5">
            <a:hueOff val="-5665879"/>
            <a:satOff val="27434"/>
            <a:lumOff val="-16274"/>
            <a:alphaOff val="0"/>
          </a:schemeClr>
        </a:solidFill>
        <a:ln w="6350" cap="flat" cmpd="sng" algn="ctr">
          <a:solidFill>
            <a:schemeClr val="accent5">
              <a:hueOff val="-5665879"/>
              <a:satOff val="27434"/>
              <a:lumOff val="-1627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500" kern="1200"/>
            <a:t>응용 소프트웨어</a:t>
          </a:r>
          <a:endParaRPr lang="ko-KR" sz="2500" kern="1200"/>
        </a:p>
      </dsp:txBody>
      <dsp:txXfrm>
        <a:off x="3354474" y="99191"/>
        <a:ext cx="2939876" cy="947975"/>
      </dsp:txXfrm>
    </dsp:sp>
    <dsp:sp modelId="{73B8B6B8-82C2-419D-8776-89F41D2C750F}">
      <dsp:nvSpPr>
        <dsp:cNvPr id="0" name=""/>
        <dsp:cNvSpPr/>
      </dsp:nvSpPr>
      <dsp:spPr>
        <a:xfrm>
          <a:off x="3354474" y="1047166"/>
          <a:ext cx="2939876" cy="4140017"/>
        </a:xfrm>
        <a:prstGeom prst="rect">
          <a:avLst/>
        </a:prstGeom>
        <a:solidFill>
          <a:schemeClr val="accent5">
            <a:tint val="40000"/>
            <a:alpha val="90000"/>
            <a:hueOff val="-6160556"/>
            <a:satOff val="14330"/>
            <a:lumOff val="-204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6160556"/>
              <a:satOff val="14330"/>
              <a:lumOff val="-204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2500" b="1" kern="1200"/>
            <a:t>특정 업무를 할 때 사용하는 프로그램</a:t>
          </a:r>
          <a:endParaRPr lang="ko-KR" sz="2500" kern="120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2500" b="1" kern="1200"/>
            <a:t>예</a:t>
          </a:r>
          <a:r>
            <a:rPr kumimoji="1" lang="en-US" sz="2500" b="1" kern="1200"/>
            <a:t>: </a:t>
          </a:r>
          <a:r>
            <a:rPr kumimoji="1" lang="ko-KR" sz="2500" b="1" kern="1200"/>
            <a:t>아래아한글</a:t>
          </a:r>
          <a:r>
            <a:rPr kumimoji="1" lang="en-US" sz="2500" b="1" kern="1200"/>
            <a:t>, </a:t>
          </a:r>
          <a:r>
            <a:rPr kumimoji="1" lang="ko-KR" sz="2500" b="1" kern="1200"/>
            <a:t>엑셀</a:t>
          </a:r>
          <a:r>
            <a:rPr kumimoji="1" lang="en-US" sz="2500" b="1" kern="1200"/>
            <a:t>, </a:t>
          </a:r>
          <a:r>
            <a:rPr kumimoji="1" lang="ko-KR" sz="2500" b="1" kern="1200"/>
            <a:t>익스플로러</a:t>
          </a:r>
          <a:r>
            <a:rPr kumimoji="1" lang="en-US" sz="2500" b="1" kern="1200"/>
            <a:t>, </a:t>
          </a:r>
          <a:r>
            <a:rPr kumimoji="1" lang="ko-KR" sz="2500" b="1" kern="1200"/>
            <a:t>알송</a:t>
          </a:r>
          <a:r>
            <a:rPr kumimoji="1" lang="en-US" sz="2500" b="1" kern="1200"/>
            <a:t>, </a:t>
          </a:r>
          <a:r>
            <a:rPr kumimoji="1" lang="ko-KR" sz="2500" b="1" kern="1200"/>
            <a:t>곰플레이어 등</a:t>
          </a:r>
          <a:endParaRPr lang="ko-KR" sz="2500" kern="1200"/>
        </a:p>
      </dsp:txBody>
      <dsp:txXfrm>
        <a:off x="3354474" y="1047166"/>
        <a:ext cx="2939876" cy="4140017"/>
      </dsp:txXfrm>
    </dsp:sp>
    <dsp:sp modelId="{3AE540B8-246B-4F29-A8CB-0D035B6306C2}">
      <dsp:nvSpPr>
        <dsp:cNvPr id="0" name=""/>
        <dsp:cNvSpPr/>
      </dsp:nvSpPr>
      <dsp:spPr>
        <a:xfrm>
          <a:off x="6705933" y="99191"/>
          <a:ext cx="2939876" cy="947975"/>
        </a:xfrm>
        <a:prstGeom prst="rect">
          <a:avLst/>
        </a:prstGeom>
        <a:solidFill>
          <a:schemeClr val="accent5">
            <a:hueOff val="-11331758"/>
            <a:satOff val="54868"/>
            <a:lumOff val="-32549"/>
            <a:alphaOff val="0"/>
          </a:schemeClr>
        </a:solidFill>
        <a:ln w="6350" cap="flat" cmpd="sng" algn="ctr">
          <a:solidFill>
            <a:schemeClr val="accent5">
              <a:hueOff val="-11331758"/>
              <a:satOff val="54868"/>
              <a:lumOff val="-3254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500" kern="1200"/>
            <a:t>소프트웨어를 만드는 소프트웨어</a:t>
          </a:r>
          <a:endParaRPr lang="ko-KR" sz="2500" kern="1200"/>
        </a:p>
      </dsp:txBody>
      <dsp:txXfrm>
        <a:off x="6705933" y="99191"/>
        <a:ext cx="2939876" cy="947975"/>
      </dsp:txXfrm>
    </dsp:sp>
    <dsp:sp modelId="{4542690E-B4B9-4DB0-91E8-BCD987DF5C28}">
      <dsp:nvSpPr>
        <dsp:cNvPr id="0" name=""/>
        <dsp:cNvSpPr/>
      </dsp:nvSpPr>
      <dsp:spPr>
        <a:xfrm>
          <a:off x="6705933" y="1047166"/>
          <a:ext cx="2939876" cy="4140017"/>
        </a:xfrm>
        <a:prstGeom prst="rect">
          <a:avLst/>
        </a:prstGeom>
        <a:solidFill>
          <a:schemeClr val="accent5">
            <a:tint val="40000"/>
            <a:alpha val="90000"/>
            <a:hueOff val="-12321113"/>
            <a:satOff val="28659"/>
            <a:lumOff val="-409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12321113"/>
              <a:satOff val="28659"/>
              <a:lumOff val="-409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2500" b="1" kern="1200"/>
            <a:t>프로그래밍 언어</a:t>
          </a:r>
          <a:endParaRPr lang="ko-KR" sz="2500" kern="120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2500" b="1" kern="1200"/>
            <a:t>C, C++, </a:t>
          </a:r>
          <a:r>
            <a:rPr kumimoji="1" lang="ko-KR" sz="2500" b="1" kern="1200"/>
            <a:t>비주얼 베이직</a:t>
          </a:r>
          <a:r>
            <a:rPr kumimoji="1" lang="en-US" sz="2500" b="1" kern="1200"/>
            <a:t>, JAVA, </a:t>
          </a:r>
          <a:r>
            <a:rPr kumimoji="1" lang="ko-KR" sz="2500" b="1" kern="1200"/>
            <a:t>파이썬</a:t>
          </a:r>
          <a:r>
            <a:rPr kumimoji="1" lang="en-US" sz="2500" b="1" kern="1200"/>
            <a:t>, go, MATLAB</a:t>
          </a:r>
          <a:endParaRPr lang="ko-KR" sz="2500" kern="120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2500" b="1" kern="1200"/>
            <a:t>HTML, javascript, VRML, XML, PHP, perl, SQL, R</a:t>
          </a:r>
          <a:endParaRPr lang="ko-KR" sz="2500" kern="1200"/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2500" b="1" kern="1200"/>
            <a:t>Ruby, LISP </a:t>
          </a:r>
          <a:endParaRPr lang="ko-KR" sz="2500" kern="1200"/>
        </a:p>
      </dsp:txBody>
      <dsp:txXfrm>
        <a:off x="6705933" y="1047166"/>
        <a:ext cx="2939876" cy="41400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FE2AE7-B1C3-4608-9C78-E6933F179758}">
      <dsp:nvSpPr>
        <dsp:cNvPr id="0" name=""/>
        <dsp:cNvSpPr/>
      </dsp:nvSpPr>
      <dsp:spPr>
        <a:xfrm>
          <a:off x="3015" y="501563"/>
          <a:ext cx="2939876" cy="11759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100" kern="1200">
              <a:solidFill>
                <a:schemeClr val="tx1"/>
              </a:solidFill>
            </a:rPr>
            <a:t>PC</a:t>
          </a:r>
          <a:r>
            <a:rPr kumimoji="1" lang="ko-KR" sz="3100" kern="1200">
              <a:solidFill>
                <a:schemeClr val="tx1"/>
              </a:solidFill>
            </a:rPr>
            <a:t> 운영체제</a:t>
          </a:r>
          <a:endParaRPr lang="ko-KR" sz="3100" kern="1200">
            <a:solidFill>
              <a:schemeClr val="tx1"/>
            </a:solidFill>
          </a:endParaRPr>
        </a:p>
      </dsp:txBody>
      <dsp:txXfrm>
        <a:off x="3015" y="501563"/>
        <a:ext cx="2939876" cy="1175950"/>
      </dsp:txXfrm>
    </dsp:sp>
    <dsp:sp modelId="{A4D76889-E857-4427-9F03-1A679952BC77}">
      <dsp:nvSpPr>
        <dsp:cNvPr id="0" name=""/>
        <dsp:cNvSpPr/>
      </dsp:nvSpPr>
      <dsp:spPr>
        <a:xfrm>
          <a:off x="3015" y="1677514"/>
          <a:ext cx="2939876" cy="310729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3100" b="1" kern="1200">
              <a:solidFill>
                <a:schemeClr val="tx1"/>
              </a:solidFill>
            </a:rPr>
            <a:t>DOS, windows, linux, MAC</a:t>
          </a:r>
          <a:endParaRPr lang="ko-KR" sz="3100" kern="1200">
            <a:solidFill>
              <a:schemeClr val="tx1"/>
            </a:solidFill>
          </a:endParaRPr>
        </a:p>
      </dsp:txBody>
      <dsp:txXfrm>
        <a:off x="3015" y="1677514"/>
        <a:ext cx="2939876" cy="3107297"/>
      </dsp:txXfrm>
    </dsp:sp>
    <dsp:sp modelId="{670588FD-AB78-4CF3-B738-A5A250EB5DE2}">
      <dsp:nvSpPr>
        <dsp:cNvPr id="0" name=""/>
        <dsp:cNvSpPr/>
      </dsp:nvSpPr>
      <dsp:spPr>
        <a:xfrm>
          <a:off x="3354474" y="501563"/>
          <a:ext cx="2939876" cy="1175950"/>
        </a:xfrm>
        <a:prstGeom prst="rect">
          <a:avLst/>
        </a:prstGeom>
        <a:solidFill>
          <a:schemeClr val="accent5">
            <a:hueOff val="-5665879"/>
            <a:satOff val="27434"/>
            <a:lumOff val="-16274"/>
            <a:alphaOff val="0"/>
          </a:schemeClr>
        </a:solidFill>
        <a:ln w="6350" cap="flat" cmpd="sng" algn="ctr">
          <a:solidFill>
            <a:schemeClr val="accent5">
              <a:hueOff val="-5665879"/>
              <a:satOff val="27434"/>
              <a:lumOff val="-1627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100" kern="1200">
              <a:solidFill>
                <a:schemeClr val="tx1"/>
              </a:solidFill>
            </a:rPr>
            <a:t>server</a:t>
          </a:r>
          <a:r>
            <a:rPr kumimoji="1" lang="ko-KR" sz="3100" kern="1200">
              <a:solidFill>
                <a:schemeClr val="tx1"/>
              </a:solidFill>
            </a:rPr>
            <a:t> 운영체제</a:t>
          </a:r>
          <a:endParaRPr lang="ko-KR" sz="3100" kern="1200">
            <a:solidFill>
              <a:schemeClr val="tx1"/>
            </a:solidFill>
          </a:endParaRPr>
        </a:p>
      </dsp:txBody>
      <dsp:txXfrm>
        <a:off x="3354474" y="501563"/>
        <a:ext cx="2939876" cy="1175950"/>
      </dsp:txXfrm>
    </dsp:sp>
    <dsp:sp modelId="{0A69628D-3EE0-4E82-B74F-FD98353113D3}">
      <dsp:nvSpPr>
        <dsp:cNvPr id="0" name=""/>
        <dsp:cNvSpPr/>
      </dsp:nvSpPr>
      <dsp:spPr>
        <a:xfrm>
          <a:off x="3354474" y="1677514"/>
          <a:ext cx="2939876" cy="3107297"/>
        </a:xfrm>
        <a:prstGeom prst="rect">
          <a:avLst/>
        </a:prstGeom>
        <a:solidFill>
          <a:schemeClr val="accent5">
            <a:tint val="40000"/>
            <a:alpha val="90000"/>
            <a:hueOff val="-6160556"/>
            <a:satOff val="14330"/>
            <a:lumOff val="-204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6160556"/>
              <a:satOff val="14330"/>
              <a:lumOff val="-204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3100" b="1" kern="1200">
              <a:solidFill>
                <a:schemeClr val="tx1"/>
              </a:solidFill>
            </a:rPr>
            <a:t>WindowsNT, Windows Server, Unix, linux</a:t>
          </a:r>
          <a:endParaRPr lang="ko-KR" sz="3100" kern="1200">
            <a:solidFill>
              <a:schemeClr val="tx1"/>
            </a:solidFill>
          </a:endParaRPr>
        </a:p>
      </dsp:txBody>
      <dsp:txXfrm>
        <a:off x="3354474" y="1677514"/>
        <a:ext cx="2939876" cy="3107297"/>
      </dsp:txXfrm>
    </dsp:sp>
    <dsp:sp modelId="{A853B291-C75D-4E69-B3B4-2B8CEED11559}">
      <dsp:nvSpPr>
        <dsp:cNvPr id="0" name=""/>
        <dsp:cNvSpPr/>
      </dsp:nvSpPr>
      <dsp:spPr>
        <a:xfrm>
          <a:off x="6705933" y="501563"/>
          <a:ext cx="2939876" cy="1175950"/>
        </a:xfrm>
        <a:prstGeom prst="rect">
          <a:avLst/>
        </a:prstGeom>
        <a:solidFill>
          <a:schemeClr val="accent5">
            <a:hueOff val="-11331758"/>
            <a:satOff val="54868"/>
            <a:lumOff val="-32549"/>
            <a:alphaOff val="0"/>
          </a:schemeClr>
        </a:solidFill>
        <a:ln w="6350" cap="flat" cmpd="sng" algn="ctr">
          <a:solidFill>
            <a:schemeClr val="accent5">
              <a:hueOff val="-11331758"/>
              <a:satOff val="54868"/>
              <a:lumOff val="-3254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100" kern="1200">
              <a:solidFill>
                <a:schemeClr val="tx1"/>
              </a:solidFill>
            </a:rPr>
            <a:t>Mobile </a:t>
          </a:r>
          <a:r>
            <a:rPr kumimoji="1" lang="ko-KR" sz="3100" kern="1200">
              <a:solidFill>
                <a:schemeClr val="tx1"/>
              </a:solidFill>
            </a:rPr>
            <a:t>운영체제</a:t>
          </a:r>
          <a:endParaRPr lang="ko-KR" sz="3100" kern="1200">
            <a:solidFill>
              <a:schemeClr val="tx1"/>
            </a:solidFill>
          </a:endParaRPr>
        </a:p>
      </dsp:txBody>
      <dsp:txXfrm>
        <a:off x="6705933" y="501563"/>
        <a:ext cx="2939876" cy="1175950"/>
      </dsp:txXfrm>
    </dsp:sp>
    <dsp:sp modelId="{6C988FC4-7D3E-4769-938F-2A034D06A304}">
      <dsp:nvSpPr>
        <dsp:cNvPr id="0" name=""/>
        <dsp:cNvSpPr/>
      </dsp:nvSpPr>
      <dsp:spPr>
        <a:xfrm>
          <a:off x="6705933" y="1677514"/>
          <a:ext cx="2939876" cy="3107297"/>
        </a:xfrm>
        <a:prstGeom prst="rect">
          <a:avLst/>
        </a:prstGeom>
        <a:solidFill>
          <a:schemeClr val="accent5">
            <a:tint val="40000"/>
            <a:alpha val="90000"/>
            <a:hueOff val="-12321113"/>
            <a:satOff val="28659"/>
            <a:lumOff val="-409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12321113"/>
              <a:satOff val="28659"/>
              <a:lumOff val="-409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3100" b="1" kern="1200" dirty="0">
              <a:solidFill>
                <a:schemeClr val="tx1"/>
              </a:solidFill>
            </a:rPr>
            <a:t>Android, IOS, </a:t>
          </a:r>
          <a:br>
            <a:rPr kumimoji="1" lang="en-US" sz="3100" b="1" kern="1200" dirty="0">
              <a:solidFill>
                <a:schemeClr val="tx1"/>
              </a:solidFill>
            </a:rPr>
          </a:br>
          <a:r>
            <a:rPr kumimoji="1" lang="en-US" sz="3100" b="1" kern="1200" dirty="0" err="1">
              <a:solidFill>
                <a:schemeClr val="tx1"/>
              </a:solidFill>
            </a:rPr>
            <a:t>WindowsPhone</a:t>
          </a:r>
          <a:r>
            <a:rPr kumimoji="1" lang="en-US" sz="3100" b="1" kern="1200" dirty="0">
              <a:solidFill>
                <a:schemeClr val="tx1"/>
              </a:solidFill>
            </a:rPr>
            <a:t>, </a:t>
          </a:r>
          <a:r>
            <a:rPr kumimoji="1" lang="ko-KR" sz="3100" b="1" kern="1200" dirty="0">
              <a:solidFill>
                <a:schemeClr val="tx1"/>
              </a:solidFill>
            </a:rPr>
            <a:t>블랙베리</a:t>
          </a:r>
          <a:r>
            <a:rPr kumimoji="1" lang="en-US" sz="3100" b="1" kern="1200" dirty="0">
              <a:solidFill>
                <a:schemeClr val="tx1"/>
              </a:solidFill>
            </a:rPr>
            <a:t>, </a:t>
          </a:r>
          <a:r>
            <a:rPr kumimoji="1" lang="ko-KR" sz="3100" b="1" kern="1200" dirty="0">
              <a:solidFill>
                <a:schemeClr val="tx1"/>
              </a:solidFill>
            </a:rPr>
            <a:t>바다</a:t>
          </a:r>
          <a:r>
            <a:rPr kumimoji="1" lang="en-US" sz="3100" b="1" kern="1200" dirty="0">
              <a:solidFill>
                <a:schemeClr val="tx1"/>
              </a:solidFill>
            </a:rPr>
            <a:t>, </a:t>
          </a:r>
          <a:r>
            <a:rPr kumimoji="1" lang="ko-KR" sz="3100" b="1" kern="1200" dirty="0" err="1">
              <a:solidFill>
                <a:schemeClr val="tx1"/>
              </a:solidFill>
            </a:rPr>
            <a:t>심비안</a:t>
          </a:r>
          <a:endParaRPr lang="ko-KR" sz="3100" kern="1200" dirty="0">
            <a:solidFill>
              <a:schemeClr val="tx1"/>
            </a:solidFill>
          </a:endParaRPr>
        </a:p>
      </dsp:txBody>
      <dsp:txXfrm>
        <a:off x="6705933" y="1677514"/>
        <a:ext cx="2939876" cy="310729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9E275-1EC7-44CC-9731-6055E2D36F8B}">
      <dsp:nvSpPr>
        <dsp:cNvPr id="0" name=""/>
        <dsp:cNvSpPr/>
      </dsp:nvSpPr>
      <dsp:spPr>
        <a:xfrm>
          <a:off x="5240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b="0" i="0" kern="1200" dirty="0"/>
            <a:t>데이터 분석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b="0" i="0" kern="1200" dirty="0"/>
            <a:t>웹 개발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b="0" i="0" kern="1200" dirty="0"/>
            <a:t>인공지능</a:t>
          </a:r>
          <a:r>
            <a:rPr lang="en-US" altLang="ko-KR" sz="1400" b="0" i="0" kern="1200" dirty="0"/>
            <a:t>(AI)</a:t>
          </a:r>
          <a:endParaRPr lang="ko-KR" sz="1400" kern="1200" dirty="0"/>
        </a:p>
      </dsp:txBody>
      <dsp:txXfrm>
        <a:off x="34511" y="607133"/>
        <a:ext cx="1614953" cy="1219957"/>
      </dsp:txXfrm>
    </dsp:sp>
    <dsp:sp modelId="{040A3C90-1364-46E0-98BC-48840B444B6A}">
      <dsp:nvSpPr>
        <dsp:cNvPr id="0" name=""/>
        <dsp:cNvSpPr/>
      </dsp:nvSpPr>
      <dsp:spPr>
        <a:xfrm>
          <a:off x="5240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/>
            <a:t>python </a:t>
          </a:r>
          <a:endParaRPr lang="ko-KR" sz="1900" kern="1200" dirty="0"/>
        </a:p>
      </dsp:txBody>
      <dsp:txXfrm>
        <a:off x="5240" y="1827091"/>
        <a:ext cx="1178517" cy="537168"/>
      </dsp:txXfrm>
    </dsp:sp>
    <dsp:sp modelId="{F1B2F8A6-CF7D-4A5D-AA9D-1225FDABDAD2}">
      <dsp:nvSpPr>
        <dsp:cNvPr id="0" name=""/>
        <dsp:cNvSpPr/>
      </dsp:nvSpPr>
      <dsp:spPr>
        <a:xfrm>
          <a:off x="1231098" y="1912415"/>
          <a:ext cx="585723" cy="585723"/>
        </a:xfrm>
        <a:prstGeom prst="ellipse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EEEE40-2CBD-426D-BD87-68045EE8AF3C}">
      <dsp:nvSpPr>
        <dsp:cNvPr id="0" name=""/>
        <dsp:cNvSpPr/>
      </dsp:nvSpPr>
      <dsp:spPr>
        <a:xfrm>
          <a:off x="1961930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b="0" i="0" kern="1200" dirty="0"/>
            <a:t>시스템 소프트웨어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400" b="0" i="0" kern="1200" dirty="0"/>
            <a:t> </a:t>
          </a:r>
          <a:r>
            <a:rPr lang="ko-KR" altLang="en-US" sz="1400" b="0" i="0" kern="1200" dirty="0"/>
            <a:t>게임 엔진 개발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b="0" i="0" kern="1200" dirty="0"/>
            <a:t>실시간 시스템</a:t>
          </a:r>
          <a:endParaRPr lang="ko-KR" sz="1400" kern="1200" dirty="0"/>
        </a:p>
      </dsp:txBody>
      <dsp:txXfrm>
        <a:off x="1991201" y="607133"/>
        <a:ext cx="1614953" cy="1219957"/>
      </dsp:txXfrm>
    </dsp:sp>
    <dsp:sp modelId="{A855E8E6-05F1-4E24-B7E5-9C65D5E83A9E}">
      <dsp:nvSpPr>
        <dsp:cNvPr id="0" name=""/>
        <dsp:cNvSpPr/>
      </dsp:nvSpPr>
      <dsp:spPr>
        <a:xfrm>
          <a:off x="1961930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/>
            <a:t>C ++</a:t>
          </a:r>
          <a:endParaRPr lang="ko-KR" sz="1900" kern="1200" dirty="0"/>
        </a:p>
      </dsp:txBody>
      <dsp:txXfrm>
        <a:off x="1961930" y="1827091"/>
        <a:ext cx="1178517" cy="537168"/>
      </dsp:txXfrm>
    </dsp:sp>
    <dsp:sp modelId="{F3AECE8B-F543-4968-BDB2-D6302DE712C4}">
      <dsp:nvSpPr>
        <dsp:cNvPr id="0" name=""/>
        <dsp:cNvSpPr/>
      </dsp:nvSpPr>
      <dsp:spPr>
        <a:xfrm>
          <a:off x="3187789" y="1912415"/>
          <a:ext cx="585723" cy="585723"/>
        </a:xfrm>
        <a:prstGeom prst="ellipse">
          <a:avLst/>
        </a:prstGeom>
        <a:blipFill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F94C5-4258-4594-82BB-FAAF1F6E4CC0}">
      <dsp:nvSpPr>
        <dsp:cNvPr id="0" name=""/>
        <dsp:cNvSpPr/>
      </dsp:nvSpPr>
      <dsp:spPr>
        <a:xfrm>
          <a:off x="3918621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하드웨어 제어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운영 체제 개발</a:t>
          </a:r>
          <a:br>
            <a:rPr lang="en-US" altLang="ko-KR" sz="1400" kern="1200" dirty="0"/>
          </a:br>
          <a:r>
            <a:rPr lang="en-US" altLang="ko-KR" sz="1400" kern="1200" dirty="0"/>
            <a:t>(</a:t>
          </a:r>
          <a:r>
            <a:rPr lang="ko-KR" altLang="en-US" sz="1400" kern="1200" dirty="0"/>
            <a:t>시스템소프트웨어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임베디드 시스템</a:t>
          </a:r>
          <a:endParaRPr lang="ko-KR" sz="1400" kern="1200" dirty="0"/>
        </a:p>
      </dsp:txBody>
      <dsp:txXfrm>
        <a:off x="3947892" y="607133"/>
        <a:ext cx="1614953" cy="1219957"/>
      </dsp:txXfrm>
    </dsp:sp>
    <dsp:sp modelId="{D68558BE-825A-492D-B7A9-340FCA783581}">
      <dsp:nvSpPr>
        <dsp:cNvPr id="0" name=""/>
        <dsp:cNvSpPr/>
      </dsp:nvSpPr>
      <dsp:spPr>
        <a:xfrm>
          <a:off x="3918621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/>
            <a:t>C</a:t>
          </a:r>
          <a:endParaRPr lang="ko-KR" sz="1900" kern="1200" dirty="0"/>
        </a:p>
      </dsp:txBody>
      <dsp:txXfrm>
        <a:off x="3918621" y="1827091"/>
        <a:ext cx="1178517" cy="537168"/>
      </dsp:txXfrm>
    </dsp:sp>
    <dsp:sp modelId="{0A55B40D-970F-4A0B-9A9E-F1835E7AB3E3}">
      <dsp:nvSpPr>
        <dsp:cNvPr id="0" name=""/>
        <dsp:cNvSpPr/>
      </dsp:nvSpPr>
      <dsp:spPr>
        <a:xfrm>
          <a:off x="5144479" y="1912415"/>
          <a:ext cx="585723" cy="585723"/>
        </a:xfrm>
        <a:prstGeom prst="ellipse">
          <a:avLst/>
        </a:prstGeom>
        <a:blipFill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14915-8D08-4FD3-B7D6-264279D23D90}">
      <dsp:nvSpPr>
        <dsp:cNvPr id="0" name=""/>
        <dsp:cNvSpPr/>
      </dsp:nvSpPr>
      <dsp:spPr>
        <a:xfrm>
          <a:off x="5875312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웹 개발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안드로이드 앱 개발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가전제품</a:t>
          </a:r>
          <a:endParaRPr lang="ko-KR" sz="1400" kern="1200" dirty="0"/>
        </a:p>
      </dsp:txBody>
      <dsp:txXfrm>
        <a:off x="5904583" y="607133"/>
        <a:ext cx="1614953" cy="1219957"/>
      </dsp:txXfrm>
    </dsp:sp>
    <dsp:sp modelId="{33AE0C53-787C-4D31-B23C-65714B7C91EB}">
      <dsp:nvSpPr>
        <dsp:cNvPr id="0" name=""/>
        <dsp:cNvSpPr/>
      </dsp:nvSpPr>
      <dsp:spPr>
        <a:xfrm>
          <a:off x="5875312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/>
            <a:t>java</a:t>
          </a:r>
          <a:endParaRPr lang="ko-KR" sz="1900" kern="1200" dirty="0"/>
        </a:p>
      </dsp:txBody>
      <dsp:txXfrm>
        <a:off x="5875312" y="1827091"/>
        <a:ext cx="1178517" cy="537168"/>
      </dsp:txXfrm>
    </dsp:sp>
    <dsp:sp modelId="{E5F960D2-05D4-4F17-A3EC-86879CF84FC3}">
      <dsp:nvSpPr>
        <dsp:cNvPr id="0" name=""/>
        <dsp:cNvSpPr/>
      </dsp:nvSpPr>
      <dsp:spPr>
        <a:xfrm>
          <a:off x="7101170" y="1912415"/>
          <a:ext cx="585723" cy="585723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9469F8-29B9-46FF-AD14-1C2510709181}">
      <dsp:nvSpPr>
        <dsp:cNvPr id="0" name=""/>
        <dsp:cNvSpPr/>
      </dsp:nvSpPr>
      <dsp:spPr>
        <a:xfrm>
          <a:off x="7832003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웹 개발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게임 개발</a:t>
          </a:r>
          <a:r>
            <a:rPr lang="en-US" altLang="ko-KR" sz="1400" kern="1200" dirty="0"/>
            <a:t>(unity)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윈도우 애플리케이션</a:t>
          </a:r>
          <a:endParaRPr lang="ko-KR" sz="1400" kern="1200" dirty="0"/>
        </a:p>
      </dsp:txBody>
      <dsp:txXfrm>
        <a:off x="7861274" y="607133"/>
        <a:ext cx="1614953" cy="1219957"/>
      </dsp:txXfrm>
    </dsp:sp>
    <dsp:sp modelId="{D5271DCB-B9FA-40F4-A440-606B37B3CB38}">
      <dsp:nvSpPr>
        <dsp:cNvPr id="0" name=""/>
        <dsp:cNvSpPr/>
      </dsp:nvSpPr>
      <dsp:spPr>
        <a:xfrm>
          <a:off x="7832003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 err="1"/>
            <a:t>c#</a:t>
          </a:r>
          <a:endParaRPr lang="ko-KR" sz="1900" kern="1200" dirty="0"/>
        </a:p>
      </dsp:txBody>
      <dsp:txXfrm>
        <a:off x="7832003" y="1827091"/>
        <a:ext cx="1178517" cy="537168"/>
      </dsp:txXfrm>
    </dsp:sp>
    <dsp:sp modelId="{29686330-E1F9-4964-89EE-85174192BC5E}">
      <dsp:nvSpPr>
        <dsp:cNvPr id="0" name=""/>
        <dsp:cNvSpPr/>
      </dsp:nvSpPr>
      <dsp:spPr>
        <a:xfrm>
          <a:off x="9057861" y="1912415"/>
          <a:ext cx="585723" cy="585723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C4EA92-C084-42D8-BEF0-CA8492B352B3}">
      <dsp:nvSpPr>
        <dsp:cNvPr id="0" name=""/>
        <dsp:cNvSpPr/>
      </dsp:nvSpPr>
      <dsp:spPr>
        <a:xfrm>
          <a:off x="5240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웹 개발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 err="1"/>
            <a:t>프론트엔드</a:t>
          </a:r>
          <a:r>
            <a:rPr lang="en-US" altLang="ko-KR" sz="1400" kern="1200" dirty="0"/>
            <a:t>, </a:t>
          </a:r>
          <a:r>
            <a:rPr lang="ko-KR" altLang="en-US" sz="1400" kern="1200" dirty="0" err="1"/>
            <a:t>백엔드</a:t>
          </a:r>
          <a:r>
            <a:rPr lang="ko-KR" altLang="en-US" sz="1400" kern="1200" dirty="0"/>
            <a:t> 개발</a:t>
          </a:r>
          <a:endParaRPr lang="ko-KR" sz="1400" kern="1200" dirty="0"/>
        </a:p>
      </dsp:txBody>
      <dsp:txXfrm>
        <a:off x="34511" y="2817506"/>
        <a:ext cx="1614953" cy="1219957"/>
      </dsp:txXfrm>
    </dsp:sp>
    <dsp:sp modelId="{B78BDAC8-5B30-4EDA-BF13-5D3EAA8A9C94}">
      <dsp:nvSpPr>
        <dsp:cNvPr id="0" name=""/>
        <dsp:cNvSpPr/>
      </dsp:nvSpPr>
      <dsp:spPr>
        <a:xfrm>
          <a:off x="5240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/>
            <a:t>JavaScript</a:t>
          </a:r>
          <a:endParaRPr lang="ko-KR" sz="1900" kern="1200" dirty="0"/>
        </a:p>
      </dsp:txBody>
      <dsp:txXfrm>
        <a:off x="5240" y="4037464"/>
        <a:ext cx="1178517" cy="537168"/>
      </dsp:txXfrm>
    </dsp:sp>
    <dsp:sp modelId="{BA861AE6-8F31-4A86-847C-1F311C3798BA}">
      <dsp:nvSpPr>
        <dsp:cNvPr id="0" name=""/>
        <dsp:cNvSpPr/>
      </dsp:nvSpPr>
      <dsp:spPr>
        <a:xfrm>
          <a:off x="1231098" y="4122788"/>
          <a:ext cx="585723" cy="585723"/>
        </a:xfrm>
        <a:prstGeom prst="ellipse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5790B2-E237-4B82-BA91-CBEFEB4DE37B}">
      <dsp:nvSpPr>
        <dsp:cNvPr id="0" name=""/>
        <dsp:cNvSpPr/>
      </dsp:nvSpPr>
      <dsp:spPr>
        <a:xfrm>
          <a:off x="1961930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구글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b="0" i="0" kern="1200" dirty="0"/>
            <a:t>분산 시스템</a:t>
          </a:r>
          <a:r>
            <a:rPr lang="en-US" altLang="ko-KR" sz="1400" b="0" i="0" kern="1200" dirty="0"/>
            <a:t>, </a:t>
          </a:r>
          <a:r>
            <a:rPr lang="ko-KR" altLang="en-US" sz="1400" b="0" i="0" kern="1200" dirty="0"/>
            <a:t>클라우드 서비스</a:t>
          </a:r>
          <a:r>
            <a:rPr lang="en-US" altLang="ko-KR" sz="1400" b="0" i="0" kern="1200" dirty="0"/>
            <a:t>, </a:t>
          </a:r>
          <a:r>
            <a:rPr lang="ko-KR" altLang="en-US" sz="1400" b="0" i="0" kern="1200" dirty="0"/>
            <a:t>네트워크 서버 개발 </a:t>
          </a:r>
          <a:endParaRPr lang="ko-KR" sz="1400" kern="1200" dirty="0"/>
        </a:p>
      </dsp:txBody>
      <dsp:txXfrm>
        <a:off x="1991201" y="2817506"/>
        <a:ext cx="1614953" cy="1219957"/>
      </dsp:txXfrm>
    </dsp:sp>
    <dsp:sp modelId="{EAF3D80F-09F7-4FBB-9463-FA6AAABEAEB4}">
      <dsp:nvSpPr>
        <dsp:cNvPr id="0" name=""/>
        <dsp:cNvSpPr/>
      </dsp:nvSpPr>
      <dsp:spPr>
        <a:xfrm>
          <a:off x="1961930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/>
            <a:t>go</a:t>
          </a:r>
          <a:endParaRPr lang="ko-KR" sz="1900" kern="1200" dirty="0"/>
        </a:p>
      </dsp:txBody>
      <dsp:txXfrm>
        <a:off x="1961930" y="4037464"/>
        <a:ext cx="1178517" cy="537168"/>
      </dsp:txXfrm>
    </dsp:sp>
    <dsp:sp modelId="{A9403E49-05FF-4F16-953E-139CA3D9A2F3}">
      <dsp:nvSpPr>
        <dsp:cNvPr id="0" name=""/>
        <dsp:cNvSpPr/>
      </dsp:nvSpPr>
      <dsp:spPr>
        <a:xfrm>
          <a:off x="3187789" y="4122788"/>
          <a:ext cx="585723" cy="585723"/>
        </a:xfrm>
        <a:prstGeom prst="ellipse">
          <a:avLst/>
        </a:prstGeom>
        <a:blipFill dpi="0"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E6B94E-367E-45FB-A028-8371525D5732}">
      <dsp:nvSpPr>
        <dsp:cNvPr id="0" name=""/>
        <dsp:cNvSpPr/>
      </dsp:nvSpPr>
      <dsp:spPr>
        <a:xfrm>
          <a:off x="3918621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b="0" i="0" kern="1200"/>
            <a:t>데이터베이스</a:t>
          </a:r>
          <a:endParaRPr lang="ko-KR" sz="1400" kern="1200" dirty="0"/>
        </a:p>
      </dsp:txBody>
      <dsp:txXfrm>
        <a:off x="3947892" y="2817506"/>
        <a:ext cx="1614953" cy="1219957"/>
      </dsp:txXfrm>
    </dsp:sp>
    <dsp:sp modelId="{9161BD6C-5375-4E8E-86C8-D6E028463745}">
      <dsp:nvSpPr>
        <dsp:cNvPr id="0" name=""/>
        <dsp:cNvSpPr/>
      </dsp:nvSpPr>
      <dsp:spPr>
        <a:xfrm>
          <a:off x="3918621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/>
            <a:t>SQL</a:t>
          </a:r>
          <a:endParaRPr lang="ko-KR" sz="1900" kern="1200" dirty="0"/>
        </a:p>
      </dsp:txBody>
      <dsp:txXfrm>
        <a:off x="3918621" y="4037464"/>
        <a:ext cx="1178517" cy="537168"/>
      </dsp:txXfrm>
    </dsp:sp>
    <dsp:sp modelId="{53ABD2FB-A56F-42C3-B11B-A843FDDD6FEC}">
      <dsp:nvSpPr>
        <dsp:cNvPr id="0" name=""/>
        <dsp:cNvSpPr/>
      </dsp:nvSpPr>
      <dsp:spPr>
        <a:xfrm>
          <a:off x="5144479" y="4122788"/>
          <a:ext cx="585723" cy="585723"/>
        </a:xfrm>
        <a:prstGeom prst="ellipse">
          <a:avLst/>
        </a:prstGeom>
        <a:blipFill dpi="0" rotWithShape="1"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02A0B-258F-4546-8C7C-B4313F86C551}">
      <dsp:nvSpPr>
        <dsp:cNvPr id="0" name=""/>
        <dsp:cNvSpPr/>
      </dsp:nvSpPr>
      <dsp:spPr>
        <a:xfrm>
          <a:off x="5875312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애플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400" b="0" i="0" kern="1200" dirty="0"/>
            <a:t>iOS </a:t>
          </a:r>
          <a:r>
            <a:rPr lang="ko-KR" altLang="en-US" sz="1400" b="0" i="0" kern="1200" dirty="0"/>
            <a:t>및 </a:t>
          </a:r>
          <a:r>
            <a:rPr lang="en-US" altLang="ko-KR" sz="1400" b="0" i="0" kern="1200" dirty="0"/>
            <a:t>macOS </a:t>
          </a:r>
          <a:r>
            <a:rPr lang="ko-KR" altLang="en-US" sz="1400" b="0" i="0" kern="1200" dirty="0"/>
            <a:t>애플리케이션 개발</a:t>
          </a:r>
          <a:endParaRPr lang="ko-KR" sz="1400" kern="1200" dirty="0"/>
        </a:p>
      </dsp:txBody>
      <dsp:txXfrm>
        <a:off x="5904583" y="2817506"/>
        <a:ext cx="1614953" cy="1219957"/>
      </dsp:txXfrm>
    </dsp:sp>
    <dsp:sp modelId="{13496A96-EAD8-42FB-980F-E5A6F02E7BFE}">
      <dsp:nvSpPr>
        <dsp:cNvPr id="0" name=""/>
        <dsp:cNvSpPr/>
      </dsp:nvSpPr>
      <dsp:spPr>
        <a:xfrm>
          <a:off x="5875312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/>
            <a:t>Swift </a:t>
          </a:r>
          <a:endParaRPr lang="ko-KR" sz="1900" kern="1200" dirty="0"/>
        </a:p>
      </dsp:txBody>
      <dsp:txXfrm>
        <a:off x="5875312" y="4037464"/>
        <a:ext cx="1178517" cy="537168"/>
      </dsp:txXfrm>
    </dsp:sp>
    <dsp:sp modelId="{9E109D36-CEDF-434C-94B1-91CEE564B865}">
      <dsp:nvSpPr>
        <dsp:cNvPr id="0" name=""/>
        <dsp:cNvSpPr/>
      </dsp:nvSpPr>
      <dsp:spPr>
        <a:xfrm>
          <a:off x="7101170" y="4122788"/>
          <a:ext cx="585723" cy="585723"/>
        </a:xfrm>
        <a:prstGeom prst="ellipse">
          <a:avLst/>
        </a:prstGeom>
        <a:blipFill>
          <a:blip xmlns:r="http://schemas.openxmlformats.org/officeDocument/2006/relationships" r:embed="rId9"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AFD16-FD06-4386-BD2F-729CFD998455}">
      <dsp:nvSpPr>
        <dsp:cNvPr id="0" name=""/>
        <dsp:cNvSpPr/>
      </dsp:nvSpPr>
      <dsp:spPr>
        <a:xfrm>
          <a:off x="7832003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자바 대체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b="0" i="0" kern="1200" dirty="0"/>
            <a:t>안드로이드 애플리케이션 개발</a:t>
          </a:r>
          <a:endParaRPr lang="ko-KR" sz="1400" kern="1200" dirty="0"/>
        </a:p>
      </dsp:txBody>
      <dsp:txXfrm>
        <a:off x="7861274" y="2817506"/>
        <a:ext cx="1614953" cy="1219957"/>
      </dsp:txXfrm>
    </dsp:sp>
    <dsp:sp modelId="{9499030C-AFAE-45FA-ABAD-4C141FD68DA8}">
      <dsp:nvSpPr>
        <dsp:cNvPr id="0" name=""/>
        <dsp:cNvSpPr/>
      </dsp:nvSpPr>
      <dsp:spPr>
        <a:xfrm>
          <a:off x="7832003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/>
            <a:t>Kotlin</a:t>
          </a:r>
          <a:endParaRPr lang="ko-KR" sz="1900" kern="1200" dirty="0"/>
        </a:p>
      </dsp:txBody>
      <dsp:txXfrm>
        <a:off x="7832003" y="4037464"/>
        <a:ext cx="1178517" cy="537168"/>
      </dsp:txXfrm>
    </dsp:sp>
    <dsp:sp modelId="{17AC1CC2-72F5-4281-8B40-ED10CF782DAE}">
      <dsp:nvSpPr>
        <dsp:cNvPr id="0" name=""/>
        <dsp:cNvSpPr/>
      </dsp:nvSpPr>
      <dsp:spPr>
        <a:xfrm>
          <a:off x="9057861" y="4122788"/>
          <a:ext cx="585723" cy="585723"/>
        </a:xfrm>
        <a:prstGeom prst="ellipse">
          <a:avLst/>
        </a:prstGeom>
        <a:blipFill dpi="0" rotWithShape="1"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9E275-1EC7-44CC-9731-6055E2D36F8B}">
      <dsp:nvSpPr>
        <dsp:cNvPr id="0" name=""/>
        <dsp:cNvSpPr/>
      </dsp:nvSpPr>
      <dsp:spPr>
        <a:xfrm>
          <a:off x="5240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웹 개발</a:t>
          </a:r>
          <a:endParaRPr lang="ko-KR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 err="1"/>
            <a:t>Ruby</a:t>
          </a:r>
          <a:r>
            <a:rPr lang="ko-KR" sz="1200" b="0" i="0" kern="1200" baseline="0" dirty="0"/>
            <a:t> </a:t>
          </a:r>
          <a:r>
            <a:rPr lang="ko-KR" sz="1200" b="0" i="0" kern="1200" baseline="0" dirty="0" err="1"/>
            <a:t>on</a:t>
          </a:r>
          <a:r>
            <a:rPr lang="ko-KR" sz="1200" b="0" i="0" kern="1200" baseline="0" dirty="0"/>
            <a:t> </a:t>
          </a:r>
          <a:r>
            <a:rPr lang="ko-KR" sz="1200" b="0" i="0" kern="1200" baseline="0" dirty="0" err="1"/>
            <a:t>Rails</a:t>
          </a:r>
          <a:r>
            <a:rPr lang="ko-KR" sz="1200" b="0" i="0" kern="1200" baseline="0" dirty="0"/>
            <a:t> 프레임워크</a:t>
          </a:r>
          <a:endParaRPr lang="ko-KR" sz="1200" kern="1200" dirty="0"/>
        </a:p>
      </dsp:txBody>
      <dsp:txXfrm>
        <a:off x="34511" y="607133"/>
        <a:ext cx="1614953" cy="1219957"/>
      </dsp:txXfrm>
    </dsp:sp>
    <dsp:sp modelId="{040A3C90-1364-46E0-98BC-48840B444B6A}">
      <dsp:nvSpPr>
        <dsp:cNvPr id="0" name=""/>
        <dsp:cNvSpPr/>
      </dsp:nvSpPr>
      <dsp:spPr>
        <a:xfrm>
          <a:off x="5240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b="1" i="0" kern="1200" baseline="0"/>
            <a:t>Ruby</a:t>
          </a:r>
          <a:r>
            <a:rPr lang="en-US" sz="1400" b="1" i="0" kern="1200" baseline="0"/>
            <a:t> </a:t>
          </a:r>
          <a:endParaRPr lang="ko-KR" sz="1400" kern="1200" dirty="0"/>
        </a:p>
      </dsp:txBody>
      <dsp:txXfrm>
        <a:off x="5240" y="1827091"/>
        <a:ext cx="1178517" cy="537168"/>
      </dsp:txXfrm>
    </dsp:sp>
    <dsp:sp modelId="{F1B2F8A6-CF7D-4A5D-AA9D-1225FDABDAD2}">
      <dsp:nvSpPr>
        <dsp:cNvPr id="0" name=""/>
        <dsp:cNvSpPr/>
      </dsp:nvSpPr>
      <dsp:spPr>
        <a:xfrm>
          <a:off x="1231098" y="1912415"/>
          <a:ext cx="585723" cy="585723"/>
        </a:xfrm>
        <a:prstGeom prst="ellipse">
          <a:avLst/>
        </a:prstGeom>
        <a:blipFill dpi="0"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151F0F-7B54-4541-9E28-CAE46FFAD5BF}">
      <dsp:nvSpPr>
        <dsp:cNvPr id="0" name=""/>
        <dsp:cNvSpPr/>
      </dsp:nvSpPr>
      <dsp:spPr>
        <a:xfrm>
          <a:off x="1961930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동적 웹 페이지를 개발</a:t>
          </a:r>
          <a:r>
            <a:rPr lang="en-US" sz="1200" b="0" i="0" kern="1200" baseline="0" dirty="0"/>
            <a:t>, </a:t>
          </a:r>
          <a:endParaRPr lang="ko-KR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콘텐츠 관리 시스템(CMS) 개발</a:t>
          </a:r>
          <a:endParaRPr lang="ko-KR" sz="1200" kern="1200" dirty="0"/>
        </a:p>
      </dsp:txBody>
      <dsp:txXfrm>
        <a:off x="1991201" y="607133"/>
        <a:ext cx="1614953" cy="1219957"/>
      </dsp:txXfrm>
    </dsp:sp>
    <dsp:sp modelId="{036C2F10-4A43-4CF9-A475-DED6F755813D}">
      <dsp:nvSpPr>
        <dsp:cNvPr id="0" name=""/>
        <dsp:cNvSpPr/>
      </dsp:nvSpPr>
      <dsp:spPr>
        <a:xfrm>
          <a:off x="1961930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b="1" i="0" kern="1200" baseline="0" dirty="0"/>
            <a:t>PHP</a:t>
          </a:r>
          <a:endParaRPr lang="ko-KR" sz="1400" kern="1200" dirty="0"/>
        </a:p>
      </dsp:txBody>
      <dsp:txXfrm>
        <a:off x="1961930" y="1827091"/>
        <a:ext cx="1178517" cy="537168"/>
      </dsp:txXfrm>
    </dsp:sp>
    <dsp:sp modelId="{39EA952D-8FA7-4BDF-8C50-1A5FA734CFF2}">
      <dsp:nvSpPr>
        <dsp:cNvPr id="0" name=""/>
        <dsp:cNvSpPr/>
      </dsp:nvSpPr>
      <dsp:spPr>
        <a:xfrm>
          <a:off x="3187789" y="1912415"/>
          <a:ext cx="585723" cy="585723"/>
        </a:xfrm>
        <a:prstGeom prst="ellipse">
          <a:avLst/>
        </a:prstGeom>
        <a:blipFill dpi="0"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70B8E-8126-48D0-A947-27673739657B}">
      <dsp:nvSpPr>
        <dsp:cNvPr id="0" name=""/>
        <dsp:cNvSpPr/>
      </dsp:nvSpPr>
      <dsp:spPr>
        <a:xfrm>
          <a:off x="3918621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시스템 프로그래밍</a:t>
          </a:r>
          <a:endParaRPr lang="ko-KR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메모리 안전성과 병렬 처리</a:t>
          </a:r>
          <a:endParaRPr lang="ko-KR" sz="1200" kern="1200" dirty="0"/>
        </a:p>
      </dsp:txBody>
      <dsp:txXfrm>
        <a:off x="3947892" y="607133"/>
        <a:ext cx="1614953" cy="1219957"/>
      </dsp:txXfrm>
    </dsp:sp>
    <dsp:sp modelId="{EAD05FF0-4508-46AA-9B57-E05461E68D69}">
      <dsp:nvSpPr>
        <dsp:cNvPr id="0" name=""/>
        <dsp:cNvSpPr/>
      </dsp:nvSpPr>
      <dsp:spPr>
        <a:xfrm>
          <a:off x="3918621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b="1" i="0" kern="1200" baseline="0" dirty="0" err="1"/>
            <a:t>Rust</a:t>
          </a:r>
          <a:endParaRPr lang="ko-KR" sz="1400" kern="1200" dirty="0"/>
        </a:p>
      </dsp:txBody>
      <dsp:txXfrm>
        <a:off x="3918621" y="1827091"/>
        <a:ext cx="1178517" cy="537168"/>
      </dsp:txXfrm>
    </dsp:sp>
    <dsp:sp modelId="{954DCC67-525D-4BCA-B580-04A354FE7F0E}">
      <dsp:nvSpPr>
        <dsp:cNvPr id="0" name=""/>
        <dsp:cNvSpPr/>
      </dsp:nvSpPr>
      <dsp:spPr>
        <a:xfrm>
          <a:off x="5144479" y="1912415"/>
          <a:ext cx="585723" cy="585723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1000" r="-1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B4E879-D301-4A3A-8339-BCF89969D628}">
      <dsp:nvSpPr>
        <dsp:cNvPr id="0" name=""/>
        <dsp:cNvSpPr/>
      </dsp:nvSpPr>
      <dsp:spPr>
        <a:xfrm>
          <a:off x="5875312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 err="1"/>
            <a:t>JavaScript의</a:t>
          </a:r>
          <a:r>
            <a:rPr lang="ko-KR" sz="1200" b="0" i="0" kern="1200" baseline="0" dirty="0"/>
            <a:t> 상위</a:t>
          </a:r>
          <a:endParaRPr lang="ko-KR" sz="1200" kern="1200" dirty="0"/>
        </a:p>
      </dsp:txBody>
      <dsp:txXfrm>
        <a:off x="5904583" y="607133"/>
        <a:ext cx="1614953" cy="1219957"/>
      </dsp:txXfrm>
    </dsp:sp>
    <dsp:sp modelId="{0E022A4E-331E-4F80-9464-5D7E8737C542}">
      <dsp:nvSpPr>
        <dsp:cNvPr id="0" name=""/>
        <dsp:cNvSpPr/>
      </dsp:nvSpPr>
      <dsp:spPr>
        <a:xfrm>
          <a:off x="5875312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b="1" i="0" kern="1200" baseline="0" dirty="0" err="1"/>
            <a:t>TypeScript</a:t>
          </a:r>
          <a:endParaRPr lang="ko-KR" sz="1400" kern="1200" dirty="0"/>
        </a:p>
      </dsp:txBody>
      <dsp:txXfrm>
        <a:off x="5875312" y="1827091"/>
        <a:ext cx="1178517" cy="537168"/>
      </dsp:txXfrm>
    </dsp:sp>
    <dsp:sp modelId="{18BC531B-3F87-4350-845D-FD6F4AA517C1}">
      <dsp:nvSpPr>
        <dsp:cNvPr id="0" name=""/>
        <dsp:cNvSpPr/>
      </dsp:nvSpPr>
      <dsp:spPr>
        <a:xfrm>
          <a:off x="7101170" y="1912415"/>
          <a:ext cx="585723" cy="585723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C71485-D5AD-4230-9CF6-7830442DA09D}">
      <dsp:nvSpPr>
        <dsp:cNvPr id="0" name=""/>
        <dsp:cNvSpPr/>
      </dsp:nvSpPr>
      <dsp:spPr>
        <a:xfrm>
          <a:off x="7832003" y="577862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데이터 분석 및 </a:t>
          </a:r>
          <a:r>
            <a:rPr lang="ko-KR" sz="1200" b="0" i="0" kern="1200" baseline="0" dirty="0" err="1"/>
            <a:t>머신러닝</a:t>
          </a:r>
          <a:endParaRPr lang="ko-KR" sz="1200" kern="1200" dirty="0"/>
        </a:p>
      </dsp:txBody>
      <dsp:txXfrm>
        <a:off x="7861274" y="607133"/>
        <a:ext cx="1614953" cy="1219957"/>
      </dsp:txXfrm>
    </dsp:sp>
    <dsp:sp modelId="{1BDD5285-F065-443A-B181-25148122C876}">
      <dsp:nvSpPr>
        <dsp:cNvPr id="0" name=""/>
        <dsp:cNvSpPr/>
      </dsp:nvSpPr>
      <dsp:spPr>
        <a:xfrm>
          <a:off x="7832003" y="1827091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b="1" kern="1200" dirty="0"/>
            <a:t>R:</a:t>
          </a:r>
          <a:endParaRPr lang="ko-KR" sz="1400" kern="1200" dirty="0"/>
        </a:p>
      </dsp:txBody>
      <dsp:txXfrm>
        <a:off x="7832003" y="1827091"/>
        <a:ext cx="1178517" cy="537168"/>
      </dsp:txXfrm>
    </dsp:sp>
    <dsp:sp modelId="{894EE62F-BA7C-48AC-B512-1E62E05FA4A8}">
      <dsp:nvSpPr>
        <dsp:cNvPr id="0" name=""/>
        <dsp:cNvSpPr/>
      </dsp:nvSpPr>
      <dsp:spPr>
        <a:xfrm>
          <a:off x="9057861" y="1912415"/>
          <a:ext cx="585723" cy="585723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l="-14000" r="-14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952D1A-F4FB-45EF-8699-8DBC5F474615}">
      <dsp:nvSpPr>
        <dsp:cNvPr id="0" name=""/>
        <dsp:cNvSpPr/>
      </dsp:nvSpPr>
      <dsp:spPr>
        <a:xfrm>
          <a:off x="5240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시스템 관리</a:t>
          </a:r>
          <a:endParaRPr lang="ko-KR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/>
            <a:t>네트워크 </a:t>
          </a:r>
          <a:r>
            <a:rPr lang="ko-KR" sz="1200" b="0" i="0" kern="1200" baseline="0" dirty="0"/>
            <a:t>개발</a:t>
          </a:r>
          <a:endParaRPr lang="ko-KR" sz="1200" kern="1200" dirty="0"/>
        </a:p>
      </dsp:txBody>
      <dsp:txXfrm>
        <a:off x="34511" y="2817506"/>
        <a:ext cx="1614953" cy="1219957"/>
      </dsp:txXfrm>
    </dsp:sp>
    <dsp:sp modelId="{DD6F0C59-5276-48D5-AD33-3D3DCBD8DCDA}">
      <dsp:nvSpPr>
        <dsp:cNvPr id="0" name=""/>
        <dsp:cNvSpPr/>
      </dsp:nvSpPr>
      <dsp:spPr>
        <a:xfrm>
          <a:off x="5240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b="1" i="0" kern="1200" baseline="0" dirty="0" err="1"/>
            <a:t>Perl</a:t>
          </a:r>
          <a:endParaRPr lang="ko-KR" sz="1400" kern="1200" dirty="0"/>
        </a:p>
      </dsp:txBody>
      <dsp:txXfrm>
        <a:off x="5240" y="4037464"/>
        <a:ext cx="1178517" cy="537168"/>
      </dsp:txXfrm>
    </dsp:sp>
    <dsp:sp modelId="{D8A78B0A-BD2F-4FBC-B9D7-D5BA109873AE}">
      <dsp:nvSpPr>
        <dsp:cNvPr id="0" name=""/>
        <dsp:cNvSpPr/>
      </dsp:nvSpPr>
      <dsp:spPr>
        <a:xfrm>
          <a:off x="1231098" y="4122788"/>
          <a:ext cx="585723" cy="585723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 t="-1000" b="-1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8BA2C-8BD9-497D-8005-C5E60D8519C7}">
      <dsp:nvSpPr>
        <dsp:cNvPr id="0" name=""/>
        <dsp:cNvSpPr/>
      </dsp:nvSpPr>
      <dsp:spPr>
        <a:xfrm>
          <a:off x="1961930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과학 및 공학 분야</a:t>
          </a:r>
          <a:endParaRPr lang="ko-KR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데이터 분석</a:t>
          </a:r>
          <a:endParaRPr lang="ko-KR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 dirty="0"/>
            <a:t>수치 해석</a:t>
          </a:r>
          <a:endParaRPr lang="ko-KR" sz="1200" kern="1200" dirty="0"/>
        </a:p>
      </dsp:txBody>
      <dsp:txXfrm>
        <a:off x="1991201" y="2817506"/>
        <a:ext cx="1614953" cy="1219957"/>
      </dsp:txXfrm>
    </dsp:sp>
    <dsp:sp modelId="{AA27DA23-B0B4-42CC-98C6-887AC46E0EB6}">
      <dsp:nvSpPr>
        <dsp:cNvPr id="0" name=""/>
        <dsp:cNvSpPr/>
      </dsp:nvSpPr>
      <dsp:spPr>
        <a:xfrm>
          <a:off x="1961930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b="1" i="0" kern="1200" baseline="0" dirty="0" err="1"/>
            <a:t>Matlab</a:t>
          </a:r>
          <a:endParaRPr lang="ko-KR" sz="1400" kern="1200" dirty="0"/>
        </a:p>
      </dsp:txBody>
      <dsp:txXfrm>
        <a:off x="1961930" y="4037464"/>
        <a:ext cx="1178517" cy="537168"/>
      </dsp:txXfrm>
    </dsp:sp>
    <dsp:sp modelId="{94962C36-10FC-4117-9835-6F715D58191E}">
      <dsp:nvSpPr>
        <dsp:cNvPr id="0" name=""/>
        <dsp:cNvSpPr/>
      </dsp:nvSpPr>
      <dsp:spPr>
        <a:xfrm>
          <a:off x="3187789" y="4122788"/>
          <a:ext cx="585723" cy="585723"/>
        </a:xfrm>
        <a:prstGeom prst="ellipse">
          <a:avLst/>
        </a:prstGeom>
        <a:blipFill>
          <a:blip xmlns:r="http://schemas.openxmlformats.org/officeDocument/2006/relationships" r:embed="rId7"/>
          <a:srcRect/>
          <a:stretch>
            <a:fillRect l="-21000" r="-21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F368E-5695-40B3-A300-7CE26381ADD5}">
      <dsp:nvSpPr>
        <dsp:cNvPr id="0" name=""/>
        <dsp:cNvSpPr/>
      </dsp:nvSpPr>
      <dsp:spPr>
        <a:xfrm>
          <a:off x="3918621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/>
            <a:t>빅데이터 처리와 분산 컴퓨팅(예: Apache Spark)</a:t>
          </a:r>
          <a:endParaRPr lang="ko-KR" sz="1200" kern="1200"/>
        </a:p>
      </dsp:txBody>
      <dsp:txXfrm>
        <a:off x="3947892" y="2817506"/>
        <a:ext cx="1614953" cy="1219957"/>
      </dsp:txXfrm>
    </dsp:sp>
    <dsp:sp modelId="{DB6BAC6C-0FC9-450D-82DB-21A6C064CA15}">
      <dsp:nvSpPr>
        <dsp:cNvPr id="0" name=""/>
        <dsp:cNvSpPr/>
      </dsp:nvSpPr>
      <dsp:spPr>
        <a:xfrm>
          <a:off x="3918621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b="1" i="0" kern="1200" baseline="0" dirty="0" err="1"/>
            <a:t>Scala</a:t>
          </a:r>
          <a:endParaRPr lang="ko-KR" sz="1400" kern="1200" dirty="0"/>
        </a:p>
      </dsp:txBody>
      <dsp:txXfrm>
        <a:off x="3918621" y="4037464"/>
        <a:ext cx="1178517" cy="537168"/>
      </dsp:txXfrm>
    </dsp:sp>
    <dsp:sp modelId="{5C4F5761-5CD9-4BA6-A85B-AEF71465F5C2}">
      <dsp:nvSpPr>
        <dsp:cNvPr id="0" name=""/>
        <dsp:cNvSpPr/>
      </dsp:nvSpPr>
      <dsp:spPr>
        <a:xfrm>
          <a:off x="5144479" y="4122788"/>
          <a:ext cx="585723" cy="585723"/>
        </a:xfrm>
        <a:prstGeom prst="ellipse">
          <a:avLst/>
        </a:prstGeom>
        <a:blipFill dpi="0" rotWithShape="1">
          <a:blip xmlns:r="http://schemas.openxmlformats.org/officeDocument/2006/relationships" r:embed="rId8"/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40866-653B-4BB1-95D5-5CD8ACD98280}">
      <dsp:nvSpPr>
        <dsp:cNvPr id="0" name=""/>
        <dsp:cNvSpPr/>
      </dsp:nvSpPr>
      <dsp:spPr>
        <a:xfrm>
          <a:off x="5875312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200" b="0" i="0" kern="1200" baseline="0"/>
            <a:t>구글</a:t>
          </a:r>
          <a:r>
            <a:rPr lang="en-US" sz="1200" b="0" i="0" kern="1200" baseline="0"/>
            <a:t>,</a:t>
          </a:r>
          <a:r>
            <a:rPr lang="ko-KR" sz="1200" b="0" i="0" kern="1200" baseline="0"/>
            <a:t> Flutter 프레임워크와 함께 모바일 및 웹 애플리케이션 개발</a:t>
          </a:r>
          <a:endParaRPr lang="ko-KR" sz="1200" kern="1200"/>
        </a:p>
      </dsp:txBody>
      <dsp:txXfrm>
        <a:off x="5904583" y="2817506"/>
        <a:ext cx="1614953" cy="1219957"/>
      </dsp:txXfrm>
    </dsp:sp>
    <dsp:sp modelId="{52DAA152-179E-4C19-9771-F1D59545D54D}">
      <dsp:nvSpPr>
        <dsp:cNvPr id="0" name=""/>
        <dsp:cNvSpPr/>
      </dsp:nvSpPr>
      <dsp:spPr>
        <a:xfrm>
          <a:off x="5875312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b="1" i="0" kern="1200" baseline="0"/>
            <a:t>Dart</a:t>
          </a:r>
          <a:endParaRPr lang="ko-KR" sz="1400" kern="1200"/>
        </a:p>
      </dsp:txBody>
      <dsp:txXfrm>
        <a:off x="5875312" y="4037464"/>
        <a:ext cx="1178517" cy="537168"/>
      </dsp:txXfrm>
    </dsp:sp>
    <dsp:sp modelId="{76D202BC-7939-44C1-9614-43001105C5F4}">
      <dsp:nvSpPr>
        <dsp:cNvPr id="0" name=""/>
        <dsp:cNvSpPr/>
      </dsp:nvSpPr>
      <dsp:spPr>
        <a:xfrm>
          <a:off x="7101170" y="4122788"/>
          <a:ext cx="585723" cy="585723"/>
        </a:xfrm>
        <a:prstGeom prst="ellipse">
          <a:avLst/>
        </a:prstGeom>
        <a:blipFill dpi="0" rotWithShape="1">
          <a:blip xmlns:r="http://schemas.openxmlformats.org/officeDocument/2006/relationships" r:embed="rId9"/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4AE7B3-6885-4416-B3D9-C2893E6E0137}">
      <dsp:nvSpPr>
        <dsp:cNvPr id="0" name=""/>
        <dsp:cNvSpPr/>
      </dsp:nvSpPr>
      <dsp:spPr>
        <a:xfrm>
          <a:off x="7832003" y="2788235"/>
          <a:ext cx="1673495" cy="124922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altLang="en-US" sz="1200" b="0" kern="1200" dirty="0" err="1"/>
            <a:t>함수형프로그래밍언어</a:t>
          </a:r>
          <a:endParaRPr lang="ko-KR" sz="1200" b="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200" b="0" kern="1200" dirty="0"/>
            <a:t>데이터 중심의 애플리케이션 개발</a:t>
          </a:r>
          <a:endParaRPr lang="ko-KR" sz="1200" b="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200" b="0" kern="1200" dirty="0"/>
            <a:t>분산 시스템</a:t>
          </a:r>
          <a:r>
            <a:rPr kumimoji="1" lang="en-US" sz="1200" b="0" kern="1200" dirty="0"/>
            <a:t>, </a:t>
          </a:r>
          <a:r>
            <a:rPr kumimoji="1" lang="ko-KR" sz="1200" b="0" kern="1200" dirty="0"/>
            <a:t>웹 개발</a:t>
          </a:r>
          <a:endParaRPr lang="ko-KR" sz="1200" b="0" kern="1200" dirty="0"/>
        </a:p>
      </dsp:txBody>
      <dsp:txXfrm>
        <a:off x="7861274" y="2817506"/>
        <a:ext cx="1614953" cy="1219957"/>
      </dsp:txXfrm>
    </dsp:sp>
    <dsp:sp modelId="{1B1CE9DC-8FBC-4DD4-A45A-911849EC6167}">
      <dsp:nvSpPr>
        <dsp:cNvPr id="0" name=""/>
        <dsp:cNvSpPr/>
      </dsp:nvSpPr>
      <dsp:spPr>
        <a:xfrm>
          <a:off x="7832003" y="4037464"/>
          <a:ext cx="1673495" cy="5371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 dirty="0" err="1"/>
            <a:t>클로저</a:t>
          </a:r>
          <a:r>
            <a:rPr kumimoji="1" lang="en-US" sz="1400" kern="1200" dirty="0"/>
            <a:t>(Clojure)</a:t>
          </a:r>
          <a:endParaRPr lang="ko-KR" sz="1400" kern="1200" dirty="0"/>
        </a:p>
      </dsp:txBody>
      <dsp:txXfrm>
        <a:off x="7832003" y="4037464"/>
        <a:ext cx="1178517" cy="537168"/>
      </dsp:txXfrm>
    </dsp:sp>
    <dsp:sp modelId="{C8D71C38-0444-4F5E-A6AD-F7D0C21F7EFF}">
      <dsp:nvSpPr>
        <dsp:cNvPr id="0" name=""/>
        <dsp:cNvSpPr/>
      </dsp:nvSpPr>
      <dsp:spPr>
        <a:xfrm>
          <a:off x="9057861" y="4122788"/>
          <a:ext cx="585723" cy="585723"/>
        </a:xfrm>
        <a:prstGeom prst="ellipse">
          <a:avLst/>
        </a:prstGeom>
        <a:blipFill>
          <a:blip xmlns:r="http://schemas.openxmlformats.org/officeDocument/2006/relationships" r:embed="rId10"/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3373E-4E49-4A1F-B790-A55D823E078A}">
      <dsp:nvSpPr>
        <dsp:cNvPr id="0" name=""/>
        <dsp:cNvSpPr/>
      </dsp:nvSpPr>
      <dsp:spPr>
        <a:xfrm>
          <a:off x="0" y="488227"/>
          <a:ext cx="9648825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8856" tIns="333248" rIns="748856" bIns="113792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600" b="1" kern="1200"/>
            <a:t>마치 어린아이가 세상을 배우듯</a:t>
          </a:r>
          <a:r>
            <a:rPr kumimoji="1" lang="en-US" sz="1600" b="1" kern="1200"/>
            <a:t>, </a:t>
          </a:r>
          <a:r>
            <a:rPr kumimoji="1" lang="ko-KR" sz="1600" b="1" kern="1200"/>
            <a:t>컴퓨터에게 수많은 데이터를 주고 스스로 학습해서 생각하고 판단하게 만드는 것</a:t>
          </a:r>
          <a:endParaRPr lang="ko-KR" sz="1600" kern="120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600" b="1" kern="1200" dirty="0"/>
            <a:t>AI</a:t>
          </a:r>
          <a:r>
            <a:rPr kumimoji="1" lang="ko-KR" sz="1600" b="1" kern="1200" dirty="0"/>
            <a:t>가 그냥 학습했다고 똑똑하진 않고 </a:t>
          </a:r>
          <a:r>
            <a:rPr kumimoji="1" lang="ko-KR" sz="1600" b="1" kern="1200" dirty="0">
              <a:solidFill>
                <a:srgbClr val="FF0000"/>
              </a:solidFill>
            </a:rPr>
            <a:t>어떻게 학습하는지</a:t>
          </a:r>
          <a:r>
            <a:rPr kumimoji="1" lang="ko-KR" sz="1600" b="1" kern="1200" dirty="0"/>
            <a:t>가 중요</a:t>
          </a:r>
          <a:endParaRPr lang="ko-KR" sz="1600" kern="1200" dirty="0"/>
        </a:p>
      </dsp:txBody>
      <dsp:txXfrm>
        <a:off x="0" y="488227"/>
        <a:ext cx="9648825" cy="1209600"/>
      </dsp:txXfrm>
    </dsp:sp>
    <dsp:sp modelId="{896BBEA6-9795-4FF8-B3E6-4171BF6D1482}">
      <dsp:nvSpPr>
        <dsp:cNvPr id="0" name=""/>
        <dsp:cNvSpPr/>
      </dsp:nvSpPr>
      <dsp:spPr>
        <a:xfrm>
          <a:off x="482441" y="252067"/>
          <a:ext cx="6754177" cy="472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5292" tIns="0" rIns="255292" bIns="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/>
            <a:t>AI </a:t>
          </a:r>
          <a:r>
            <a:rPr kumimoji="1" lang="ko-KR" sz="1600" kern="1200"/>
            <a:t>란</a:t>
          </a:r>
          <a:endParaRPr lang="ko-KR" sz="1600" kern="1200"/>
        </a:p>
      </dsp:txBody>
      <dsp:txXfrm>
        <a:off x="505498" y="275124"/>
        <a:ext cx="6708063" cy="426206"/>
      </dsp:txXfrm>
    </dsp:sp>
    <dsp:sp modelId="{FFA8747D-30D4-4413-A2B8-447757F4BDD4}">
      <dsp:nvSpPr>
        <dsp:cNvPr id="0" name=""/>
        <dsp:cNvSpPr/>
      </dsp:nvSpPr>
      <dsp:spPr>
        <a:xfrm>
          <a:off x="0" y="2020387"/>
          <a:ext cx="9648825" cy="98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777253"/>
              <a:satOff val="18289"/>
              <a:lumOff val="-1085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8856" tIns="333248" rIns="748856" bIns="113792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600" b="1" kern="1200" dirty="0"/>
            <a:t>학생 </a:t>
          </a:r>
          <a:r>
            <a:rPr kumimoji="1" lang="en-US" sz="1600" b="1" kern="1200" dirty="0"/>
            <a:t>: </a:t>
          </a:r>
          <a:r>
            <a:rPr kumimoji="1" lang="ko-KR" sz="1600" b="1" kern="1200" dirty="0"/>
            <a:t>좋은 학습법으로 학습</a:t>
          </a:r>
          <a:r>
            <a:rPr kumimoji="1" lang="en-US" altLang="ko-KR" sz="1600" b="1" kern="1200" dirty="0"/>
            <a:t>  </a:t>
          </a:r>
          <a:r>
            <a:rPr kumimoji="1" lang="en-US" sz="1600" b="1" kern="1200" dirty="0"/>
            <a:t>(</a:t>
          </a:r>
          <a:r>
            <a:rPr kumimoji="1" lang="ko-KR" sz="1600" b="1" kern="1200" dirty="0"/>
            <a:t>대치동 학원</a:t>
          </a:r>
          <a:r>
            <a:rPr kumimoji="1" lang="en-US" sz="1600" b="1" kern="1200" dirty="0"/>
            <a:t>, </a:t>
          </a:r>
          <a:r>
            <a:rPr kumimoji="1" lang="ko-KR" sz="1600" b="1" kern="1200" dirty="0" err="1"/>
            <a:t>일타강사</a:t>
          </a:r>
          <a:r>
            <a:rPr kumimoji="1" lang="ko-KR" sz="1600" b="1" kern="1200" dirty="0"/>
            <a:t> 등</a:t>
          </a:r>
          <a:r>
            <a:rPr kumimoji="1" lang="en-US" sz="1600" b="1" kern="1200" dirty="0"/>
            <a:t>)</a:t>
          </a:r>
          <a:endParaRPr lang="ko-KR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600" b="1" kern="1200" dirty="0"/>
            <a:t>좋은 알고리즘으로 학습</a:t>
          </a:r>
          <a:r>
            <a:rPr kumimoji="1" lang="en-US" altLang="ko-KR" sz="1600" b="1" kern="1200" dirty="0"/>
            <a:t> </a:t>
          </a:r>
          <a:r>
            <a:rPr kumimoji="1" lang="en-US" sz="1600" b="1" kern="1200" dirty="0"/>
            <a:t>(</a:t>
          </a:r>
          <a:r>
            <a:rPr kumimoji="1" lang="en-US" sz="1600" b="1" kern="1200" dirty="0">
              <a:solidFill>
                <a:srgbClr val="FF0000"/>
              </a:solidFill>
            </a:rPr>
            <a:t>transformer</a:t>
          </a:r>
          <a:r>
            <a:rPr kumimoji="1" lang="en-US" sz="1600" b="1" kern="1200" dirty="0"/>
            <a:t> </a:t>
          </a:r>
          <a:r>
            <a:rPr kumimoji="1" lang="ko-KR" sz="1600" b="1" kern="1200" dirty="0"/>
            <a:t>알고리즘</a:t>
          </a:r>
          <a:r>
            <a:rPr kumimoji="1" lang="en-US" sz="1600" b="1" kern="1200" dirty="0"/>
            <a:t>)</a:t>
          </a:r>
          <a:endParaRPr lang="ko-KR" sz="1600" kern="1200" dirty="0"/>
        </a:p>
      </dsp:txBody>
      <dsp:txXfrm>
        <a:off x="0" y="2020387"/>
        <a:ext cx="9648825" cy="982799"/>
      </dsp:txXfrm>
    </dsp:sp>
    <dsp:sp modelId="{AB6E190E-5DA3-4DDF-90D4-1BC4A674ABBA}">
      <dsp:nvSpPr>
        <dsp:cNvPr id="0" name=""/>
        <dsp:cNvSpPr/>
      </dsp:nvSpPr>
      <dsp:spPr>
        <a:xfrm>
          <a:off x="482441" y="1784227"/>
          <a:ext cx="6754177" cy="472320"/>
        </a:xfrm>
        <a:prstGeom prst="roundRect">
          <a:avLst/>
        </a:prstGeom>
        <a:gradFill rotWithShape="0">
          <a:gsLst>
            <a:gs pos="0">
              <a:schemeClr val="accent5">
                <a:hueOff val="-3777253"/>
                <a:satOff val="18289"/>
                <a:lumOff val="-108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777253"/>
                <a:satOff val="18289"/>
                <a:lumOff val="-108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777253"/>
                <a:satOff val="18289"/>
                <a:lumOff val="-108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5292" tIns="0" rIns="255292" bIns="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/>
            <a:t>AI</a:t>
          </a:r>
          <a:r>
            <a:rPr kumimoji="1" lang="ko-KR" sz="1600" kern="1200"/>
            <a:t>가 똑똑해지는 법</a:t>
          </a:r>
          <a:endParaRPr lang="ko-KR" sz="1600" kern="1200"/>
        </a:p>
      </dsp:txBody>
      <dsp:txXfrm>
        <a:off x="505498" y="1807284"/>
        <a:ext cx="6708063" cy="426206"/>
      </dsp:txXfrm>
    </dsp:sp>
    <dsp:sp modelId="{58CBDC1B-ADAE-4B71-9AF8-E3ED96F49A43}">
      <dsp:nvSpPr>
        <dsp:cNvPr id="0" name=""/>
        <dsp:cNvSpPr/>
      </dsp:nvSpPr>
      <dsp:spPr>
        <a:xfrm>
          <a:off x="0" y="3325747"/>
          <a:ext cx="9648825" cy="69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7554505"/>
              <a:satOff val="36579"/>
              <a:lumOff val="-2169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8856" tIns="333248" rIns="748856" bIns="113792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altLang="en-US" sz="1600" b="1" kern="1200" dirty="0">
              <a:solidFill>
                <a:srgbClr val="FF0000"/>
              </a:solidFill>
            </a:rPr>
            <a:t>코딩을 하지 않고</a:t>
          </a:r>
          <a:r>
            <a:rPr kumimoji="1" lang="ko-KR" altLang="en-US" sz="1600" b="1" kern="1200" dirty="0"/>
            <a:t> 레고 블록처럼 미리 만들어진 메뉴에서 </a:t>
          </a:r>
          <a:r>
            <a:rPr kumimoji="1" lang="ko-KR" altLang="en-US" sz="1600" b="1" kern="1200" dirty="0">
              <a:solidFill>
                <a:srgbClr val="FF0000"/>
              </a:solidFill>
            </a:rPr>
            <a:t>기능을 가져와</a:t>
          </a:r>
          <a:r>
            <a:rPr kumimoji="1" lang="ko-KR" altLang="en-US" sz="1600" b="1" kern="1200" dirty="0"/>
            <a:t> 사용하는 방법</a:t>
          </a:r>
          <a:endParaRPr lang="ko-KR" altLang="en-US" sz="1600" kern="1200" dirty="0"/>
        </a:p>
      </dsp:txBody>
      <dsp:txXfrm>
        <a:off x="0" y="3325747"/>
        <a:ext cx="9648825" cy="693000"/>
      </dsp:txXfrm>
    </dsp:sp>
    <dsp:sp modelId="{41B86E22-A7F3-4FFF-92FC-219B1534DE1B}">
      <dsp:nvSpPr>
        <dsp:cNvPr id="0" name=""/>
        <dsp:cNvSpPr/>
      </dsp:nvSpPr>
      <dsp:spPr>
        <a:xfrm>
          <a:off x="482441" y="3089587"/>
          <a:ext cx="6754177" cy="472320"/>
        </a:xfrm>
        <a:prstGeom prst="roundRect">
          <a:avLst/>
        </a:prstGeom>
        <a:gradFill rotWithShape="0">
          <a:gsLst>
            <a:gs pos="0">
              <a:schemeClr val="accent5">
                <a:hueOff val="-7554505"/>
                <a:satOff val="36579"/>
                <a:lumOff val="-216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54505"/>
                <a:satOff val="36579"/>
                <a:lumOff val="-216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54505"/>
                <a:satOff val="36579"/>
                <a:lumOff val="-216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5292" tIns="0" rIns="255292" bIns="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altLang="en-US" sz="1600" kern="1200"/>
            <a:t>노코딩</a:t>
          </a:r>
          <a:endParaRPr lang="ko-KR" altLang="en-US" sz="1600" kern="1200"/>
        </a:p>
      </dsp:txBody>
      <dsp:txXfrm>
        <a:off x="505498" y="3112644"/>
        <a:ext cx="6708063" cy="426206"/>
      </dsp:txXfrm>
    </dsp:sp>
    <dsp:sp modelId="{6411F9CF-0EB5-44DC-A970-63A549A6083A}">
      <dsp:nvSpPr>
        <dsp:cNvPr id="0" name=""/>
        <dsp:cNvSpPr/>
      </dsp:nvSpPr>
      <dsp:spPr>
        <a:xfrm>
          <a:off x="0" y="4341307"/>
          <a:ext cx="9648825" cy="69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11331758"/>
              <a:satOff val="54868"/>
              <a:lumOff val="-325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8856" tIns="333248" rIns="748856" bIns="113792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600" b="1" kern="1200" dirty="0">
              <a:solidFill>
                <a:srgbClr val="FF0000"/>
              </a:solidFill>
            </a:rPr>
            <a:t>AI </a:t>
          </a:r>
          <a:r>
            <a:rPr kumimoji="1" lang="ko-KR" sz="1600" b="1" kern="1200" dirty="0">
              <a:solidFill>
                <a:srgbClr val="FF0000"/>
              </a:solidFill>
            </a:rPr>
            <a:t>기능들이 내장</a:t>
          </a:r>
          <a:r>
            <a:rPr kumimoji="1" lang="ko-KR" sz="1600" b="1" kern="1200" dirty="0"/>
            <a:t> 되어 있어</a:t>
          </a:r>
          <a:r>
            <a:rPr kumimoji="1" lang="en-US" sz="1600" b="1" kern="1200" dirty="0"/>
            <a:t> </a:t>
          </a:r>
          <a:r>
            <a:rPr kumimoji="1" lang="ko-KR" sz="1600" b="1" kern="1200" dirty="0"/>
            <a:t>아주 편하고 빠르게 작업이 가능</a:t>
          </a:r>
          <a:r>
            <a:rPr kumimoji="1" lang="en-US" sz="1600" b="1" kern="1200" dirty="0"/>
            <a:t>.</a:t>
          </a:r>
          <a:endParaRPr lang="ko-KR" sz="1600" kern="1200" dirty="0"/>
        </a:p>
      </dsp:txBody>
      <dsp:txXfrm>
        <a:off x="0" y="4341307"/>
        <a:ext cx="9648825" cy="693000"/>
      </dsp:txXfrm>
    </dsp:sp>
    <dsp:sp modelId="{047664D0-34E8-4EA2-A139-62C201F3C90A}">
      <dsp:nvSpPr>
        <dsp:cNvPr id="0" name=""/>
        <dsp:cNvSpPr/>
      </dsp:nvSpPr>
      <dsp:spPr>
        <a:xfrm>
          <a:off x="482441" y="4105147"/>
          <a:ext cx="6754177" cy="472320"/>
        </a:xfrm>
        <a:prstGeom prst="roundRect">
          <a:avLst/>
        </a:prstGeom>
        <a:gradFill rotWithShape="0">
          <a:gsLst>
            <a:gs pos="0">
              <a:schemeClr val="accent5">
                <a:hueOff val="-11331758"/>
                <a:satOff val="54868"/>
                <a:lumOff val="-325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31758"/>
                <a:satOff val="54868"/>
                <a:lumOff val="-325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31758"/>
                <a:satOff val="54868"/>
                <a:lumOff val="-325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5292" tIns="0" rIns="255292" bIns="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600" kern="1200"/>
            <a:t>노코드 </a:t>
          </a:r>
          <a:r>
            <a:rPr kumimoji="1" lang="en-US" sz="1600" kern="1200"/>
            <a:t>+ AI</a:t>
          </a:r>
          <a:endParaRPr lang="ko-KR" sz="1600" kern="1200"/>
        </a:p>
      </dsp:txBody>
      <dsp:txXfrm>
        <a:off x="505498" y="4128204"/>
        <a:ext cx="6708063" cy="42620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3373E-4E49-4A1F-B790-A55D823E078A}">
      <dsp:nvSpPr>
        <dsp:cNvPr id="0" name=""/>
        <dsp:cNvSpPr/>
      </dsp:nvSpPr>
      <dsp:spPr>
        <a:xfrm>
          <a:off x="0" y="350270"/>
          <a:ext cx="8502650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59900" tIns="333248" rIns="659900" bIns="113792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600" b="1" kern="1200"/>
            <a:t>마치 어린아이가 세상을 배우듯</a:t>
          </a:r>
          <a:r>
            <a:rPr kumimoji="1" lang="en-US" sz="1600" b="1" kern="1200"/>
            <a:t>, </a:t>
          </a:r>
          <a:r>
            <a:rPr kumimoji="1" lang="ko-KR" sz="1600" b="1" kern="1200"/>
            <a:t>컴퓨터에게 수많은 데이터를 주고 스스로 학습해서 생각하고 판단하게 만드는 것</a:t>
          </a:r>
          <a:endParaRPr lang="ko-KR" sz="1600" kern="120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600" b="1" kern="1200" dirty="0"/>
            <a:t>AI</a:t>
          </a:r>
          <a:r>
            <a:rPr kumimoji="1" lang="ko-KR" sz="1600" b="1" kern="1200" dirty="0"/>
            <a:t>가 그냥 학습했다고 똑똑하진 않고 </a:t>
          </a:r>
          <a:r>
            <a:rPr kumimoji="1" lang="ko-KR" sz="1600" b="1" kern="1200" dirty="0">
              <a:solidFill>
                <a:srgbClr val="FF0000"/>
              </a:solidFill>
            </a:rPr>
            <a:t>어떻게 학습하는지</a:t>
          </a:r>
          <a:r>
            <a:rPr kumimoji="1" lang="ko-KR" sz="1600" b="1" kern="1200" dirty="0"/>
            <a:t>가 중요</a:t>
          </a:r>
          <a:endParaRPr lang="ko-KR" sz="1600" kern="1200" dirty="0"/>
        </a:p>
      </dsp:txBody>
      <dsp:txXfrm>
        <a:off x="0" y="350270"/>
        <a:ext cx="8502650" cy="1209600"/>
      </dsp:txXfrm>
    </dsp:sp>
    <dsp:sp modelId="{896BBEA6-9795-4FF8-B3E6-4171BF6D1482}">
      <dsp:nvSpPr>
        <dsp:cNvPr id="0" name=""/>
        <dsp:cNvSpPr/>
      </dsp:nvSpPr>
      <dsp:spPr>
        <a:xfrm>
          <a:off x="425132" y="114110"/>
          <a:ext cx="5951855" cy="472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4966" tIns="0" rIns="224966" bIns="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/>
            <a:t>AI </a:t>
          </a:r>
          <a:r>
            <a:rPr kumimoji="1" lang="ko-KR" sz="1600" kern="1200"/>
            <a:t>란</a:t>
          </a:r>
          <a:endParaRPr lang="ko-KR" sz="1600" kern="1200"/>
        </a:p>
      </dsp:txBody>
      <dsp:txXfrm>
        <a:off x="448189" y="137167"/>
        <a:ext cx="5905741" cy="426206"/>
      </dsp:txXfrm>
    </dsp:sp>
    <dsp:sp modelId="{FFA8747D-30D4-4413-A2B8-447757F4BDD4}">
      <dsp:nvSpPr>
        <dsp:cNvPr id="0" name=""/>
        <dsp:cNvSpPr/>
      </dsp:nvSpPr>
      <dsp:spPr>
        <a:xfrm>
          <a:off x="0" y="1882431"/>
          <a:ext cx="8502650" cy="98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777253"/>
              <a:satOff val="18289"/>
              <a:lumOff val="-1085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59900" tIns="333248" rIns="659900" bIns="113792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600" b="1" kern="1200" dirty="0"/>
            <a:t>학생 </a:t>
          </a:r>
          <a:r>
            <a:rPr kumimoji="1" lang="en-US" sz="1600" b="1" kern="1200" dirty="0"/>
            <a:t>: </a:t>
          </a:r>
          <a:r>
            <a:rPr kumimoji="1" lang="ko-KR" sz="1600" b="1" kern="1200" dirty="0"/>
            <a:t>좋은 학습법으로 학습</a:t>
          </a:r>
          <a:r>
            <a:rPr kumimoji="1" lang="en-US" altLang="ko-KR" sz="1600" b="1" kern="1200" dirty="0"/>
            <a:t>  </a:t>
          </a:r>
          <a:r>
            <a:rPr kumimoji="1" lang="en-US" sz="1600" b="1" kern="1200" dirty="0"/>
            <a:t>(</a:t>
          </a:r>
          <a:r>
            <a:rPr kumimoji="1" lang="ko-KR" sz="1600" b="1" kern="1200" dirty="0"/>
            <a:t>대치동 학원</a:t>
          </a:r>
          <a:r>
            <a:rPr kumimoji="1" lang="en-US" sz="1600" b="1" kern="1200" dirty="0"/>
            <a:t>, </a:t>
          </a:r>
          <a:r>
            <a:rPr kumimoji="1" lang="ko-KR" sz="1600" b="1" kern="1200" dirty="0" err="1"/>
            <a:t>일타강사</a:t>
          </a:r>
          <a:r>
            <a:rPr kumimoji="1" lang="ko-KR" sz="1600" b="1" kern="1200" dirty="0"/>
            <a:t> 등</a:t>
          </a:r>
          <a:r>
            <a:rPr kumimoji="1" lang="en-US" sz="1600" b="1" kern="1200" dirty="0"/>
            <a:t>)</a:t>
          </a:r>
          <a:endParaRPr lang="ko-KR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600" b="1" kern="1200" dirty="0"/>
            <a:t>좋은 알고리즘으로 학습</a:t>
          </a:r>
          <a:r>
            <a:rPr kumimoji="1" lang="en-US" altLang="ko-KR" sz="1600" b="1" kern="1200" dirty="0"/>
            <a:t> </a:t>
          </a:r>
          <a:r>
            <a:rPr kumimoji="1" lang="en-US" sz="1600" b="1" kern="1200" dirty="0"/>
            <a:t>(</a:t>
          </a:r>
          <a:r>
            <a:rPr kumimoji="1" lang="en-US" sz="1600" b="1" kern="1200" dirty="0">
              <a:solidFill>
                <a:srgbClr val="FF0000"/>
              </a:solidFill>
            </a:rPr>
            <a:t>transformer</a:t>
          </a:r>
          <a:r>
            <a:rPr kumimoji="1" lang="en-US" sz="1600" b="1" kern="1200" dirty="0"/>
            <a:t> </a:t>
          </a:r>
          <a:r>
            <a:rPr kumimoji="1" lang="ko-KR" sz="1600" b="1" kern="1200" dirty="0"/>
            <a:t>알고리즘</a:t>
          </a:r>
          <a:r>
            <a:rPr kumimoji="1" lang="en-US" sz="1600" b="1" kern="1200" dirty="0"/>
            <a:t>)</a:t>
          </a:r>
          <a:endParaRPr lang="ko-KR" sz="1600" kern="1200" dirty="0"/>
        </a:p>
      </dsp:txBody>
      <dsp:txXfrm>
        <a:off x="0" y="1882431"/>
        <a:ext cx="8502650" cy="982799"/>
      </dsp:txXfrm>
    </dsp:sp>
    <dsp:sp modelId="{AB6E190E-5DA3-4DDF-90D4-1BC4A674ABBA}">
      <dsp:nvSpPr>
        <dsp:cNvPr id="0" name=""/>
        <dsp:cNvSpPr/>
      </dsp:nvSpPr>
      <dsp:spPr>
        <a:xfrm>
          <a:off x="425132" y="1646270"/>
          <a:ext cx="5951855" cy="472320"/>
        </a:xfrm>
        <a:prstGeom prst="roundRect">
          <a:avLst/>
        </a:prstGeom>
        <a:gradFill rotWithShape="0">
          <a:gsLst>
            <a:gs pos="0">
              <a:schemeClr val="accent5">
                <a:hueOff val="-3777253"/>
                <a:satOff val="18289"/>
                <a:lumOff val="-108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777253"/>
                <a:satOff val="18289"/>
                <a:lumOff val="-108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777253"/>
                <a:satOff val="18289"/>
                <a:lumOff val="-108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4966" tIns="0" rIns="224966" bIns="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/>
            <a:t>AI</a:t>
          </a:r>
          <a:r>
            <a:rPr kumimoji="1" lang="ko-KR" sz="1600" kern="1200"/>
            <a:t>가 똑똑해지는 법</a:t>
          </a:r>
          <a:endParaRPr lang="ko-KR" sz="1600" kern="1200"/>
        </a:p>
      </dsp:txBody>
      <dsp:txXfrm>
        <a:off x="448189" y="1669327"/>
        <a:ext cx="5905741" cy="426206"/>
      </dsp:txXfrm>
    </dsp:sp>
    <dsp:sp modelId="{58CBDC1B-ADAE-4B71-9AF8-E3ED96F49A43}">
      <dsp:nvSpPr>
        <dsp:cNvPr id="0" name=""/>
        <dsp:cNvSpPr/>
      </dsp:nvSpPr>
      <dsp:spPr>
        <a:xfrm>
          <a:off x="0" y="3187791"/>
          <a:ext cx="8502650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7554505"/>
              <a:satOff val="36579"/>
              <a:lumOff val="-2169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59900" tIns="333248" rIns="659900" bIns="113792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altLang="en-US" sz="1600" b="1" kern="1200" dirty="0">
              <a:solidFill>
                <a:srgbClr val="FF0000"/>
              </a:solidFill>
            </a:rPr>
            <a:t>코딩을 하지 않고</a:t>
          </a:r>
          <a:r>
            <a:rPr kumimoji="1" lang="ko-KR" altLang="en-US" sz="1600" b="1" kern="1200" dirty="0"/>
            <a:t> 레고 블록처럼 미리 만들어진 메뉴에서 </a:t>
          </a:r>
          <a:r>
            <a:rPr kumimoji="1" lang="ko-KR" altLang="en-US" sz="1600" b="1" kern="1200" dirty="0">
              <a:solidFill>
                <a:srgbClr val="FF0000"/>
              </a:solidFill>
            </a:rPr>
            <a:t>기능을 가져와</a:t>
          </a:r>
          <a:r>
            <a:rPr kumimoji="1" lang="ko-KR" altLang="en-US" sz="1600" b="1" kern="1200" dirty="0"/>
            <a:t> 사용하는 방법</a:t>
          </a:r>
          <a:endParaRPr lang="ko-KR" altLang="en-US" sz="1600" kern="1200" dirty="0"/>
        </a:p>
      </dsp:txBody>
      <dsp:txXfrm>
        <a:off x="0" y="3187791"/>
        <a:ext cx="8502650" cy="932400"/>
      </dsp:txXfrm>
    </dsp:sp>
    <dsp:sp modelId="{41B86E22-A7F3-4FFF-92FC-219B1534DE1B}">
      <dsp:nvSpPr>
        <dsp:cNvPr id="0" name=""/>
        <dsp:cNvSpPr/>
      </dsp:nvSpPr>
      <dsp:spPr>
        <a:xfrm>
          <a:off x="425132" y="2951631"/>
          <a:ext cx="5951855" cy="472320"/>
        </a:xfrm>
        <a:prstGeom prst="roundRect">
          <a:avLst/>
        </a:prstGeom>
        <a:gradFill rotWithShape="0">
          <a:gsLst>
            <a:gs pos="0">
              <a:schemeClr val="accent5">
                <a:hueOff val="-7554505"/>
                <a:satOff val="36579"/>
                <a:lumOff val="-216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54505"/>
                <a:satOff val="36579"/>
                <a:lumOff val="-216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54505"/>
                <a:satOff val="36579"/>
                <a:lumOff val="-216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4966" tIns="0" rIns="224966" bIns="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altLang="en-US" sz="1600" kern="1200"/>
            <a:t>노코딩</a:t>
          </a:r>
          <a:endParaRPr lang="ko-KR" altLang="en-US" sz="1600" kern="1200"/>
        </a:p>
      </dsp:txBody>
      <dsp:txXfrm>
        <a:off x="448189" y="2974688"/>
        <a:ext cx="5905741" cy="426206"/>
      </dsp:txXfrm>
    </dsp:sp>
    <dsp:sp modelId="{6411F9CF-0EB5-44DC-A970-63A549A6083A}">
      <dsp:nvSpPr>
        <dsp:cNvPr id="0" name=""/>
        <dsp:cNvSpPr/>
      </dsp:nvSpPr>
      <dsp:spPr>
        <a:xfrm>
          <a:off x="0" y="4442751"/>
          <a:ext cx="8502650" cy="69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11331758"/>
              <a:satOff val="54868"/>
              <a:lumOff val="-325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59900" tIns="333248" rIns="659900" bIns="113792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600" b="1" kern="1200" dirty="0">
              <a:solidFill>
                <a:srgbClr val="FF0000"/>
              </a:solidFill>
            </a:rPr>
            <a:t>AI </a:t>
          </a:r>
          <a:r>
            <a:rPr kumimoji="1" lang="ko-KR" sz="1600" b="1" kern="1200" dirty="0">
              <a:solidFill>
                <a:srgbClr val="FF0000"/>
              </a:solidFill>
            </a:rPr>
            <a:t>기능들이 내장</a:t>
          </a:r>
          <a:r>
            <a:rPr kumimoji="1" lang="ko-KR" sz="1600" b="1" kern="1200" dirty="0"/>
            <a:t> 되어 있어</a:t>
          </a:r>
          <a:r>
            <a:rPr kumimoji="1" lang="en-US" sz="1600" b="1" kern="1200" dirty="0"/>
            <a:t> </a:t>
          </a:r>
          <a:r>
            <a:rPr kumimoji="1" lang="ko-KR" sz="1600" b="1" kern="1200" dirty="0"/>
            <a:t>아주 편하고 빠르게 작업이 가능</a:t>
          </a:r>
          <a:r>
            <a:rPr kumimoji="1" lang="en-US" sz="1600" b="1" kern="1200" dirty="0"/>
            <a:t>.</a:t>
          </a:r>
          <a:endParaRPr lang="ko-KR" sz="1600" kern="1200" dirty="0"/>
        </a:p>
      </dsp:txBody>
      <dsp:txXfrm>
        <a:off x="0" y="4442751"/>
        <a:ext cx="8502650" cy="693000"/>
      </dsp:txXfrm>
    </dsp:sp>
    <dsp:sp modelId="{047664D0-34E8-4EA2-A139-62C201F3C90A}">
      <dsp:nvSpPr>
        <dsp:cNvPr id="0" name=""/>
        <dsp:cNvSpPr/>
      </dsp:nvSpPr>
      <dsp:spPr>
        <a:xfrm>
          <a:off x="425132" y="4206591"/>
          <a:ext cx="5951855" cy="472320"/>
        </a:xfrm>
        <a:prstGeom prst="roundRect">
          <a:avLst/>
        </a:prstGeom>
        <a:gradFill rotWithShape="0">
          <a:gsLst>
            <a:gs pos="0">
              <a:schemeClr val="accent5">
                <a:hueOff val="-11331758"/>
                <a:satOff val="54868"/>
                <a:lumOff val="-325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31758"/>
                <a:satOff val="54868"/>
                <a:lumOff val="-325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31758"/>
                <a:satOff val="54868"/>
                <a:lumOff val="-325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4966" tIns="0" rIns="224966" bIns="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600" kern="1200"/>
            <a:t>노코드 </a:t>
          </a:r>
          <a:r>
            <a:rPr kumimoji="1" lang="en-US" sz="1600" kern="1200"/>
            <a:t>+ AI</a:t>
          </a:r>
          <a:endParaRPr lang="ko-KR" sz="1600" kern="1200"/>
        </a:p>
      </dsp:txBody>
      <dsp:txXfrm>
        <a:off x="448189" y="4229648"/>
        <a:ext cx="5905741" cy="42620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498FFE-EB86-4E76-AEEC-9C87CB289867}">
      <dsp:nvSpPr>
        <dsp:cNvPr id="0" name=""/>
        <dsp:cNvSpPr/>
      </dsp:nvSpPr>
      <dsp:spPr>
        <a:xfrm>
          <a:off x="392656" y="1742"/>
          <a:ext cx="2186486" cy="5894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 baseline="0" dirty="0"/>
            <a:t>인공지능</a:t>
          </a:r>
          <a:br>
            <a:rPr lang="en-US" sz="1100" kern="1200" baseline="0" dirty="0"/>
          </a:br>
          <a:r>
            <a:rPr lang="en-US" sz="1100" kern="1200" baseline="0" dirty="0"/>
            <a:t>(Artificial Intelligence, AI)</a:t>
          </a:r>
          <a:endParaRPr lang="ko-KR" sz="1100" kern="1200" dirty="0"/>
        </a:p>
      </dsp:txBody>
      <dsp:txXfrm>
        <a:off x="392656" y="1742"/>
        <a:ext cx="2186486" cy="589426"/>
      </dsp:txXfrm>
    </dsp:sp>
    <dsp:sp modelId="{5E52324F-9947-4305-89F6-DC7F57C6DECC}">
      <dsp:nvSpPr>
        <dsp:cNvPr id="0" name=""/>
        <dsp:cNvSpPr/>
      </dsp:nvSpPr>
      <dsp:spPr>
        <a:xfrm>
          <a:off x="392656" y="689406"/>
          <a:ext cx="2186486" cy="5894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 baseline="0" dirty="0" err="1"/>
            <a:t>머신러닝</a:t>
          </a:r>
          <a:br>
            <a:rPr lang="en-US" sz="1100" kern="1200" baseline="0" dirty="0"/>
          </a:br>
          <a:r>
            <a:rPr lang="en-US" sz="1100" kern="1200" baseline="0" dirty="0"/>
            <a:t>(Machine Learning, ML)</a:t>
          </a:r>
          <a:endParaRPr lang="ko-KR" sz="1100" kern="1200" dirty="0"/>
        </a:p>
      </dsp:txBody>
      <dsp:txXfrm>
        <a:off x="392656" y="689406"/>
        <a:ext cx="2186486" cy="589426"/>
      </dsp:txXfrm>
    </dsp:sp>
    <dsp:sp modelId="{449F0C5E-491D-42D3-8C68-0E0F5F1D4872}">
      <dsp:nvSpPr>
        <dsp:cNvPr id="0" name=""/>
        <dsp:cNvSpPr/>
      </dsp:nvSpPr>
      <dsp:spPr>
        <a:xfrm>
          <a:off x="392656" y="1377070"/>
          <a:ext cx="2186486" cy="5894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 baseline="0" dirty="0"/>
            <a:t>인공신경망</a:t>
          </a:r>
          <a:br>
            <a:rPr lang="en-US" sz="1100" kern="1200" baseline="0" dirty="0"/>
          </a:br>
          <a:r>
            <a:rPr lang="en-US" sz="1100" kern="1200" baseline="0" dirty="0"/>
            <a:t>(Artificial Neural Network, ANN)</a:t>
          </a:r>
          <a:endParaRPr lang="ko-KR" sz="1100" kern="1200" dirty="0"/>
        </a:p>
      </dsp:txBody>
      <dsp:txXfrm>
        <a:off x="392656" y="1377070"/>
        <a:ext cx="2186486" cy="589426"/>
      </dsp:txXfrm>
    </dsp:sp>
    <dsp:sp modelId="{8D2CAEC3-BEDB-4EB2-BE5B-CBD1F3F5F9AC}">
      <dsp:nvSpPr>
        <dsp:cNvPr id="0" name=""/>
        <dsp:cNvSpPr/>
      </dsp:nvSpPr>
      <dsp:spPr>
        <a:xfrm>
          <a:off x="392656" y="2064734"/>
          <a:ext cx="2186486" cy="5894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 baseline="0"/>
            <a:t>딥러닝</a:t>
          </a:r>
          <a:br>
            <a:rPr lang="en-US" sz="1100" kern="1200" baseline="0"/>
          </a:br>
          <a:r>
            <a:rPr lang="en-US" sz="1100" kern="1200" baseline="0"/>
            <a:t>(Deep Learning, DL)</a:t>
          </a:r>
          <a:endParaRPr lang="ko-KR" sz="1100" kern="1200"/>
        </a:p>
      </dsp:txBody>
      <dsp:txXfrm>
        <a:off x="392656" y="2064734"/>
        <a:ext cx="2186486" cy="58942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BD394-76B9-4543-95C3-8CCEAE612275}">
      <dsp:nvSpPr>
        <dsp:cNvPr id="0" name=""/>
        <dsp:cNvSpPr/>
      </dsp:nvSpPr>
      <dsp:spPr>
        <a:xfrm>
          <a:off x="0" y="240340"/>
          <a:ext cx="4041775" cy="30827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baseline="0" dirty="0"/>
            <a:t>BERT(Bidirectional Encoder Representations from </a:t>
          </a:r>
          <a:r>
            <a:rPr lang="en-US" altLang="ko-KR" sz="900" kern="1200" baseline="0" dirty="0">
              <a:solidFill>
                <a:srgbClr val="FF0000"/>
              </a:solidFill>
            </a:rPr>
            <a:t>Transformer</a:t>
          </a:r>
          <a:r>
            <a:rPr lang="en-US" altLang="ko-KR" sz="900" kern="1200" baseline="0" dirty="0"/>
            <a:t>s)</a:t>
          </a:r>
          <a:endParaRPr lang="ko-KR" sz="900" kern="1200" dirty="0"/>
        </a:p>
      </dsp:txBody>
      <dsp:txXfrm>
        <a:off x="15049" y="255389"/>
        <a:ext cx="4011677" cy="278180"/>
      </dsp:txXfrm>
    </dsp:sp>
    <dsp:sp modelId="{6A23906C-92CA-45C1-88A8-D81E5CF7DF8E}">
      <dsp:nvSpPr>
        <dsp:cNvPr id="0" name=""/>
        <dsp:cNvSpPr/>
      </dsp:nvSpPr>
      <dsp:spPr>
        <a:xfrm>
          <a:off x="0" y="574539"/>
          <a:ext cx="4041775" cy="30827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baseline="0" dirty="0"/>
            <a:t>GPT(Generative Pre-trained </a:t>
          </a:r>
          <a:r>
            <a:rPr lang="en-US" altLang="ko-KR" sz="900" kern="1200" baseline="0" dirty="0">
              <a:solidFill>
                <a:srgbClr val="FF0000"/>
              </a:solidFill>
            </a:rPr>
            <a:t>Transformer</a:t>
          </a:r>
          <a:r>
            <a:rPr lang="en-US" altLang="ko-KR" sz="900" kern="1200" baseline="0" dirty="0"/>
            <a:t>)</a:t>
          </a:r>
          <a:endParaRPr lang="ko-KR" altLang="ko-KR" sz="900" kern="1200" dirty="0"/>
        </a:p>
      </dsp:txBody>
      <dsp:txXfrm>
        <a:off x="15049" y="589588"/>
        <a:ext cx="4011677" cy="278180"/>
      </dsp:txXfrm>
    </dsp:sp>
    <dsp:sp modelId="{E55B8CAC-5F9B-496A-99C7-F1572213FC6E}">
      <dsp:nvSpPr>
        <dsp:cNvPr id="0" name=""/>
        <dsp:cNvSpPr/>
      </dsp:nvSpPr>
      <dsp:spPr>
        <a:xfrm>
          <a:off x="0" y="908738"/>
          <a:ext cx="4041775" cy="30827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dirty="0" err="1"/>
            <a:t>ViT</a:t>
          </a:r>
          <a:r>
            <a:rPr lang="en-US" altLang="ko-KR" sz="900" kern="1200" dirty="0"/>
            <a:t>(Vision </a:t>
          </a:r>
          <a:r>
            <a:rPr lang="en-US" altLang="ko-KR" sz="900" kern="1200" dirty="0">
              <a:solidFill>
                <a:srgbClr val="FF0000"/>
              </a:solidFill>
            </a:rPr>
            <a:t>Transformer</a:t>
          </a:r>
          <a:r>
            <a:rPr lang="en-US" altLang="ko-KR" sz="900" kern="1200" dirty="0"/>
            <a:t>), </a:t>
          </a:r>
          <a:endParaRPr lang="ko-KR" altLang="ko-KR" sz="900" kern="1200" dirty="0"/>
        </a:p>
      </dsp:txBody>
      <dsp:txXfrm>
        <a:off x="15049" y="923787"/>
        <a:ext cx="4011677" cy="278180"/>
      </dsp:txXfrm>
    </dsp:sp>
    <dsp:sp modelId="{1CA362E6-76D9-4383-B64A-13DCBEFF1185}">
      <dsp:nvSpPr>
        <dsp:cNvPr id="0" name=""/>
        <dsp:cNvSpPr/>
      </dsp:nvSpPr>
      <dsp:spPr>
        <a:xfrm>
          <a:off x="0" y="1242937"/>
          <a:ext cx="4041775" cy="30827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dirty="0"/>
            <a:t>T5 (Text-To-Text Transfer </a:t>
          </a:r>
          <a:r>
            <a:rPr lang="en-US" altLang="ko-KR" sz="900" kern="1200" dirty="0">
              <a:solidFill>
                <a:srgbClr val="FF0000"/>
              </a:solidFill>
            </a:rPr>
            <a:t>Transformer</a:t>
          </a:r>
          <a:r>
            <a:rPr lang="en-US" altLang="ko-KR" sz="900" kern="1200" dirty="0"/>
            <a:t>)</a:t>
          </a:r>
          <a:endParaRPr lang="ko-KR" altLang="ko-KR" sz="900" kern="1200" dirty="0"/>
        </a:p>
      </dsp:txBody>
      <dsp:txXfrm>
        <a:off x="15049" y="1257986"/>
        <a:ext cx="4011677" cy="278180"/>
      </dsp:txXfrm>
    </dsp:sp>
    <dsp:sp modelId="{1C33EC17-9DA3-4C31-87D0-8CD7209680E1}">
      <dsp:nvSpPr>
        <dsp:cNvPr id="0" name=""/>
        <dsp:cNvSpPr/>
      </dsp:nvSpPr>
      <dsp:spPr>
        <a:xfrm>
          <a:off x="0" y="1577136"/>
          <a:ext cx="4041775" cy="2158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dirty="0"/>
            <a:t>DETR </a:t>
          </a:r>
          <a:r>
            <a:rPr lang="en-US" altLang="ko-KR" sz="900" b="0" i="0" kern="1200" dirty="0"/>
            <a:t>(</a:t>
          </a:r>
          <a:r>
            <a:rPr lang="en-US" sz="900" b="0" i="0" kern="1200" dirty="0"/>
            <a:t>End-to-End Object Detection with </a:t>
          </a:r>
          <a:r>
            <a:rPr lang="en-US" sz="900" b="0" i="0" kern="1200" dirty="0">
              <a:solidFill>
                <a:srgbClr val="FF0000"/>
              </a:solidFill>
            </a:rPr>
            <a:t>Transformers</a:t>
          </a:r>
          <a:r>
            <a:rPr lang="en-US" sz="900" b="0" i="0" kern="1200" dirty="0"/>
            <a:t>)</a:t>
          </a:r>
          <a:endParaRPr lang="ko-KR" altLang="ko-KR" sz="900" kern="1200" dirty="0"/>
        </a:p>
      </dsp:txBody>
      <dsp:txXfrm>
        <a:off x="10538" y="1587674"/>
        <a:ext cx="4020699" cy="19478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1CB0D0-47BF-4CCD-BD8C-B6B64148F486}">
      <dsp:nvSpPr>
        <dsp:cNvPr id="0" name=""/>
        <dsp:cNvSpPr/>
      </dsp:nvSpPr>
      <dsp:spPr>
        <a:xfrm>
          <a:off x="0" y="284387"/>
          <a:ext cx="4040188" cy="251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kern="1200" baseline="0" dirty="0" err="1"/>
            <a:t>합성곱</a:t>
          </a:r>
          <a:r>
            <a:rPr lang="ko-KR" sz="1000" kern="1200" baseline="0" dirty="0"/>
            <a:t> 신경망 </a:t>
          </a:r>
          <a:r>
            <a:rPr lang="en-US" sz="1000" kern="1200" baseline="0" dirty="0"/>
            <a:t>(CNN, Convolutional Neural Network) </a:t>
          </a:r>
          <a:endParaRPr lang="ko-KR" sz="1000" kern="1200" dirty="0"/>
        </a:p>
      </dsp:txBody>
      <dsp:txXfrm>
        <a:off x="12280" y="296667"/>
        <a:ext cx="4015628" cy="226990"/>
      </dsp:txXfrm>
    </dsp:sp>
    <dsp:sp modelId="{C749161C-5AA5-4BAA-A6C5-655AE339EA75}">
      <dsp:nvSpPr>
        <dsp:cNvPr id="0" name=""/>
        <dsp:cNvSpPr/>
      </dsp:nvSpPr>
      <dsp:spPr>
        <a:xfrm>
          <a:off x="0" y="564738"/>
          <a:ext cx="4040188" cy="251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kern="1200" baseline="0"/>
            <a:t>순환 신경망</a:t>
          </a:r>
          <a:r>
            <a:rPr lang="en-US" sz="1000" kern="1200" baseline="0"/>
            <a:t>(RNN, Recurrent Neural Network)</a:t>
          </a:r>
          <a:endParaRPr lang="ko-KR" sz="1000" kern="1200"/>
        </a:p>
      </dsp:txBody>
      <dsp:txXfrm>
        <a:off x="12280" y="577018"/>
        <a:ext cx="4015628" cy="226990"/>
      </dsp:txXfrm>
    </dsp:sp>
    <dsp:sp modelId="{4C7EDC73-BFBC-47FB-AAFA-3606AFA224B0}">
      <dsp:nvSpPr>
        <dsp:cNvPr id="0" name=""/>
        <dsp:cNvSpPr/>
      </dsp:nvSpPr>
      <dsp:spPr>
        <a:xfrm>
          <a:off x="0" y="845088"/>
          <a:ext cx="4040188" cy="251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kern="1200" baseline="0"/>
            <a:t>생성적 적대 신경망</a:t>
          </a:r>
          <a:r>
            <a:rPr lang="en-US" sz="1000" kern="1200" baseline="0"/>
            <a:t>(GAN, Generative Adversarial Network) </a:t>
          </a:r>
          <a:endParaRPr lang="ko-KR" sz="1000" kern="1200"/>
        </a:p>
      </dsp:txBody>
      <dsp:txXfrm>
        <a:off x="12280" y="857368"/>
        <a:ext cx="4015628" cy="226990"/>
      </dsp:txXfrm>
    </dsp:sp>
    <dsp:sp modelId="{9D93D13A-5623-4774-A059-CE6D6E1F2D0C}">
      <dsp:nvSpPr>
        <dsp:cNvPr id="0" name=""/>
        <dsp:cNvSpPr/>
      </dsp:nvSpPr>
      <dsp:spPr>
        <a:xfrm>
          <a:off x="0" y="1125438"/>
          <a:ext cx="4040188" cy="251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kern="1200" baseline="0" dirty="0"/>
            <a:t>강화 학습</a:t>
          </a:r>
          <a:r>
            <a:rPr lang="en-US" sz="1000" kern="1200" baseline="0" dirty="0"/>
            <a:t>(RL, Reinforcement Learning)</a:t>
          </a:r>
          <a:endParaRPr lang="ko-KR" sz="1000" kern="1200" dirty="0"/>
        </a:p>
      </dsp:txBody>
      <dsp:txXfrm>
        <a:off x="12280" y="1137718"/>
        <a:ext cx="4015628" cy="226990"/>
      </dsp:txXfrm>
    </dsp:sp>
    <dsp:sp modelId="{E0333FEF-EE03-479E-AFE2-74B7CBEE18E8}">
      <dsp:nvSpPr>
        <dsp:cNvPr id="0" name=""/>
        <dsp:cNvSpPr/>
      </dsp:nvSpPr>
      <dsp:spPr>
        <a:xfrm>
          <a:off x="0" y="1405788"/>
          <a:ext cx="4040188" cy="251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kern="1200" baseline="0" dirty="0"/>
            <a:t>트랜스포머</a:t>
          </a:r>
          <a:r>
            <a:rPr lang="en-US" sz="1000" kern="1200" baseline="0" dirty="0"/>
            <a:t>(Transformer)</a:t>
          </a:r>
          <a:endParaRPr lang="ko-KR" sz="1000" kern="1200" dirty="0"/>
        </a:p>
      </dsp:txBody>
      <dsp:txXfrm>
        <a:off x="12280" y="1418068"/>
        <a:ext cx="4015628" cy="226990"/>
      </dsp:txXfrm>
    </dsp:sp>
    <dsp:sp modelId="{188BC1CC-A73D-4DB6-A33C-6C06575CD4E5}">
      <dsp:nvSpPr>
        <dsp:cNvPr id="0" name=""/>
        <dsp:cNvSpPr/>
      </dsp:nvSpPr>
      <dsp:spPr>
        <a:xfrm>
          <a:off x="0" y="1657338"/>
          <a:ext cx="4040188" cy="16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76" tIns="12700" rIns="71120" bIns="12700" numCol="1" spcCol="1270" anchor="t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800" kern="1200" dirty="0"/>
        </a:p>
      </dsp:txBody>
      <dsp:txXfrm>
        <a:off x="0" y="1657338"/>
        <a:ext cx="4040188" cy="1656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BD394-76B9-4543-95C3-8CCEAE612275}">
      <dsp:nvSpPr>
        <dsp:cNvPr id="0" name=""/>
        <dsp:cNvSpPr/>
      </dsp:nvSpPr>
      <dsp:spPr>
        <a:xfrm>
          <a:off x="0" y="39512"/>
          <a:ext cx="4041775" cy="3270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300" kern="1200" baseline="0"/>
            <a:t>자연어 처리</a:t>
          </a:r>
          <a:r>
            <a:rPr lang="en-US" sz="1300" kern="1200" baseline="0"/>
            <a:t>(Natural Language Processing, NLP)</a:t>
          </a:r>
          <a:endParaRPr lang="ko-KR" sz="1300" kern="1200"/>
        </a:p>
      </dsp:txBody>
      <dsp:txXfrm>
        <a:off x="15964" y="55476"/>
        <a:ext cx="4009847" cy="295087"/>
      </dsp:txXfrm>
    </dsp:sp>
    <dsp:sp modelId="{5598B1DB-28AD-41E3-8AC4-BD1BEFFCC8E4}">
      <dsp:nvSpPr>
        <dsp:cNvPr id="0" name=""/>
        <dsp:cNvSpPr/>
      </dsp:nvSpPr>
      <dsp:spPr>
        <a:xfrm>
          <a:off x="0" y="403967"/>
          <a:ext cx="4041775" cy="3270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300" kern="1200" baseline="0"/>
            <a:t>컴퓨터 시각</a:t>
          </a:r>
          <a:r>
            <a:rPr lang="en-US" sz="1300" kern="1200" baseline="0"/>
            <a:t>(Computer Vision, CV)</a:t>
          </a:r>
          <a:endParaRPr lang="ko-KR" sz="1300" kern="1200"/>
        </a:p>
      </dsp:txBody>
      <dsp:txXfrm>
        <a:off x="15964" y="419931"/>
        <a:ext cx="4009847" cy="295087"/>
      </dsp:txXfrm>
    </dsp:sp>
    <dsp:sp modelId="{B6586A84-C8B2-4D12-B0A3-29C939333F38}">
      <dsp:nvSpPr>
        <dsp:cNvPr id="0" name=""/>
        <dsp:cNvSpPr/>
      </dsp:nvSpPr>
      <dsp:spPr>
        <a:xfrm>
          <a:off x="0" y="768422"/>
          <a:ext cx="4041775" cy="3270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300" kern="1200" baseline="0"/>
            <a:t>로봇공학</a:t>
          </a:r>
          <a:r>
            <a:rPr lang="en-US" sz="1300" kern="1200" baseline="0"/>
            <a:t>(Robotics)</a:t>
          </a:r>
          <a:endParaRPr lang="ko-KR" sz="1300" kern="1200"/>
        </a:p>
      </dsp:txBody>
      <dsp:txXfrm>
        <a:off x="15964" y="784386"/>
        <a:ext cx="4009847" cy="295087"/>
      </dsp:txXfrm>
    </dsp:sp>
    <dsp:sp modelId="{7996B1B4-FC3C-4EDC-B43E-138D4E130066}">
      <dsp:nvSpPr>
        <dsp:cNvPr id="0" name=""/>
        <dsp:cNvSpPr/>
      </dsp:nvSpPr>
      <dsp:spPr>
        <a:xfrm>
          <a:off x="0" y="1132878"/>
          <a:ext cx="4041775" cy="3270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300" kern="1200" baseline="0"/>
            <a:t>게임</a:t>
          </a:r>
          <a:r>
            <a:rPr lang="en-US" sz="1300" kern="1200" baseline="0"/>
            <a:t>(Game)</a:t>
          </a:r>
          <a:endParaRPr lang="ko-KR" sz="1300" kern="1200"/>
        </a:p>
      </dsp:txBody>
      <dsp:txXfrm>
        <a:off x="15964" y="1148842"/>
        <a:ext cx="4009847" cy="295087"/>
      </dsp:txXfrm>
    </dsp:sp>
    <dsp:sp modelId="{4A82EEF8-589B-485A-B695-FE2596F5193B}">
      <dsp:nvSpPr>
        <dsp:cNvPr id="0" name=""/>
        <dsp:cNvSpPr/>
      </dsp:nvSpPr>
      <dsp:spPr>
        <a:xfrm>
          <a:off x="0" y="1497333"/>
          <a:ext cx="4041775" cy="3270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300" kern="1200" baseline="0"/>
            <a:t>데이터 마이닝 </a:t>
          </a:r>
          <a:r>
            <a:rPr lang="en-US" sz="1300" kern="1200" baseline="0"/>
            <a:t>(Data mining)</a:t>
          </a:r>
          <a:endParaRPr lang="ko-KR" sz="1300" kern="1200"/>
        </a:p>
      </dsp:txBody>
      <dsp:txXfrm>
        <a:off x="15964" y="1513297"/>
        <a:ext cx="4009847" cy="295087"/>
      </dsp:txXfrm>
    </dsp:sp>
    <dsp:sp modelId="{77C6D5F9-07CE-487C-B62B-25AA61EFC563}">
      <dsp:nvSpPr>
        <dsp:cNvPr id="0" name=""/>
        <dsp:cNvSpPr/>
      </dsp:nvSpPr>
      <dsp:spPr>
        <a:xfrm>
          <a:off x="0" y="1861788"/>
          <a:ext cx="4041775" cy="3270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300" kern="1200" baseline="0"/>
            <a:t>패턴인식</a:t>
          </a:r>
          <a:r>
            <a:rPr lang="en-US" sz="1300" kern="1200" baseline="0"/>
            <a:t>(pattern recognition)</a:t>
          </a:r>
          <a:endParaRPr lang="ko-KR" sz="1300" kern="1200"/>
        </a:p>
      </dsp:txBody>
      <dsp:txXfrm>
        <a:off x="15964" y="1877752"/>
        <a:ext cx="4009847" cy="29508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BD394-76B9-4543-95C3-8CCEAE612275}">
      <dsp:nvSpPr>
        <dsp:cNvPr id="0" name=""/>
        <dsp:cNvSpPr/>
      </dsp:nvSpPr>
      <dsp:spPr>
        <a:xfrm>
          <a:off x="0" y="164298"/>
          <a:ext cx="4041775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baseline="0"/>
            <a:t>KoBERT</a:t>
          </a:r>
          <a:endParaRPr lang="ko-KR" sz="1200" kern="1200" dirty="0"/>
        </a:p>
      </dsp:txBody>
      <dsp:txXfrm>
        <a:off x="14050" y="178348"/>
        <a:ext cx="4013675" cy="259719"/>
      </dsp:txXfrm>
    </dsp:sp>
    <dsp:sp modelId="{5FA6CDF8-FE75-4962-9B5B-E8E4F0C637F7}">
      <dsp:nvSpPr>
        <dsp:cNvPr id="0" name=""/>
        <dsp:cNvSpPr/>
      </dsp:nvSpPr>
      <dsp:spPr>
        <a:xfrm>
          <a:off x="0" y="486678"/>
          <a:ext cx="4041775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 err="1"/>
            <a:t>KoGPT</a:t>
          </a:r>
          <a:endParaRPr lang="ko-KR" sz="1200" kern="1200" dirty="0"/>
        </a:p>
      </dsp:txBody>
      <dsp:txXfrm>
        <a:off x="14050" y="500728"/>
        <a:ext cx="4013675" cy="259719"/>
      </dsp:txXfrm>
    </dsp:sp>
    <dsp:sp modelId="{48696BC0-A0C6-4027-BCF9-78BDCE022082}">
      <dsp:nvSpPr>
        <dsp:cNvPr id="0" name=""/>
        <dsp:cNvSpPr/>
      </dsp:nvSpPr>
      <dsp:spPr>
        <a:xfrm>
          <a:off x="0" y="809058"/>
          <a:ext cx="4041775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 err="1"/>
            <a:t>KorQuAD</a:t>
          </a:r>
          <a:endParaRPr lang="ko-KR" sz="1200" kern="1200" dirty="0"/>
        </a:p>
      </dsp:txBody>
      <dsp:txXfrm>
        <a:off x="14050" y="823108"/>
        <a:ext cx="4013675" cy="259719"/>
      </dsp:txXfrm>
    </dsp:sp>
    <dsp:sp modelId="{566552CE-66F3-4387-AF34-6D445F086C5C}">
      <dsp:nvSpPr>
        <dsp:cNvPr id="0" name=""/>
        <dsp:cNvSpPr/>
      </dsp:nvSpPr>
      <dsp:spPr>
        <a:xfrm>
          <a:off x="0" y="1131438"/>
          <a:ext cx="4041775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 err="1"/>
            <a:t>HyperCLOVA</a:t>
          </a:r>
          <a:endParaRPr lang="ko-KR" sz="1200" kern="1200" dirty="0"/>
        </a:p>
      </dsp:txBody>
      <dsp:txXfrm>
        <a:off x="14050" y="1145488"/>
        <a:ext cx="4013675" cy="259719"/>
      </dsp:txXfrm>
    </dsp:sp>
    <dsp:sp modelId="{7A712792-9E92-46B3-AD1B-D389945B3CF8}">
      <dsp:nvSpPr>
        <dsp:cNvPr id="0" name=""/>
        <dsp:cNvSpPr/>
      </dsp:nvSpPr>
      <dsp:spPr>
        <a:xfrm>
          <a:off x="0" y="1453817"/>
          <a:ext cx="4041775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 err="1"/>
            <a:t>KoELECTRA</a:t>
          </a:r>
          <a:endParaRPr lang="ko-KR" sz="1200" kern="1200" dirty="0"/>
        </a:p>
      </dsp:txBody>
      <dsp:txXfrm>
        <a:off x="14050" y="1467867"/>
        <a:ext cx="4013675" cy="259719"/>
      </dsp:txXfrm>
    </dsp:sp>
    <dsp:sp modelId="{24185E82-7434-4978-8886-D73C4051E02F}">
      <dsp:nvSpPr>
        <dsp:cNvPr id="0" name=""/>
        <dsp:cNvSpPr/>
      </dsp:nvSpPr>
      <dsp:spPr>
        <a:xfrm>
          <a:off x="0" y="1776197"/>
          <a:ext cx="4041775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/>
            <a:t>KLUE (Korean Language Understanding Evaluation)</a:t>
          </a:r>
          <a:endParaRPr lang="ko-KR" sz="1200" kern="1200" dirty="0"/>
        </a:p>
      </dsp:txBody>
      <dsp:txXfrm>
        <a:off x="14050" y="1790247"/>
        <a:ext cx="4013675" cy="25971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81FDA6-7D44-4EC7-B09E-9D2443768FDD}">
      <dsp:nvSpPr>
        <dsp:cNvPr id="0" name=""/>
        <dsp:cNvSpPr/>
      </dsp:nvSpPr>
      <dsp:spPr>
        <a:xfrm>
          <a:off x="2826" y="288459"/>
          <a:ext cx="2242597" cy="1794078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BAAD93-6AF9-400F-94A5-E46EE6B66B1B}">
      <dsp:nvSpPr>
        <dsp:cNvPr id="0" name=""/>
        <dsp:cNvSpPr/>
      </dsp:nvSpPr>
      <dsp:spPr>
        <a:xfrm>
          <a:off x="204660" y="1903130"/>
          <a:ext cx="1995912" cy="62792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 err="1"/>
            <a:t>chatgpt</a:t>
          </a:r>
          <a:br>
            <a:rPr lang="en-US" sz="1100" kern="1200" baseline="0" dirty="0"/>
          </a:br>
          <a:r>
            <a:rPr lang="en-US" sz="1100" kern="1200" baseline="0" dirty="0" err="1"/>
            <a:t>openAI</a:t>
          </a:r>
          <a:endParaRPr lang="ko-KR" sz="1100" kern="1200" dirty="0"/>
        </a:p>
      </dsp:txBody>
      <dsp:txXfrm>
        <a:off x="204660" y="1903130"/>
        <a:ext cx="1995912" cy="627927"/>
      </dsp:txXfrm>
    </dsp:sp>
    <dsp:sp modelId="{954CE122-C308-444A-AF0E-826246E1FCF3}">
      <dsp:nvSpPr>
        <dsp:cNvPr id="0" name=""/>
        <dsp:cNvSpPr/>
      </dsp:nvSpPr>
      <dsp:spPr>
        <a:xfrm>
          <a:off x="2469684" y="288459"/>
          <a:ext cx="2242597" cy="1794078"/>
        </a:xfrm>
        <a:prstGeom prst="rect">
          <a:avLst/>
        </a:prstGeom>
        <a:blipFill dpi="0"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4BE72-DCD9-41D8-91E6-051065661CDE}">
      <dsp:nvSpPr>
        <dsp:cNvPr id="0" name=""/>
        <dsp:cNvSpPr/>
      </dsp:nvSpPr>
      <dsp:spPr>
        <a:xfrm>
          <a:off x="2671518" y="1903130"/>
          <a:ext cx="1995912" cy="62792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 err="1"/>
            <a:t>gemini</a:t>
          </a:r>
          <a:br>
            <a:rPr lang="en-US" sz="1100" kern="1200" baseline="0" dirty="0"/>
          </a:br>
          <a:r>
            <a:rPr lang="en-US" sz="1100" kern="1200" baseline="0" dirty="0"/>
            <a:t>google </a:t>
          </a:r>
          <a:r>
            <a:rPr lang="en-US" sz="1100" kern="1200" baseline="0" dirty="0" err="1"/>
            <a:t>deepmind</a:t>
          </a:r>
          <a:endParaRPr lang="ko-KR" sz="1100" kern="1200" dirty="0"/>
        </a:p>
      </dsp:txBody>
      <dsp:txXfrm>
        <a:off x="2671518" y="1903130"/>
        <a:ext cx="1995912" cy="627927"/>
      </dsp:txXfrm>
    </dsp:sp>
    <dsp:sp modelId="{2B73B573-819C-46FC-BCAE-39B7933775C3}">
      <dsp:nvSpPr>
        <dsp:cNvPr id="0" name=""/>
        <dsp:cNvSpPr/>
      </dsp:nvSpPr>
      <dsp:spPr>
        <a:xfrm>
          <a:off x="4936542" y="288459"/>
          <a:ext cx="2242597" cy="1794078"/>
        </a:xfrm>
        <a:prstGeom prst="rect">
          <a:avLst/>
        </a:prstGeom>
        <a:blipFill dpi="0" rotWithShape="1">
          <a:blip xmlns:r="http://schemas.openxmlformats.org/officeDocument/2006/relationships" r:embed="rId3"/>
          <a:srcRect/>
          <a:stretch>
            <a:fillRect t="10000" b="1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3DA36-B80A-4237-A982-70B46641D11C}">
      <dsp:nvSpPr>
        <dsp:cNvPr id="0" name=""/>
        <dsp:cNvSpPr/>
      </dsp:nvSpPr>
      <dsp:spPr>
        <a:xfrm>
          <a:off x="5138376" y="1903130"/>
          <a:ext cx="1995912" cy="62792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 err="1"/>
            <a:t>wrtn</a:t>
          </a:r>
          <a:r>
            <a:rPr lang="en-US" sz="1100" kern="1200" baseline="0" dirty="0"/>
            <a:t> AI</a:t>
          </a:r>
          <a:br>
            <a:rPr lang="en-US" sz="1100" kern="1200" baseline="0" dirty="0"/>
          </a:br>
          <a:r>
            <a:rPr lang="ko-KR" sz="1100" kern="1200" baseline="0" dirty="0" err="1"/>
            <a:t>뤼튼테크놀로지</a:t>
          </a:r>
          <a:endParaRPr lang="ko-KR" sz="1100" kern="1200" dirty="0"/>
        </a:p>
      </dsp:txBody>
      <dsp:txXfrm>
        <a:off x="5138376" y="1903130"/>
        <a:ext cx="1995912" cy="627927"/>
      </dsp:txXfrm>
    </dsp:sp>
    <dsp:sp modelId="{17EDDBC2-4E09-42A0-A108-77C6200508F3}">
      <dsp:nvSpPr>
        <dsp:cNvPr id="0" name=""/>
        <dsp:cNvSpPr/>
      </dsp:nvSpPr>
      <dsp:spPr>
        <a:xfrm>
          <a:off x="7403400" y="288459"/>
          <a:ext cx="2242597" cy="1794078"/>
        </a:xfrm>
        <a:prstGeom prst="rect">
          <a:avLst/>
        </a:prstGeom>
        <a:blipFill dpi="0" rotWithShape="1">
          <a:blip xmlns:r="http://schemas.openxmlformats.org/officeDocument/2006/relationships" r:embed="rId4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2DEF6-9EE7-4C84-A1E3-A1D239447BF0}">
      <dsp:nvSpPr>
        <dsp:cNvPr id="0" name=""/>
        <dsp:cNvSpPr/>
      </dsp:nvSpPr>
      <dsp:spPr>
        <a:xfrm>
          <a:off x="7605234" y="1903130"/>
          <a:ext cx="1995912" cy="62792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 err="1"/>
            <a:t>claude</a:t>
          </a:r>
          <a:br>
            <a:rPr lang="en-US" sz="1100" kern="1200" baseline="0" dirty="0"/>
          </a:br>
          <a:r>
            <a:rPr lang="en-US" sz="1100" kern="1200" baseline="0" dirty="0"/>
            <a:t>anthropic</a:t>
          </a:r>
          <a:endParaRPr lang="ko-KR" sz="1100" kern="1200" dirty="0"/>
        </a:p>
      </dsp:txBody>
      <dsp:txXfrm>
        <a:off x="7605234" y="1903130"/>
        <a:ext cx="1995912" cy="627927"/>
      </dsp:txXfrm>
    </dsp:sp>
    <dsp:sp modelId="{2252C7E2-B08F-446C-86C8-80B8D179C8E3}">
      <dsp:nvSpPr>
        <dsp:cNvPr id="0" name=""/>
        <dsp:cNvSpPr/>
      </dsp:nvSpPr>
      <dsp:spPr>
        <a:xfrm>
          <a:off x="2826" y="2755317"/>
          <a:ext cx="2242597" cy="1794078"/>
        </a:xfrm>
        <a:prstGeom prst="rect">
          <a:avLst/>
        </a:prstGeom>
        <a:blipFill dpi="0" rotWithShape="1">
          <a:blip xmlns:r="http://schemas.openxmlformats.org/officeDocument/2006/relationships" r:embed="rId5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EB8EFD-DA02-4498-9D9E-000BA1F3B9D3}">
      <dsp:nvSpPr>
        <dsp:cNvPr id="0" name=""/>
        <dsp:cNvSpPr/>
      </dsp:nvSpPr>
      <dsp:spPr>
        <a:xfrm>
          <a:off x="204660" y="4369987"/>
          <a:ext cx="1995912" cy="62792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perplexity</a:t>
          </a:r>
          <a:br>
            <a:rPr lang="en-US" sz="1100" kern="1200" baseline="0" dirty="0"/>
          </a:br>
          <a:r>
            <a:rPr lang="en-US" sz="1100" kern="1200" baseline="0" dirty="0" err="1"/>
            <a:t>perplexity</a:t>
          </a:r>
          <a:endParaRPr lang="ko-KR" sz="1100" kern="1200" dirty="0"/>
        </a:p>
      </dsp:txBody>
      <dsp:txXfrm>
        <a:off x="204660" y="4369987"/>
        <a:ext cx="1995912" cy="627927"/>
      </dsp:txXfrm>
    </dsp:sp>
    <dsp:sp modelId="{F68F92CA-9D24-4215-95B3-7954BB926B63}">
      <dsp:nvSpPr>
        <dsp:cNvPr id="0" name=""/>
        <dsp:cNvSpPr/>
      </dsp:nvSpPr>
      <dsp:spPr>
        <a:xfrm>
          <a:off x="2469684" y="2755317"/>
          <a:ext cx="2242597" cy="1794078"/>
        </a:xfrm>
        <a:prstGeom prst="rect">
          <a:avLst/>
        </a:prstGeom>
        <a:blipFill dpi="0" rotWithShape="1">
          <a:blip xmlns:r="http://schemas.openxmlformats.org/officeDocument/2006/relationships" r:embed="rId6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D6274-8ECA-4DFC-98B2-38018A4916A2}">
      <dsp:nvSpPr>
        <dsp:cNvPr id="0" name=""/>
        <dsp:cNvSpPr/>
      </dsp:nvSpPr>
      <dsp:spPr>
        <a:xfrm>
          <a:off x="2671518" y="4369987"/>
          <a:ext cx="1995912" cy="62792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copilot</a:t>
          </a:r>
          <a:br>
            <a:rPr lang="en-US" sz="1100" kern="1200" baseline="0" dirty="0"/>
          </a:br>
          <a:r>
            <a:rPr lang="en-US" sz="1100" kern="1200" baseline="0" dirty="0"/>
            <a:t>Microsoft</a:t>
          </a:r>
          <a:endParaRPr lang="ko-KR" sz="1100" kern="1200" dirty="0"/>
        </a:p>
      </dsp:txBody>
      <dsp:txXfrm>
        <a:off x="2671518" y="4369987"/>
        <a:ext cx="1995912" cy="627927"/>
      </dsp:txXfrm>
    </dsp:sp>
    <dsp:sp modelId="{1536F1DF-6CA7-4FEE-910A-C302B44980EE}">
      <dsp:nvSpPr>
        <dsp:cNvPr id="0" name=""/>
        <dsp:cNvSpPr/>
      </dsp:nvSpPr>
      <dsp:spPr>
        <a:xfrm>
          <a:off x="4936542" y="2755317"/>
          <a:ext cx="2242597" cy="1794078"/>
        </a:xfrm>
        <a:prstGeom prst="rect">
          <a:avLst/>
        </a:prstGeom>
        <a:blipFill dpi="0" rotWithShape="1">
          <a:blip xmlns:r="http://schemas.openxmlformats.org/officeDocument/2006/relationships" r:embed="rId7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03F4EA-ED6B-48E6-A193-EB42E041887E}">
      <dsp:nvSpPr>
        <dsp:cNvPr id="0" name=""/>
        <dsp:cNvSpPr/>
      </dsp:nvSpPr>
      <dsp:spPr>
        <a:xfrm>
          <a:off x="5138376" y="4369987"/>
          <a:ext cx="1995912" cy="62792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 err="1"/>
            <a:t>clova</a:t>
          </a:r>
          <a:r>
            <a:rPr lang="en-US" sz="1100" kern="1200" baseline="0" dirty="0"/>
            <a:t> x</a:t>
          </a:r>
          <a:br>
            <a:rPr lang="en-US" sz="1100" kern="1200" baseline="0" dirty="0"/>
          </a:br>
          <a:r>
            <a:rPr lang="en-US" sz="1100" kern="1200" baseline="0" dirty="0" err="1"/>
            <a:t>naver</a:t>
          </a:r>
          <a:endParaRPr lang="ko-KR" sz="1100" kern="1200" dirty="0"/>
        </a:p>
      </dsp:txBody>
      <dsp:txXfrm>
        <a:off x="5138376" y="4369987"/>
        <a:ext cx="1995912" cy="627927"/>
      </dsp:txXfrm>
    </dsp:sp>
    <dsp:sp modelId="{1FBC3086-0E4A-4A19-B32C-F1388CDE5C24}">
      <dsp:nvSpPr>
        <dsp:cNvPr id="0" name=""/>
        <dsp:cNvSpPr/>
      </dsp:nvSpPr>
      <dsp:spPr>
        <a:xfrm>
          <a:off x="7403400" y="2755317"/>
          <a:ext cx="2242597" cy="1794078"/>
        </a:xfrm>
        <a:prstGeom prst="rect">
          <a:avLst/>
        </a:prstGeom>
        <a:blipFill dpi="0" rotWithShape="1">
          <a:blip xmlns:r="http://schemas.openxmlformats.org/officeDocument/2006/relationships" r:embed="rId8"/>
          <a:srcRect/>
          <a:stretch>
            <a:fillRect t="10000" b="1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E11EF-5A22-47DE-8463-8F0CD6F72C9C}">
      <dsp:nvSpPr>
        <dsp:cNvPr id="0" name=""/>
        <dsp:cNvSpPr/>
      </dsp:nvSpPr>
      <dsp:spPr>
        <a:xfrm>
          <a:off x="7605234" y="4369987"/>
          <a:ext cx="1995912" cy="62792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open</a:t>
          </a:r>
          <a:r>
            <a:rPr lang="ko-KR" sz="1100" kern="1200" baseline="0" dirty="0"/>
            <a:t> </a:t>
          </a:r>
          <a:r>
            <a:rPr lang="en-US" sz="1100" kern="1200" baseline="0" dirty="0"/>
            <a:t>prompt </a:t>
          </a:r>
          <a:endParaRPr lang="ko-KR" sz="1100" kern="1200" dirty="0"/>
        </a:p>
      </dsp:txBody>
      <dsp:txXfrm>
        <a:off x="7605234" y="4369987"/>
        <a:ext cx="1995912" cy="62792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AEB59C-5D2D-4C62-BDBD-0986A658FBEE}">
      <dsp:nvSpPr>
        <dsp:cNvPr id="0" name=""/>
        <dsp:cNvSpPr/>
      </dsp:nvSpPr>
      <dsp:spPr>
        <a:xfrm>
          <a:off x="4711" y="1839903"/>
          <a:ext cx="1606567" cy="160656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회원가입</a:t>
          </a:r>
          <a:br>
            <a:rPr lang="en-US" altLang="ko-KR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및 로그인</a:t>
          </a:r>
        </a:p>
      </dsp:txBody>
      <dsp:txXfrm>
        <a:off x="239987" y="2075179"/>
        <a:ext cx="1136015" cy="1136015"/>
      </dsp:txXfrm>
    </dsp:sp>
    <dsp:sp modelId="{3CEC0F77-ABB3-4618-870A-722C5D19F48F}">
      <dsp:nvSpPr>
        <dsp:cNvPr id="0" name=""/>
        <dsp:cNvSpPr/>
      </dsp:nvSpPr>
      <dsp:spPr>
        <a:xfrm>
          <a:off x="1611278" y="1839903"/>
          <a:ext cx="1606567" cy="1606567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200" kern="1200" dirty="0">
              <a:solidFill>
                <a:schemeClr val="tx2"/>
              </a:solidFill>
              <a:latin typeface="HY견고딕" panose="02030600000101010101" pitchFamily="18" charset="-127"/>
              <a:ea typeface="HY견고딕" panose="02030600000101010101" pitchFamily="18" charset="-127"/>
            </a:rPr>
            <a:t>주소</a:t>
          </a:r>
          <a:br>
            <a:rPr lang="en-US" altLang="ko-KR" sz="2200" kern="1200" dirty="0">
              <a:solidFill>
                <a:schemeClr val="tx2"/>
              </a:solidFill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sz="2200" kern="1200" dirty="0">
              <a:solidFill>
                <a:schemeClr val="tx2"/>
              </a:solidFill>
              <a:latin typeface="HY견고딕" panose="02030600000101010101" pitchFamily="18" charset="-127"/>
              <a:ea typeface="HY견고딕" panose="02030600000101010101" pitchFamily="18" charset="-127"/>
            </a:rPr>
            <a:t>만들기</a:t>
          </a:r>
        </a:p>
      </dsp:txBody>
      <dsp:txXfrm>
        <a:off x="1846554" y="2075179"/>
        <a:ext cx="1136015" cy="1136015"/>
      </dsp:txXfrm>
    </dsp:sp>
    <dsp:sp modelId="{D057C97A-DCEF-44DC-BB40-B07AB1A11B42}">
      <dsp:nvSpPr>
        <dsp:cNvPr id="0" name=""/>
        <dsp:cNvSpPr/>
      </dsp:nvSpPr>
      <dsp:spPr>
        <a:xfrm>
          <a:off x="3217845" y="1839903"/>
          <a:ext cx="1606567" cy="160656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템플릿</a:t>
          </a:r>
          <a:br>
            <a:rPr lang="en-US" altLang="ko-KR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선택</a:t>
          </a:r>
        </a:p>
      </dsp:txBody>
      <dsp:txXfrm>
        <a:off x="3453121" y="2075179"/>
        <a:ext cx="1136015" cy="1136015"/>
      </dsp:txXfrm>
    </dsp:sp>
    <dsp:sp modelId="{CD3CDC51-B57E-4EFC-AF9F-F6B710ACFBFA}">
      <dsp:nvSpPr>
        <dsp:cNvPr id="0" name=""/>
        <dsp:cNvSpPr/>
      </dsp:nvSpPr>
      <dsp:spPr>
        <a:xfrm>
          <a:off x="4824412" y="1839903"/>
          <a:ext cx="1606567" cy="160656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메뉴</a:t>
          </a:r>
          <a:br>
            <a:rPr lang="en-US" altLang="ko-KR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만들기</a:t>
          </a:r>
        </a:p>
      </dsp:txBody>
      <dsp:txXfrm>
        <a:off x="5059688" y="2075179"/>
        <a:ext cx="1136015" cy="1136015"/>
      </dsp:txXfrm>
    </dsp:sp>
    <dsp:sp modelId="{2211CBC4-0D62-414C-838B-9609A31FDE62}">
      <dsp:nvSpPr>
        <dsp:cNvPr id="0" name=""/>
        <dsp:cNvSpPr/>
      </dsp:nvSpPr>
      <dsp:spPr>
        <a:xfrm>
          <a:off x="6430979" y="1839903"/>
          <a:ext cx="1606567" cy="1606567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페이지</a:t>
          </a:r>
          <a:br>
            <a:rPr lang="en-US" altLang="ko-KR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편집</a:t>
          </a:r>
        </a:p>
      </dsp:txBody>
      <dsp:txXfrm>
        <a:off x="6666255" y="2075179"/>
        <a:ext cx="1136015" cy="1136015"/>
      </dsp:txXfrm>
    </dsp:sp>
    <dsp:sp modelId="{27611A9A-884E-4819-BB66-471E13767E42}">
      <dsp:nvSpPr>
        <dsp:cNvPr id="0" name=""/>
        <dsp:cNvSpPr/>
      </dsp:nvSpPr>
      <dsp:spPr>
        <a:xfrm>
          <a:off x="8037546" y="1839903"/>
          <a:ext cx="1606567" cy="160656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사이트</a:t>
          </a:r>
          <a:br>
            <a:rPr lang="en-US" altLang="ko-KR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</a:br>
          <a:r>
            <a:rPr lang="ko-KR" altLang="en-US" sz="2200" kern="1200" dirty="0">
              <a:latin typeface="HY견고딕" panose="02030600000101010101" pitchFamily="18" charset="-127"/>
              <a:ea typeface="HY견고딕" panose="02030600000101010101" pitchFamily="18" charset="-127"/>
            </a:rPr>
            <a:t>게시</a:t>
          </a:r>
        </a:p>
      </dsp:txBody>
      <dsp:txXfrm>
        <a:off x="8272822" y="2075179"/>
        <a:ext cx="1136015" cy="1136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47289-8871-4571-B37C-2646F9CF5CA8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D6CDB-49DE-4D95-895B-AB701D0BA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15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이미테이션 게임</a:t>
            </a:r>
            <a:r>
              <a:rPr lang="en-US" altLang="ko-KR" dirty="0"/>
              <a:t>(The Imitation Game), 2014</a:t>
            </a:r>
            <a:r>
              <a:rPr lang="ko-KR" altLang="en-US" dirty="0"/>
              <a:t>년</a:t>
            </a:r>
            <a:endParaRPr lang="en-US" altLang="ko-KR" dirty="0"/>
          </a:p>
          <a:p>
            <a:pPr marL="800100" lvl="1" indent="-342900">
              <a:buFontTx/>
              <a:buChar char="-"/>
            </a:pP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차 세계대전 당시 독일의 암호 기계인 </a:t>
            </a:r>
            <a:r>
              <a:rPr lang="ko-KR" altLang="en-US" dirty="0" err="1"/>
              <a:t>에니그마</a:t>
            </a:r>
            <a:r>
              <a:rPr lang="en-US" altLang="ko-KR" dirty="0"/>
              <a:t>(Enigma)</a:t>
            </a:r>
            <a:r>
              <a:rPr lang="ko-KR" altLang="en-US" dirty="0"/>
              <a:t>를 해독한 천재 수학자 앨런 튜링</a:t>
            </a:r>
            <a:r>
              <a:rPr lang="en-US" altLang="ko-KR" dirty="0"/>
              <a:t>(Alan Turing)</a:t>
            </a:r>
            <a:r>
              <a:rPr lang="ko-KR" altLang="en-US" dirty="0"/>
              <a:t>의 실화</a:t>
            </a:r>
            <a:endParaRPr lang="en-US" altLang="ko-KR" dirty="0"/>
          </a:p>
          <a:p>
            <a:r>
              <a:rPr lang="ko-KR" altLang="en-US" dirty="0"/>
              <a:t>그녀</a:t>
            </a:r>
            <a:r>
              <a:rPr lang="en-US" altLang="ko-KR" dirty="0"/>
              <a:t>(her), 2013</a:t>
            </a:r>
            <a:r>
              <a:rPr lang="ko-KR" altLang="en-US" dirty="0"/>
              <a:t>년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en-US" altLang="ko-KR" dirty="0"/>
              <a:t>2025</a:t>
            </a:r>
            <a:r>
              <a:rPr lang="ko-KR" altLang="en-US" dirty="0"/>
              <a:t>년 미래의 로스앤젤레스에서 인격형 인공지능 서비스와 사랑에 빠진 남자의 이야기</a:t>
            </a:r>
          </a:p>
          <a:p>
            <a:r>
              <a:rPr lang="ko-KR" altLang="en-US" dirty="0"/>
              <a:t>소셜 네트워크</a:t>
            </a:r>
            <a:r>
              <a:rPr lang="en-US" altLang="ko-KR" dirty="0"/>
              <a:t>(The Social Network), 2010</a:t>
            </a:r>
            <a:r>
              <a:rPr lang="ko-KR" altLang="en-US" dirty="0"/>
              <a:t>년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페이스북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  <a:t>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마크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Pretendard JP"/>
              </a:rPr>
              <a:t>저크버그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  <a:t>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 창립 과정에 관한 내용</a:t>
            </a:r>
            <a:endParaRPr lang="en-US" altLang="ko-KR" dirty="0"/>
          </a:p>
          <a:p>
            <a:r>
              <a:rPr lang="ko-KR" altLang="en-US" dirty="0"/>
              <a:t>아이언맨</a:t>
            </a:r>
            <a:r>
              <a:rPr lang="en-US" altLang="ko-KR" dirty="0"/>
              <a:t>(Iron Man), 2008</a:t>
            </a:r>
            <a:r>
              <a:rPr lang="ko-KR" altLang="en-US" dirty="0"/>
              <a:t>년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endParaRPr lang="ko-KR" altLang="en-US" dirty="0"/>
          </a:p>
          <a:p>
            <a:r>
              <a:rPr lang="ko-KR" altLang="en-US" dirty="0"/>
              <a:t>그녀</a:t>
            </a:r>
            <a:r>
              <a:rPr lang="en-US" altLang="ko-KR" dirty="0"/>
              <a:t>(her), 2013</a:t>
            </a:r>
            <a:r>
              <a:rPr lang="ko-KR" altLang="en-US" dirty="0"/>
              <a:t>년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en-US" altLang="ko-KR" dirty="0"/>
              <a:t>2025</a:t>
            </a:r>
            <a:r>
              <a:rPr lang="ko-KR" altLang="en-US" dirty="0"/>
              <a:t>년 미래의 로스앤젤레스에서 인격형 인공지능 서비스와 사랑에 빠진 남자의 이야기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endParaRPr lang="ko-KR" altLang="en-US" dirty="0"/>
          </a:p>
          <a:p>
            <a:pPr marL="628650" lvl="1" indent="-171450">
              <a:buFontTx/>
              <a:buChar char="-"/>
            </a:pPr>
            <a:endParaRPr lang="en-US" altLang="ko-KR" dirty="0"/>
          </a:p>
          <a:p>
            <a:pPr marL="628650" lvl="1" indent="-171450">
              <a:buFontTx/>
              <a:buChar char="-"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992DB1-641F-47AC-BC95-F2FFF2A0187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67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합성곱</a:t>
            </a:r>
            <a:r>
              <a:rPr lang="ko-KR" altLang="en-US" dirty="0"/>
              <a:t> 신경망 </a:t>
            </a:r>
            <a:r>
              <a:rPr lang="en-US" altLang="ko-KR" dirty="0"/>
              <a:t>(CNN, Convolutional Neural Network) </a:t>
            </a:r>
          </a:p>
          <a:p>
            <a:pPr lvl="1"/>
            <a:r>
              <a:rPr lang="ko-KR" altLang="en-US" dirty="0"/>
              <a:t>이미지 처리에 많이 사용되는 알고리즘입니다</a:t>
            </a:r>
            <a:r>
              <a:rPr lang="en-US" altLang="ko-KR" dirty="0"/>
              <a:t>. </a:t>
            </a:r>
            <a:r>
              <a:rPr lang="ko-KR" altLang="en-US" dirty="0"/>
              <a:t>입력 이미지를 여러 개의 필터로 스캔하면서 특징을 추출하고</a:t>
            </a:r>
            <a:r>
              <a:rPr lang="en-US" altLang="ko-KR" dirty="0"/>
              <a:t>, </a:t>
            </a:r>
            <a:r>
              <a:rPr lang="ko-KR" altLang="en-US" dirty="0"/>
              <a:t>이를 바탕으로 이미지를 분류하거나 객체를 검출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순환 신경망</a:t>
            </a:r>
            <a:r>
              <a:rPr lang="en-US" altLang="ko-KR" dirty="0"/>
              <a:t>(RNN, Recurrent Neural Network)</a:t>
            </a:r>
          </a:p>
          <a:p>
            <a:pPr lvl="1"/>
            <a:r>
              <a:rPr lang="ko-KR" altLang="en-US" dirty="0"/>
              <a:t>시퀀스 데이터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, </a:t>
            </a:r>
            <a:r>
              <a:rPr lang="ko-KR" altLang="en-US" dirty="0"/>
              <a:t>오디오</a:t>
            </a:r>
            <a:r>
              <a:rPr lang="en-US" altLang="ko-KR" dirty="0"/>
              <a:t>, </a:t>
            </a:r>
            <a:r>
              <a:rPr lang="ko-KR" altLang="en-US" dirty="0"/>
              <a:t>시계열 데이터 등</a:t>
            </a:r>
            <a:r>
              <a:rPr lang="en-US" altLang="ko-KR" dirty="0"/>
              <a:t>)</a:t>
            </a:r>
            <a:r>
              <a:rPr lang="ko-KR" altLang="en-US" dirty="0"/>
              <a:t>를 처리하는데 사용되는 알고리즘입니다</a:t>
            </a:r>
            <a:r>
              <a:rPr lang="en-US" altLang="ko-KR" dirty="0"/>
              <a:t>. </a:t>
            </a:r>
            <a:r>
              <a:rPr lang="ko-KR" altLang="en-US" dirty="0"/>
              <a:t>이전 시점의 출력 값이 현재 시점의 입력 값으로 들어가면서 시퀀스 데이터를 처리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생성적</a:t>
            </a:r>
            <a:r>
              <a:rPr lang="ko-KR" altLang="en-US" dirty="0"/>
              <a:t> 적대 신경망</a:t>
            </a:r>
            <a:r>
              <a:rPr lang="en-US" altLang="ko-KR" dirty="0"/>
              <a:t>(GAN, Generative Adversarial Network) </a:t>
            </a:r>
          </a:p>
          <a:p>
            <a:pPr lvl="1"/>
            <a:r>
              <a:rPr lang="ko-KR" altLang="en-US" dirty="0"/>
              <a:t>자기주도 학습</a:t>
            </a:r>
            <a:r>
              <a:rPr lang="en-US" altLang="ko-KR" dirty="0"/>
              <a:t>(SSL, Self-Supervised Learning)</a:t>
            </a:r>
            <a:r>
              <a:rPr lang="ko-KR" altLang="en-US" dirty="0"/>
              <a:t>의 일종</a:t>
            </a:r>
            <a:endParaRPr lang="en-US" altLang="ko-KR" dirty="0"/>
          </a:p>
          <a:p>
            <a:pPr lvl="1"/>
            <a:r>
              <a:rPr lang="ko-KR" altLang="en-US" dirty="0"/>
              <a:t>레이블이 없는 데이터를 이용하여 학습</a:t>
            </a:r>
            <a:r>
              <a:rPr lang="en-US" altLang="ko-KR" dirty="0"/>
              <a:t>. </a:t>
            </a:r>
            <a:r>
              <a:rPr lang="ko-KR" altLang="en-US" dirty="0"/>
              <a:t>다른 방법으로 </a:t>
            </a:r>
            <a:r>
              <a:rPr lang="ko-KR" altLang="en-US" dirty="0" err="1"/>
              <a:t>오토인코더</a:t>
            </a:r>
            <a:r>
              <a:rPr lang="en-US" altLang="ko-KR" dirty="0"/>
              <a:t>(Autoencoder)</a:t>
            </a:r>
            <a:r>
              <a:rPr lang="ko-KR" altLang="en-US" dirty="0"/>
              <a:t>도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강화 학습</a:t>
            </a:r>
            <a:r>
              <a:rPr lang="en-US" altLang="ko-KR" dirty="0"/>
              <a:t>(RL, Reinforcement Learning)</a:t>
            </a:r>
          </a:p>
          <a:p>
            <a:pPr lvl="1"/>
            <a:r>
              <a:rPr lang="ko-KR" altLang="en-US" dirty="0"/>
              <a:t>에이전트가 환경과 상호작용하며 보상을 최대화하는 정책을 학습하는 방법입니다</a:t>
            </a:r>
            <a:r>
              <a:rPr lang="en-US" altLang="ko-KR" dirty="0"/>
              <a:t>. </a:t>
            </a:r>
            <a:r>
              <a:rPr lang="ko-KR" altLang="en-US" dirty="0"/>
              <a:t>게임이나 로봇 제어 등에 사용됩니다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트랜스포머</a:t>
            </a:r>
            <a:r>
              <a:rPr lang="en-US" altLang="ko-KR" dirty="0"/>
              <a:t>(Transformer) </a:t>
            </a:r>
          </a:p>
          <a:p>
            <a:pPr lvl="1"/>
            <a:r>
              <a:rPr lang="en-US" altLang="ko-KR" dirty="0"/>
              <a:t>BERT(Bidirectional Encoder Representations from Transformers) </a:t>
            </a:r>
            <a:r>
              <a:rPr lang="ko-KR" altLang="en-US" dirty="0"/>
              <a:t>등의 언어 모델</a:t>
            </a:r>
            <a:endParaRPr lang="en-US" altLang="ko-KR" dirty="0"/>
          </a:p>
          <a:p>
            <a:pPr lvl="1"/>
            <a:r>
              <a:rPr lang="en-US" altLang="ko-KR" dirty="0"/>
              <a:t>GTP(Generative Pre-trained Transformer)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9E301-39DF-4856-BDA6-B21FEDD9790E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055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gemini</a:t>
            </a:r>
            <a:r>
              <a:rPr lang="en-US" altLang="ko-KR" dirty="0"/>
              <a:t> : </a:t>
            </a:r>
            <a:r>
              <a:rPr lang="en-US" altLang="ko-KR" b="1" i="0" u="sng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Ge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neralized </a:t>
            </a:r>
            <a:r>
              <a:rPr lang="en-US" altLang="ko-KR" b="1" i="0" u="sng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M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ultimodal </a:t>
            </a:r>
            <a:r>
              <a:rPr lang="en-US" altLang="ko-KR" b="1" i="0" u="sng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In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tell</a:t>
            </a:r>
            <a:r>
              <a:rPr lang="en-US" altLang="ko-KR" b="1" i="0" u="sng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i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gence Network</a:t>
            </a:r>
          </a:p>
          <a:p>
            <a:r>
              <a:rPr lang="ko-KR" altLang="en-US" b="0" i="0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오픈 프롬프트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E6B2D-2FBD-4E04-93A7-75EC6CA2773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205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1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Rectangle 33"/>
          <p:cNvSpPr>
            <a:spLocks noChangeArrowheads="1"/>
          </p:cNvSpPr>
          <p:nvPr/>
        </p:nvSpPr>
        <p:spPr bwMode="black">
          <a:xfrm>
            <a:off x="0" y="2781300"/>
            <a:ext cx="9906000" cy="714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07" name="Line 35"/>
          <p:cNvSpPr>
            <a:spLocks noChangeShapeType="1"/>
          </p:cNvSpPr>
          <p:nvPr/>
        </p:nvSpPr>
        <p:spPr bwMode="white">
          <a:xfrm>
            <a:off x="6581643" y="2306638"/>
            <a:ext cx="3314038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108" name="Line 36"/>
          <p:cNvSpPr>
            <a:spLocks noChangeShapeType="1"/>
          </p:cNvSpPr>
          <p:nvPr/>
        </p:nvSpPr>
        <p:spPr bwMode="white">
          <a:xfrm>
            <a:off x="6581643" y="2444750"/>
            <a:ext cx="3314038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109" name="Line 37"/>
          <p:cNvSpPr>
            <a:spLocks noChangeShapeType="1"/>
          </p:cNvSpPr>
          <p:nvPr/>
        </p:nvSpPr>
        <p:spPr bwMode="white">
          <a:xfrm>
            <a:off x="6581643" y="2541588"/>
            <a:ext cx="3314038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110" name="Line 38"/>
          <p:cNvSpPr>
            <a:spLocks noChangeShapeType="1"/>
          </p:cNvSpPr>
          <p:nvPr/>
        </p:nvSpPr>
        <p:spPr bwMode="white">
          <a:xfrm>
            <a:off x="6581643" y="2689225"/>
            <a:ext cx="3314038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102" name="Rectangle 30"/>
          <p:cNvSpPr>
            <a:spLocks noChangeArrowheads="1"/>
          </p:cNvSpPr>
          <p:nvPr/>
        </p:nvSpPr>
        <p:spPr bwMode="black">
          <a:xfrm>
            <a:off x="3126582" y="2852738"/>
            <a:ext cx="6779419" cy="57626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white">
          <a:xfrm>
            <a:off x="3314040" y="2809876"/>
            <a:ext cx="6591961" cy="576263"/>
          </a:xfrm>
        </p:spPr>
        <p:txBody>
          <a:bodyPr/>
          <a:lstStyle>
            <a:lvl1pPr algn="l">
              <a:defRPr sz="3600"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4" name="Rectangle 16"/>
          <p:cNvSpPr>
            <a:spLocks noChangeArrowheads="1"/>
          </p:cNvSpPr>
          <p:nvPr userDrawn="1"/>
        </p:nvSpPr>
        <p:spPr bwMode="invGray">
          <a:xfrm>
            <a:off x="1" y="6453188"/>
            <a:ext cx="9890522" cy="40481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400"/>
          </a:p>
        </p:txBody>
      </p:sp>
      <p:grpSp>
        <p:nvGrpSpPr>
          <p:cNvPr id="15" name="Group 17"/>
          <p:cNvGrpSpPr>
            <a:grpSpLocks/>
          </p:cNvGrpSpPr>
          <p:nvPr userDrawn="1"/>
        </p:nvGrpSpPr>
        <p:grpSpPr bwMode="auto">
          <a:xfrm>
            <a:off x="-17197" y="0"/>
            <a:ext cx="9930077" cy="6859588"/>
            <a:chOff x="0" y="0"/>
            <a:chExt cx="5764" cy="4321"/>
          </a:xfrm>
        </p:grpSpPr>
        <p:sp>
          <p:nvSpPr>
            <p:cNvPr id="16" name="AutoShape 18"/>
            <p:cNvSpPr>
              <a:spLocks noChangeArrowheads="1"/>
            </p:cNvSpPr>
            <p:nvPr/>
          </p:nvSpPr>
          <p:spPr bwMode="gray">
            <a:xfrm>
              <a:off x="27" y="24"/>
              <a:ext cx="5712" cy="4274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7" name="Freeform 19"/>
            <p:cNvSpPr>
              <a:spLocks/>
            </p:cNvSpPr>
            <p:nvPr/>
          </p:nvSpPr>
          <p:spPr bwMode="gray">
            <a:xfrm>
              <a:off x="0" y="0"/>
              <a:ext cx="288" cy="282"/>
            </a:xfrm>
            <a:custGeom>
              <a:avLst/>
              <a:gdLst>
                <a:gd name="T0" fmla="*/ 2 w 288"/>
                <a:gd name="T1" fmla="*/ 282 h 282"/>
                <a:gd name="T2" fmla="*/ 82 w 288"/>
                <a:gd name="T3" fmla="*/ 144 h 282"/>
                <a:gd name="T4" fmla="*/ 165 w 288"/>
                <a:gd name="T5" fmla="*/ 36 h 282"/>
                <a:gd name="T6" fmla="*/ 288 w 288"/>
                <a:gd name="T7" fmla="*/ 0 h 282"/>
                <a:gd name="T8" fmla="*/ 0 w 288"/>
                <a:gd name="T9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282">
                  <a:moveTo>
                    <a:pt x="2" y="282"/>
                  </a:moveTo>
                  <a:lnTo>
                    <a:pt x="82" y="144"/>
                  </a:lnTo>
                  <a:lnTo>
                    <a:pt x="165" y="36"/>
                  </a:lnTo>
                  <a:lnTo>
                    <a:pt x="288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Freeform 20"/>
            <p:cNvSpPr>
              <a:spLocks/>
            </p:cNvSpPr>
            <p:nvPr/>
          </p:nvSpPr>
          <p:spPr bwMode="gray">
            <a:xfrm>
              <a:off x="5" y="3985"/>
              <a:ext cx="244" cy="336"/>
            </a:xfrm>
            <a:custGeom>
              <a:avLst/>
              <a:gdLst>
                <a:gd name="T0" fmla="*/ 243 w 243"/>
                <a:gd name="T1" fmla="*/ 335 h 336"/>
                <a:gd name="T2" fmla="*/ 122 w 243"/>
                <a:gd name="T3" fmla="*/ 239 h 336"/>
                <a:gd name="T4" fmla="*/ 30 w 243"/>
                <a:gd name="T5" fmla="*/ 144 h 336"/>
                <a:gd name="T6" fmla="*/ 0 w 243"/>
                <a:gd name="T7" fmla="*/ 0 h 336"/>
                <a:gd name="T8" fmla="*/ 1 w 243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336">
                  <a:moveTo>
                    <a:pt x="243" y="335"/>
                  </a:moveTo>
                  <a:lnTo>
                    <a:pt x="122" y="239"/>
                  </a:lnTo>
                  <a:lnTo>
                    <a:pt x="30" y="144"/>
                  </a:lnTo>
                  <a:lnTo>
                    <a:pt x="0" y="0"/>
                  </a:lnTo>
                  <a:lnTo>
                    <a:pt x="1" y="336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Freeform 21"/>
            <p:cNvSpPr>
              <a:spLocks/>
            </p:cNvSpPr>
            <p:nvPr/>
          </p:nvSpPr>
          <p:spPr bwMode="gray">
            <a:xfrm>
              <a:off x="5511" y="4029"/>
              <a:ext cx="253" cy="290"/>
            </a:xfrm>
            <a:custGeom>
              <a:avLst/>
              <a:gdLst>
                <a:gd name="T0" fmla="*/ 229 w 232"/>
                <a:gd name="T1" fmla="*/ 0 h 290"/>
                <a:gd name="T2" fmla="*/ 164 w 232"/>
                <a:gd name="T3" fmla="*/ 144 h 290"/>
                <a:gd name="T4" fmla="*/ 98 w 232"/>
                <a:gd name="T5" fmla="*/ 253 h 290"/>
                <a:gd name="T6" fmla="*/ 0 w 232"/>
                <a:gd name="T7" fmla="*/ 290 h 290"/>
                <a:gd name="T8" fmla="*/ 232 w 232"/>
                <a:gd name="T9" fmla="*/ 287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Freeform 22"/>
            <p:cNvSpPr>
              <a:spLocks/>
            </p:cNvSpPr>
            <p:nvPr/>
          </p:nvSpPr>
          <p:spPr bwMode="gray">
            <a:xfrm>
              <a:off x="5472" y="0"/>
              <a:ext cx="288" cy="288"/>
            </a:xfrm>
            <a:custGeom>
              <a:avLst/>
              <a:gdLst>
                <a:gd name="T0" fmla="*/ 0 w 288"/>
                <a:gd name="T1" fmla="*/ 0 h 288"/>
                <a:gd name="T2" fmla="*/ 144 w 288"/>
                <a:gd name="T3" fmla="*/ 82 h 288"/>
                <a:gd name="T4" fmla="*/ 252 w 288"/>
                <a:gd name="T5" fmla="*/ 165 h 288"/>
                <a:gd name="T6" fmla="*/ 288 w 288"/>
                <a:gd name="T7" fmla="*/ 288 h 288"/>
                <a:gd name="T8" fmla="*/ 288 w 288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288">
                  <a:moveTo>
                    <a:pt x="0" y="0"/>
                  </a:moveTo>
                  <a:lnTo>
                    <a:pt x="144" y="82"/>
                  </a:lnTo>
                  <a:lnTo>
                    <a:pt x="252" y="165"/>
                  </a:lnTo>
                  <a:lnTo>
                    <a:pt x="288" y="288"/>
                  </a:lnTo>
                  <a:lnTo>
                    <a:pt x="288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24580" name="Picture 4" descr="https://i1.wp.com/pds.joins.com/news/component/newsis/201806/21/NISI20180620_0000163530_web.jp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496" y="3457576"/>
            <a:ext cx="6219861" cy="300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534731" y="5302026"/>
            <a:ext cx="4994275" cy="50323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1"/>
            </a:lvl1pPr>
          </a:lstStyle>
          <a:p>
            <a:pPr lvl="0"/>
            <a:r>
              <a:rPr lang="ko-KR" altLang="en-US" noProof="0" dirty="0"/>
              <a:t>김  석  진</a:t>
            </a:r>
            <a:endParaRPr lang="en-US" altLang="ko-KR" noProof="0" dirty="0"/>
          </a:p>
        </p:txBody>
      </p:sp>
      <p:pic>
        <p:nvPicPr>
          <p:cNvPr id="1028" name="Picture 4" descr="미래의 먹거리 인공지능(AI), 기업들의 기술 도입 및 정부 차원 육성 시급">
            <a:extLst>
              <a:ext uri="{FF2B5EF4-FFF2-40B4-BE49-F238E27FC236}">
                <a16:creationId xmlns:a16="http://schemas.microsoft.com/office/drawing/2014/main" id="{DBD6D927-9827-49B7-9D50-1D2F7A79AD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221" y="223837"/>
            <a:ext cx="3081012" cy="26986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016899F-EB7B-4FC6-9A6E-C48B4CA130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971" y="222250"/>
            <a:ext cx="3669320" cy="26289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2551EFD-FFCB-4E2A-8126-5E807952A2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160" y="268064"/>
            <a:ext cx="3366860" cy="254022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B0AC9F-C45B-473E-A4F4-3F5A38CD921D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DCC5A19-27F7-4A29-988A-9160262D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600" y="188913"/>
            <a:ext cx="8190525" cy="6921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628C25-E4B6-47C0-A8AA-66F55BCA16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36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4568" y="2348880"/>
            <a:ext cx="8155236" cy="879291"/>
          </a:xfrm>
        </p:spPr>
        <p:txBody>
          <a:bodyPr anchor="t"/>
          <a:lstStyle>
            <a:lvl1pPr algn="r">
              <a:defRPr sz="3600">
                <a:solidFill>
                  <a:srgbClr val="FFFF00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584848" y="3501008"/>
            <a:ext cx="5634956" cy="2808312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4F65F60-0DFF-4005-8600-163CC9C6D9F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2299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6456" y="1412875"/>
            <a:ext cx="4891385" cy="5040462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12942" y="1412875"/>
            <a:ext cx="4736602" cy="504046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9AF2E4-F5DA-4094-83C5-FC3E3A7FC13A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73DABE-15EE-469B-B1BC-4C92DCC71B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83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08584" y="1"/>
            <a:ext cx="8621934" cy="9225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6456" y="1340768"/>
            <a:ext cx="4817434" cy="57606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none"/>
        </p:style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6456" y="1969915"/>
            <a:ext cx="4817434" cy="448342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912" y="1340768"/>
            <a:ext cx="4815605" cy="57606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none"/>
        </p:style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912" y="1969915"/>
            <a:ext cx="4815605" cy="448342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6848345" y="1052736"/>
            <a:ext cx="269478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Computer &amp; AI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F3084F-C0E4-4444-9492-11C59D41461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035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6848345" y="1052736"/>
            <a:ext cx="269478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Computer &amp; AI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79B4C2E-2B8F-4022-875C-9D27D6ABACD0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165A40-1407-4473-8503-0BAD864077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464" y="1166193"/>
            <a:ext cx="9649072" cy="5287143"/>
          </a:xfrm>
          <a:prstGeom prst="roundRect">
            <a:avLst>
              <a:gd name="adj" fmla="val 3707"/>
            </a:avLst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298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6848345" y="1052736"/>
            <a:ext cx="269478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Computer &amp; AI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7A2E65-A169-413B-BC5A-EF0D87D06BA3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3AE46A9-E6AE-425E-AC37-D9C08871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7095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758" y="1412776"/>
            <a:ext cx="3195373" cy="6446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770" y="1412776"/>
            <a:ext cx="5014913" cy="475252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758" y="2057400"/>
            <a:ext cx="3195373" cy="40722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6848345" y="1052736"/>
            <a:ext cx="269478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Computer &amp; AI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7B3575-144F-4AD1-9922-9D9DBF3E57D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937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758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77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758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6848345" y="1052736"/>
            <a:ext cx="269478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Computer &amp; AI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4E4EE4-D04B-4440-8399-9291CC5DA2E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2846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6848345" y="1052736"/>
            <a:ext cx="269478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Computer &amp; AI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487600-174C-485E-A287-76C56F3EF54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221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22873" y="188913"/>
            <a:ext cx="2220252" cy="6119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60401" y="188913"/>
            <a:ext cx="6497373" cy="6119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6848345" y="1052736"/>
            <a:ext cx="269478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Computer &amp; AI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034BFF-11F8-42EE-8877-12B21A44767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3557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91475" y="188913"/>
            <a:ext cx="6851650" cy="6921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60401" y="1412875"/>
            <a:ext cx="8739981" cy="4895850"/>
          </a:xfrm>
        </p:spPr>
        <p:txBody>
          <a:bodyPr/>
          <a:lstStyle/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7262681" y="1135063"/>
            <a:ext cx="2612363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Computer &amp; AI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4538531" y="6524626"/>
            <a:ext cx="828940" cy="333375"/>
          </a:xfrm>
        </p:spPr>
        <p:txBody>
          <a:bodyPr/>
          <a:lstStyle>
            <a:lvl1pPr>
              <a:defRPr/>
            </a:lvl1pPr>
          </a:lstStyle>
          <a:p>
            <a:fld id="{3E86BE3A-EC23-46D9-96E4-148EDC4DFE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302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91475" y="188913"/>
            <a:ext cx="6851650" cy="6921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차트 개체 틀 2"/>
          <p:cNvSpPr>
            <a:spLocks noGrp="1"/>
          </p:cNvSpPr>
          <p:nvPr>
            <p:ph type="chart" idx="1"/>
          </p:nvPr>
        </p:nvSpPr>
        <p:spPr>
          <a:xfrm>
            <a:off x="660401" y="1412875"/>
            <a:ext cx="8739981" cy="4895850"/>
          </a:xfrm>
        </p:spPr>
        <p:txBody>
          <a:bodyPr/>
          <a:lstStyle/>
          <a:p>
            <a:r>
              <a:rPr lang="ko-KR" altLang="en-US"/>
              <a:t>차트를 추가하려면 아이콘을 클릭하십시오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7262681" y="1135063"/>
            <a:ext cx="2612363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Computer &amp; AI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4538531" y="6524626"/>
            <a:ext cx="828940" cy="333375"/>
          </a:xfrm>
        </p:spPr>
        <p:txBody>
          <a:bodyPr/>
          <a:lstStyle>
            <a:lvl1pPr>
              <a:defRPr/>
            </a:lvl1pPr>
          </a:lstStyle>
          <a:p>
            <a:fld id="{5C0236A9-A2DA-4481-B948-9162346A31B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636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BD3BE-BBDF-4898-9BAB-90253556EAB7}" type="slidenum">
              <a:rPr lang="en-US" altLang="ko-KR" smtClean="0"/>
              <a:pPr/>
              <a:t>‹#›</a:t>
            </a:fld>
            <a:r>
              <a:rPr lang="ko-KR" altLang="en-US"/>
              <a:t>쪽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48345" y="1052736"/>
            <a:ext cx="2694780" cy="234950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2"/>
          </p:nvPr>
        </p:nvSpPr>
        <p:spPr>
          <a:xfrm>
            <a:off x="330200" y="1285876"/>
            <a:ext cx="9120056" cy="4892675"/>
          </a:xfrm>
          <a:prstGeom prst="rect">
            <a:avLst/>
          </a:prstGeom>
        </p:spPr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685800" indent="-228600">
              <a:defRPr kumimoji="1" lang="ko-KR" altLang="en-US" sz="2200" b="1" kern="1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>
              <a:defRPr sz="1800"/>
            </a:lvl3pPr>
          </a:lstStyle>
          <a:p>
            <a:pPr marL="342900" lvl="0" indent="-342900" algn="l" rtl="0" fontAlgn="base" latinLnBrk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dirty="0"/>
              <a:t>마스터 텍스트 스타일 편집</a:t>
            </a:r>
          </a:p>
          <a:p>
            <a:pPr marL="742950" lvl="1" indent="-285750" algn="l" rtl="0" fontAlgn="base" latinLnBrk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79179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단제목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BD3BE-BBDF-4898-9BAB-90253556EAB7}" type="slidenum">
              <a:rPr lang="en-US" altLang="ko-KR" smtClean="0"/>
              <a:pPr/>
              <a:t>‹#›</a:t>
            </a:fld>
            <a:r>
              <a:rPr lang="ko-KR" altLang="en-US"/>
              <a:t>쪽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48345" y="1052736"/>
            <a:ext cx="2694780" cy="234950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12" hasCustomPrompt="1"/>
          </p:nvPr>
        </p:nvSpPr>
        <p:spPr>
          <a:xfrm>
            <a:off x="216694" y="1857375"/>
            <a:ext cx="4684713" cy="4448175"/>
          </a:xfrm>
          <a:prstGeom prst="rect">
            <a:avLst/>
          </a:prstGeom>
        </p:spPr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685800" indent="-228600">
              <a:defRPr kumimoji="1" lang="ko-KR" altLang="en-US" sz="2200" b="1" kern="1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</a:lstStyle>
          <a:p>
            <a:pPr marL="285750" lvl="0" indent="-28575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내용 개체 틀 5"/>
          <p:cNvSpPr>
            <a:spLocks noGrp="1"/>
          </p:cNvSpPr>
          <p:nvPr>
            <p:ph sz="quarter" idx="13" hasCustomPrompt="1"/>
          </p:nvPr>
        </p:nvSpPr>
        <p:spPr>
          <a:xfrm>
            <a:off x="5048934" y="1857375"/>
            <a:ext cx="4684713" cy="4448175"/>
          </a:xfrm>
          <a:prstGeom prst="rect">
            <a:avLst/>
          </a:prstGeom>
        </p:spPr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685800" indent="-228600">
              <a:defRPr kumimoji="1" lang="ko-KR" altLang="en-US" sz="2200" b="1" kern="1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</a:lstStyle>
          <a:p>
            <a:pPr marL="285750" lvl="0" indent="-28575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4"/>
          </p:nvPr>
        </p:nvSpPr>
        <p:spPr>
          <a:xfrm>
            <a:off x="216694" y="1175432"/>
            <a:ext cx="4684713" cy="533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marL="34290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dirty="0"/>
              <a:t>마스터 텍스트 스타일 편집</a:t>
            </a:r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5"/>
          </p:nvPr>
        </p:nvSpPr>
        <p:spPr>
          <a:xfrm>
            <a:off x="5017978" y="1175432"/>
            <a:ext cx="4684713" cy="533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marL="34290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36958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단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16973" y="147236"/>
            <a:ext cx="8543925" cy="6810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7746313" y="6602634"/>
            <a:ext cx="1987335" cy="182562"/>
          </a:xfrm>
        </p:spPr>
        <p:txBody>
          <a:bodyPr/>
          <a:lstStyle/>
          <a:p>
            <a:fld id="{9E3BD3BE-BBDF-4898-9BAB-90253556EAB7}" type="slidenum">
              <a:rPr lang="en-US" altLang="ko-KR" smtClean="0"/>
              <a:pPr/>
              <a:t>‹#›</a:t>
            </a:fld>
            <a:r>
              <a:rPr lang="ko-KR" altLang="en-US"/>
              <a:t>쪽</a:t>
            </a:r>
            <a:endParaRPr lang="ko-KR" altLang="en-US" dirty="0"/>
          </a:p>
        </p:txBody>
      </p:sp>
      <p:sp>
        <p:nvSpPr>
          <p:cNvPr id="7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127728" y="6602635"/>
            <a:ext cx="3343275" cy="192983"/>
          </a:xfrm>
        </p:spPr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  <p:sp>
        <p:nvSpPr>
          <p:cNvPr id="8" name="내용 개체 틀 5"/>
          <p:cNvSpPr>
            <a:spLocks noGrp="1"/>
          </p:cNvSpPr>
          <p:nvPr>
            <p:ph sz="quarter" idx="12" hasCustomPrompt="1"/>
          </p:nvPr>
        </p:nvSpPr>
        <p:spPr>
          <a:xfrm>
            <a:off x="216694" y="1857375"/>
            <a:ext cx="4684713" cy="4448175"/>
          </a:xfrm>
          <a:prstGeom prst="rect">
            <a:avLst/>
          </a:prstGeom>
        </p:spPr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685800" indent="-228600">
              <a:defRPr kumimoji="1" lang="ko-KR" altLang="en-US" sz="2200" b="1" kern="1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</a:lstStyle>
          <a:p>
            <a:pPr marL="285750" lvl="0" indent="-28575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내용 개체 틀 5"/>
          <p:cNvSpPr>
            <a:spLocks noGrp="1"/>
          </p:cNvSpPr>
          <p:nvPr>
            <p:ph sz="quarter" idx="13" hasCustomPrompt="1"/>
          </p:nvPr>
        </p:nvSpPr>
        <p:spPr>
          <a:xfrm>
            <a:off x="5048934" y="1857375"/>
            <a:ext cx="4684713" cy="4448175"/>
          </a:xfrm>
          <a:prstGeom prst="rect">
            <a:avLst/>
          </a:prstGeom>
        </p:spPr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685800" indent="-228600">
              <a:defRPr kumimoji="1" lang="ko-KR" altLang="en-US" sz="2200" b="1" kern="1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</a:lstStyle>
          <a:p>
            <a:pPr marL="285750" lvl="0" indent="-28575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4"/>
          </p:nvPr>
        </p:nvSpPr>
        <p:spPr>
          <a:xfrm>
            <a:off x="216694" y="1175432"/>
            <a:ext cx="4684713" cy="533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indent="0">
              <a:buFontTx/>
              <a:buNone/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marL="34290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dirty="0"/>
              <a:t>마스터 텍스트 스타일 편집</a:t>
            </a:r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5"/>
          </p:nvPr>
        </p:nvSpPr>
        <p:spPr>
          <a:xfrm>
            <a:off x="5017978" y="1175432"/>
            <a:ext cx="4684713" cy="533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indent="0">
              <a:buFontTx/>
              <a:buNone/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marL="34290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375432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상하2단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BD3BE-BBDF-4898-9BAB-90253556EAB7}" type="slidenum">
              <a:rPr lang="en-US" altLang="ko-KR" smtClean="0"/>
              <a:pPr/>
              <a:t>‹#›</a:t>
            </a:fld>
            <a:r>
              <a:rPr lang="ko-KR" altLang="en-US"/>
              <a:t>쪽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12"/>
          </p:nvPr>
        </p:nvSpPr>
        <p:spPr>
          <a:xfrm>
            <a:off x="216694" y="1291004"/>
            <a:ext cx="9516953" cy="2392974"/>
          </a:xfrm>
          <a:prstGeom prst="rect">
            <a:avLst/>
          </a:prstGeom>
        </p:spPr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685800" indent="-228600">
              <a:defRPr kumimoji="1" lang="ko-KR" altLang="en-US" sz="2200" b="1" kern="1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</a:lstStyle>
          <a:p>
            <a:pPr marL="34290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dirty="0"/>
              <a:t>마스터 텍스트 스타일 편집</a:t>
            </a:r>
          </a:p>
          <a:p>
            <a:pPr marL="742950" lvl="1" indent="-28575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내용 개체 틀 5"/>
          <p:cNvSpPr>
            <a:spLocks noGrp="1"/>
          </p:cNvSpPr>
          <p:nvPr>
            <p:ph sz="quarter" idx="13"/>
          </p:nvPr>
        </p:nvSpPr>
        <p:spPr>
          <a:xfrm>
            <a:off x="216694" y="3798277"/>
            <a:ext cx="9516953" cy="2507273"/>
          </a:xfrm>
          <a:prstGeom prst="rect">
            <a:avLst/>
          </a:prstGeom>
        </p:spPr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685800" indent="-228600">
              <a:defRPr kumimoji="1" lang="ko-KR" altLang="en-US" sz="2200" b="1" kern="1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</a:lstStyle>
          <a:p>
            <a:pPr marL="34290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dirty="0"/>
              <a:t>마스터 텍스트 스타일 편집</a:t>
            </a:r>
          </a:p>
          <a:p>
            <a:pPr marL="742950" lvl="1" indent="-28575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751964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BD3BE-BBDF-4898-9BAB-90253556EAB7}" type="slidenum">
              <a:rPr lang="en-US" altLang="ko-KR" smtClean="0"/>
              <a:pPr/>
              <a:t>‹#›</a:t>
            </a:fld>
            <a:r>
              <a:rPr lang="ko-KR" altLang="en-US"/>
              <a:t>쪽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0804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BD3BE-BBDF-4898-9BAB-90253556EAB7}" type="slidenum">
              <a:rPr lang="en-US" altLang="ko-KR" smtClean="0"/>
              <a:pPr/>
              <a:t>‹#›</a:t>
            </a:fld>
            <a:r>
              <a:rPr lang="ko-KR" altLang="en-US"/>
              <a:t>쪽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8590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단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BD3BE-BBDF-4898-9BAB-90253556EAB7}" type="slidenum">
              <a:rPr lang="en-US" altLang="ko-KR" smtClean="0"/>
              <a:pPr/>
              <a:t>‹#›</a:t>
            </a:fld>
            <a:r>
              <a:rPr lang="ko-KR" altLang="en-US"/>
              <a:t>쪽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12"/>
          </p:nvPr>
        </p:nvSpPr>
        <p:spPr>
          <a:xfrm>
            <a:off x="216694" y="1162050"/>
            <a:ext cx="4684713" cy="5143500"/>
          </a:xfrm>
          <a:prstGeom prst="rect">
            <a:avLst/>
          </a:prstGeom>
        </p:spPr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457200" indent="0">
              <a:buNone/>
              <a:defRPr kumimoji="1" lang="ko-KR" altLang="en-US" sz="2000" b="1" kern="1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1485900" indent="-285750">
              <a:buFont typeface="Wingdings" panose="05000000000000000000" pitchFamily="2" charset="2"/>
              <a:buChar char="l"/>
              <a:defRPr/>
            </a:lvl3pPr>
          </a:lstStyle>
          <a:p>
            <a:pPr marL="34290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dirty="0"/>
              <a:t>마스터 텍스트 스타일 편집</a:t>
            </a:r>
          </a:p>
          <a:p>
            <a:pPr marL="742950" lvl="1" indent="-28575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내용 개체 틀 5"/>
          <p:cNvSpPr>
            <a:spLocks noGrp="1"/>
          </p:cNvSpPr>
          <p:nvPr>
            <p:ph sz="quarter" idx="13"/>
          </p:nvPr>
        </p:nvSpPr>
        <p:spPr>
          <a:xfrm>
            <a:off x="5048934" y="1162050"/>
            <a:ext cx="4684713" cy="5143500"/>
          </a:xfrm>
          <a:prstGeom prst="rect">
            <a:avLst/>
          </a:prstGeom>
        </p:spPr>
        <p:txBody>
          <a:bodyPr/>
          <a:lstStyle>
            <a:lvl1pPr marL="228600" indent="-228600">
              <a:defRPr kumimoji="1" lang="ko-KR" altLang="en-US" sz="2500" kern="1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685800" indent="-228600">
              <a:defRPr kumimoji="1" lang="ko-KR" altLang="en-US" sz="2000" b="1" kern="1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1485900" indent="-285750">
              <a:buFont typeface="Wingdings" panose="05000000000000000000" pitchFamily="2" charset="2"/>
              <a:buChar char="l"/>
              <a:defRPr/>
            </a:lvl3pPr>
          </a:lstStyle>
          <a:p>
            <a:pPr marL="342900" lvl="0" indent="-34290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dirty="0"/>
              <a:t>마스터 텍스트 스타일 편집</a:t>
            </a:r>
          </a:p>
          <a:p>
            <a:pPr marL="742950" lvl="1" indent="-285750" algn="l" defTabSz="914400" rtl="0" eaLnBrk="1" fontAlgn="base" latin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7244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22">
            <a:alphaModFix amt="9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09807" y="188913"/>
            <a:ext cx="8333318" cy="69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8464" y="1166193"/>
            <a:ext cx="9649072" cy="5287143"/>
          </a:xfrm>
          <a:prstGeom prst="roundRect">
            <a:avLst>
              <a:gd name="adj" fmla="val 3707"/>
            </a:avLst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black">
          <a:xfrm>
            <a:off x="0" y="989931"/>
            <a:ext cx="9906000" cy="730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8596" y="6453337"/>
            <a:ext cx="828940" cy="334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fld id="{D2972702-EAC0-4AF8-AA46-4D5D6427B11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grpSp>
        <p:nvGrpSpPr>
          <p:cNvPr id="1054" name="Group 30"/>
          <p:cNvGrpSpPr>
            <a:grpSpLocks/>
          </p:cNvGrpSpPr>
          <p:nvPr/>
        </p:nvGrpSpPr>
        <p:grpSpPr bwMode="auto">
          <a:xfrm>
            <a:off x="0" y="908720"/>
            <a:ext cx="9906000" cy="144463"/>
            <a:chOff x="1519" y="554"/>
            <a:chExt cx="4241" cy="91"/>
          </a:xfrm>
        </p:grpSpPr>
        <p:sp>
          <p:nvSpPr>
            <p:cNvPr id="1050" name="Line 26"/>
            <p:cNvSpPr>
              <a:spLocks noChangeShapeType="1"/>
            </p:cNvSpPr>
            <p:nvPr userDrawn="1"/>
          </p:nvSpPr>
          <p:spPr bwMode="white">
            <a:xfrm>
              <a:off x="1519" y="554"/>
              <a:ext cx="4241" cy="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1" name="Line 27"/>
            <p:cNvSpPr>
              <a:spLocks noChangeShapeType="1"/>
            </p:cNvSpPr>
            <p:nvPr userDrawn="1"/>
          </p:nvSpPr>
          <p:spPr bwMode="white">
            <a:xfrm>
              <a:off x="1519" y="599"/>
              <a:ext cx="4241" cy="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2" name="Line 28"/>
            <p:cNvSpPr>
              <a:spLocks noChangeShapeType="1"/>
            </p:cNvSpPr>
            <p:nvPr userDrawn="1"/>
          </p:nvSpPr>
          <p:spPr bwMode="white">
            <a:xfrm>
              <a:off x="1519" y="645"/>
              <a:ext cx="4241" cy="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17497F-AA22-45B8-8092-2F58F1D23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72508" y="6527595"/>
            <a:ext cx="875005" cy="230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defRPr>
            </a:lvl1pPr>
          </a:lstStyle>
          <a:p>
            <a:pPr algn="r"/>
            <a:r>
              <a:rPr lang="en-US" altLang="ko-KR"/>
              <a:t>Computer &amp; AI</a:t>
            </a:r>
            <a:endParaRPr lang="ko-KR" altLang="en-US" dirty="0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714B554C-84FF-4C54-99DE-698050DF9A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8" y="0"/>
            <a:ext cx="1149051" cy="100643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1DBFB4A-D367-45BD-982D-DF22E13EC43A}"/>
              </a:ext>
            </a:extLst>
          </p:cNvPr>
          <p:cNvSpPr/>
          <p:nvPr userDrawn="1"/>
        </p:nvSpPr>
        <p:spPr>
          <a:xfrm>
            <a:off x="158842" y="6488723"/>
            <a:ext cx="1050965" cy="339969"/>
          </a:xfrm>
          <a:prstGeom prst="round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 kern="1200">
          <a:solidFill>
            <a:srgbClr val="FFFF00"/>
          </a:solidFill>
          <a:latin typeface="HY견고딕" panose="02030600000101010101" pitchFamily="18" charset="-127"/>
          <a:ea typeface="HY견고딕" panose="02030600000101010101" pitchFamily="18" charset="-127"/>
          <a:cs typeface="+mj-cs"/>
        </a:defRPr>
      </a:lvl1pPr>
      <a:lvl2pPr algn="r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anose="020B0604030504040204" pitchFamily="34" charset="0"/>
          <a:ea typeface="굴림" panose="020B0600000101010101" pitchFamily="50" charset="-127"/>
        </a:defRPr>
      </a:lvl2pPr>
      <a:lvl3pPr algn="r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anose="020B0604030504040204" pitchFamily="34" charset="0"/>
          <a:ea typeface="굴림" panose="020B0600000101010101" pitchFamily="50" charset="-127"/>
        </a:defRPr>
      </a:lvl3pPr>
      <a:lvl4pPr algn="r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anose="020B0604030504040204" pitchFamily="34" charset="0"/>
          <a:ea typeface="굴림" panose="020B0600000101010101" pitchFamily="50" charset="-127"/>
        </a:defRPr>
      </a:lvl4pPr>
      <a:lvl5pPr algn="r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anose="020B0604030504040204" pitchFamily="34" charset="0"/>
          <a:ea typeface="굴림" panose="020B0600000101010101" pitchFamily="50" charset="-127"/>
        </a:defRPr>
      </a:lvl5pPr>
      <a:lvl6pPr marL="457200" algn="r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anose="020B0604030504040204" pitchFamily="34" charset="0"/>
          <a:ea typeface="굴림" panose="020B0600000101010101" pitchFamily="50" charset="-127"/>
        </a:defRPr>
      </a:lvl6pPr>
      <a:lvl7pPr marL="914400" algn="r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anose="020B0604030504040204" pitchFamily="34" charset="0"/>
          <a:ea typeface="굴림" panose="020B0600000101010101" pitchFamily="50" charset="-127"/>
        </a:defRPr>
      </a:lvl7pPr>
      <a:lvl8pPr marL="1371600" algn="r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anose="020B0604030504040204" pitchFamily="34" charset="0"/>
          <a:ea typeface="굴림" panose="020B0600000101010101" pitchFamily="50" charset="-127"/>
        </a:defRPr>
      </a:lvl8pPr>
      <a:lvl9pPr marL="1828800" algn="r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anose="020B0604030504040204" pitchFamily="34" charset="0"/>
          <a:ea typeface="굴림" panose="020B0600000101010101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kumimoji="1" sz="2400" kern="1200">
          <a:solidFill>
            <a:schemeClr val="tx2"/>
          </a:solidFill>
          <a:latin typeface="HY헤드라인M" panose="02030600000101010101" pitchFamily="18" charset="-127"/>
          <a:ea typeface="HY헤드라인M" panose="02030600000101010101" pitchFamily="18" charset="-127"/>
          <a:cs typeface="+mn-cs"/>
        </a:defRPr>
      </a:lvl1pPr>
      <a:lvl2pPr marL="800100" indent="-34290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kumimoji="1" sz="2200" kern="1200">
          <a:solidFill>
            <a:schemeClr val="tx2"/>
          </a:solidFill>
          <a:latin typeface="HY헤드라인M" panose="02030600000101010101" pitchFamily="18" charset="-127"/>
          <a:ea typeface="HY헤드라인M" panose="02030600000101010101" pitchFamily="18" charset="-127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000" kern="1200">
          <a:solidFill>
            <a:schemeClr val="tx2"/>
          </a:solidFill>
          <a:latin typeface="HY헤드라인M" panose="02030600000101010101" pitchFamily="18" charset="-127"/>
          <a:ea typeface="HY헤드라인M" panose="02030600000101010101" pitchFamily="18" charset="-127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2"/>
          </a:solidFill>
          <a:latin typeface="HY헤드라인M" panose="02030600000101010101" pitchFamily="18" charset="-127"/>
          <a:ea typeface="HY헤드라인M" panose="02030600000101010101" pitchFamily="18" charset="-127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000" kern="1200">
          <a:solidFill>
            <a:schemeClr val="tx2"/>
          </a:solidFill>
          <a:latin typeface="HY헤드라인M" panose="02030600000101010101" pitchFamily="18" charset="-127"/>
          <a:ea typeface="HY헤드라인M" panose="0203060000010101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28.jpeg"/><Relationship Id="rId12" Type="http://schemas.openxmlformats.org/officeDocument/2006/relationships/image" Target="../media/image33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openxmlformats.org/officeDocument/2006/relationships/image" Target="../media/image32.png"/><Relationship Id="rId5" Type="http://schemas.openxmlformats.org/officeDocument/2006/relationships/diagramColors" Target="../diagrams/colors6.xml"/><Relationship Id="rId10" Type="http://schemas.openxmlformats.org/officeDocument/2006/relationships/image" Target="../media/image31.pn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3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38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diagramLayout" Target="../diagrams/layout15.xml"/><Relationship Id="rId7" Type="http://schemas.openxmlformats.org/officeDocument/2006/relationships/image" Target="../media/image64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Relationship Id="rId9" Type="http://schemas.openxmlformats.org/officeDocument/2006/relationships/image" Target="../media/image66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7.xml"/><Relationship Id="rId13" Type="http://schemas.openxmlformats.org/officeDocument/2006/relationships/hyperlink" Target="Attention%20is%20All%20You%20Need.pdf" TargetMode="External"/><Relationship Id="rId18" Type="http://schemas.microsoft.com/office/2007/relationships/diagramDrawing" Target="../diagrams/drawing18.xml"/><Relationship Id="rId3" Type="http://schemas.openxmlformats.org/officeDocument/2006/relationships/diagramData" Target="../diagrams/data16.xml"/><Relationship Id="rId21" Type="http://schemas.openxmlformats.org/officeDocument/2006/relationships/diagramQuickStyle" Target="../diagrams/quickStyle19.xml"/><Relationship Id="rId7" Type="http://schemas.microsoft.com/office/2007/relationships/diagramDrawing" Target="../diagrams/drawing16.xml"/><Relationship Id="rId12" Type="http://schemas.microsoft.com/office/2007/relationships/diagramDrawing" Target="../diagrams/drawing17.xml"/><Relationship Id="rId17" Type="http://schemas.openxmlformats.org/officeDocument/2006/relationships/diagramColors" Target="../diagrams/colors18.xml"/><Relationship Id="rId2" Type="http://schemas.openxmlformats.org/officeDocument/2006/relationships/notesSlide" Target="../notesSlides/notesSlide2.xml"/><Relationship Id="rId16" Type="http://schemas.openxmlformats.org/officeDocument/2006/relationships/diagramQuickStyle" Target="../diagrams/quickStyle18.xml"/><Relationship Id="rId20" Type="http://schemas.openxmlformats.org/officeDocument/2006/relationships/diagramLayout" Target="../diagrams/layout1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6.xml"/><Relationship Id="rId11" Type="http://schemas.openxmlformats.org/officeDocument/2006/relationships/diagramColors" Target="../diagrams/colors17.xml"/><Relationship Id="rId5" Type="http://schemas.openxmlformats.org/officeDocument/2006/relationships/diagramQuickStyle" Target="../diagrams/quickStyle16.xml"/><Relationship Id="rId15" Type="http://schemas.openxmlformats.org/officeDocument/2006/relationships/diagramLayout" Target="../diagrams/layout18.xml"/><Relationship Id="rId23" Type="http://schemas.microsoft.com/office/2007/relationships/diagramDrawing" Target="../diagrams/drawing19.xml"/><Relationship Id="rId10" Type="http://schemas.openxmlformats.org/officeDocument/2006/relationships/diagramQuickStyle" Target="../diagrams/quickStyle17.xml"/><Relationship Id="rId19" Type="http://schemas.openxmlformats.org/officeDocument/2006/relationships/diagramData" Target="../diagrams/data19.xml"/><Relationship Id="rId4" Type="http://schemas.openxmlformats.org/officeDocument/2006/relationships/diagramLayout" Target="../diagrams/layout16.xml"/><Relationship Id="rId9" Type="http://schemas.openxmlformats.org/officeDocument/2006/relationships/diagramLayout" Target="../diagrams/layout17.xml"/><Relationship Id="rId14" Type="http://schemas.openxmlformats.org/officeDocument/2006/relationships/diagramData" Target="../diagrams/data18.xml"/><Relationship Id="rId22" Type="http://schemas.openxmlformats.org/officeDocument/2006/relationships/diagramColors" Target="../diagrams/colors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www.creatorlink.com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hyperlink" Target="https://creatorlink.xn--net)-eg0s/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인공지능</a:t>
            </a:r>
            <a:endParaRPr lang="en-US" altLang="ko-KR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김 석 진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E8516CC7-37D6-4AA1-9445-B6E7DB562A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482694"/>
              </p:ext>
            </p:extLst>
          </p:nvPr>
        </p:nvGraphicFramePr>
        <p:xfrm>
          <a:off x="128464" y="1166194"/>
          <a:ext cx="9649072" cy="5287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E54651-24F8-495E-A186-1F01BB66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04FA8403-7A7E-483B-BB58-632EF1B1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차례</a:t>
            </a:r>
          </a:p>
        </p:txBody>
      </p:sp>
    </p:spTree>
    <p:extLst>
      <p:ext uri="{BB962C8B-B14F-4D97-AF65-F5344CB8AC3E}">
        <p14:creationId xmlns:p14="http://schemas.microsoft.com/office/powerpoint/2010/main" val="1776773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50232D0-1514-49DE-BC30-BB613BC0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컴퓨터란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4FF0B24-97C7-475A-9E6C-B8ADA0AE7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영화로 보는 컴퓨터</a:t>
            </a:r>
            <a:endParaRPr lang="en-US" altLang="ko-KR" dirty="0"/>
          </a:p>
          <a:p>
            <a:r>
              <a:rPr lang="ko-KR" altLang="en-US" dirty="0"/>
              <a:t>컴퓨터</a:t>
            </a:r>
            <a:endParaRPr lang="en-US" altLang="ko-KR" dirty="0"/>
          </a:p>
          <a:p>
            <a:r>
              <a:rPr lang="ko-KR" altLang="en-US" dirty="0"/>
              <a:t>하드웨어</a:t>
            </a:r>
            <a:endParaRPr lang="en-US" altLang="ko-KR" dirty="0"/>
          </a:p>
          <a:p>
            <a:r>
              <a:rPr lang="ko-KR" altLang="en-US" dirty="0"/>
              <a:t>소프트웨어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31DE70-4525-491E-A496-58470FF136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5418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00624F-3F78-434F-97B7-BDC4E409E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이미테이션 게임</a:t>
            </a:r>
            <a:r>
              <a:rPr lang="en-US" altLang="ko-KR" dirty="0"/>
              <a:t>(The Imitation Game), 2014</a:t>
            </a:r>
            <a:r>
              <a:rPr lang="ko-KR" altLang="en-US" dirty="0"/>
              <a:t>년</a:t>
            </a:r>
            <a:endParaRPr lang="en-US" altLang="ko-KR" dirty="0"/>
          </a:p>
          <a:p>
            <a:pPr marL="800100" lvl="1" indent="-342900">
              <a:buFontTx/>
              <a:buChar char="-"/>
            </a:pP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차 세계대전 당시 독일의 암호 기계인 </a:t>
            </a:r>
            <a:r>
              <a:rPr lang="ko-KR" altLang="en-US" dirty="0" err="1"/>
              <a:t>에니그마</a:t>
            </a:r>
            <a:r>
              <a:rPr lang="en-US" altLang="ko-KR" dirty="0"/>
              <a:t>(Enigma)</a:t>
            </a:r>
            <a:r>
              <a:rPr lang="ko-KR" altLang="en-US" dirty="0"/>
              <a:t>를 해독한 천재 수학자 앨런 튜링</a:t>
            </a:r>
            <a:r>
              <a:rPr lang="en-US" altLang="ko-KR" dirty="0"/>
              <a:t>(Alan Turing)</a:t>
            </a:r>
            <a:r>
              <a:rPr lang="ko-KR" altLang="en-US" dirty="0"/>
              <a:t>의 실화</a:t>
            </a:r>
            <a:endParaRPr lang="en-US" altLang="ko-KR" dirty="0"/>
          </a:p>
          <a:p>
            <a:r>
              <a:rPr lang="ko-KR" altLang="en-US" dirty="0"/>
              <a:t>그녀</a:t>
            </a:r>
            <a:r>
              <a:rPr lang="en-US" altLang="ko-KR" dirty="0"/>
              <a:t>(her), 2013</a:t>
            </a:r>
            <a:r>
              <a:rPr lang="ko-KR" altLang="en-US" dirty="0"/>
              <a:t>년</a:t>
            </a:r>
            <a:endParaRPr lang="en-US" altLang="ko-KR" dirty="0"/>
          </a:p>
          <a:p>
            <a:pPr lvl="1"/>
            <a:r>
              <a:rPr lang="en-US" altLang="ko-KR" dirty="0"/>
              <a:t>- 2025</a:t>
            </a:r>
            <a:r>
              <a:rPr lang="ko-KR" altLang="en-US" dirty="0"/>
              <a:t>년 미래의 로스앤젤레스에서 인격형 인공지능 서비스와 사랑에 빠진 남자의 이야기</a:t>
            </a:r>
          </a:p>
          <a:p>
            <a:pPr marL="800100" lvl="1" indent="-342900">
              <a:buFontTx/>
              <a:buChar char="-"/>
            </a:pPr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3EBF8584-16B6-46DB-82B9-CAEC32E2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영화로 보는 컴퓨터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0A18F5-CC85-4C79-B016-4D385A03C6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B8C283BE-93BB-4927-9E88-F1193BCD8553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949" y="3694113"/>
            <a:ext cx="1614488" cy="2611437"/>
          </a:xfrm>
        </p:spPr>
      </p:pic>
      <p:pic>
        <p:nvPicPr>
          <p:cNvPr id="9" name="내용 개체 틀 11">
            <a:extLst>
              <a:ext uri="{FF2B5EF4-FFF2-40B4-BE49-F238E27FC236}">
                <a16:creationId xmlns:a16="http://schemas.microsoft.com/office/drawing/2014/main" id="{201BB6B6-8BA8-4921-8DAA-728C27B0B9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914" y="3683953"/>
            <a:ext cx="1672570" cy="261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8F3F20A-1C47-4CBB-A46C-306E5C62B6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618" y="3683979"/>
            <a:ext cx="1559655" cy="261203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8854A20-FD6D-4FC2-9F14-37333E5278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902" y="3693517"/>
            <a:ext cx="1618031" cy="261203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391FC54-E594-47FF-BCD1-13364A73390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165" y="3693517"/>
            <a:ext cx="1609811" cy="261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2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2D1BE321-18FE-495F-BB58-A9D5652387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960542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7A018276-3501-4746-B165-2A829968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computers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7400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87670A-1B3D-404F-B135-7DD8480B1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하드웨어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F5EB0E-8CE9-4E39-BB9A-8045E593AD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0B2C739-EA49-4297-B5C6-BC5425C6365A}"/>
              </a:ext>
            </a:extLst>
          </p:cNvPr>
          <p:cNvGrpSpPr/>
          <p:nvPr/>
        </p:nvGrpSpPr>
        <p:grpSpPr>
          <a:xfrm>
            <a:off x="980900" y="1381760"/>
            <a:ext cx="8580612" cy="4711536"/>
            <a:chOff x="428229" y="1124744"/>
            <a:chExt cx="8970434" cy="4895346"/>
          </a:xfrm>
        </p:grpSpPr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20C7B379-A447-4177-99C4-8A9B05A4F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6256" y="2397182"/>
              <a:ext cx="4368271" cy="2279088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defRPr/>
              </a:pPr>
              <a:endPara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defRPr/>
              </a:pPr>
              <a:endPara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defRPr/>
              </a:pPr>
              <a:endPara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defRPr/>
              </a:pPr>
              <a:r>
                <a:rPr lang="ko-KR" altLang="en-US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주기억장치</a:t>
              </a:r>
            </a:p>
            <a:p>
              <a:pPr algn="ctr">
                <a:defRPr/>
              </a:pP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(Main Memory Unit)</a:t>
              </a:r>
            </a:p>
          </p:txBody>
        </p:sp>
        <p:sp>
          <p:nvSpPr>
            <p:cNvPr id="18" name="AutoShape 4">
              <a:extLst>
                <a:ext uri="{FF2B5EF4-FFF2-40B4-BE49-F238E27FC236}">
                  <a16:creationId xmlns:a16="http://schemas.microsoft.com/office/drawing/2014/main" id="{474A0DA8-38E0-4A6C-B648-2C962A417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821" y="2852513"/>
              <a:ext cx="3277923" cy="863599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ko-KR" altLang="en-US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중앙처리장치</a:t>
              </a:r>
            </a:p>
            <a:p>
              <a:pPr algn="ctr">
                <a:defRPr/>
              </a:pP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en-US" altLang="ko-KR" dirty="0">
                  <a:solidFill>
                    <a:srgbClr val="FF00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C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entral </a:t>
              </a:r>
              <a:r>
                <a:rPr lang="en-US" altLang="ko-KR" dirty="0">
                  <a:solidFill>
                    <a:srgbClr val="FF00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rocessing </a:t>
              </a:r>
              <a:r>
                <a:rPr lang="en-US" altLang="ko-KR" dirty="0">
                  <a:solidFill>
                    <a:srgbClr val="FF00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U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nit)</a:t>
              </a:r>
            </a:p>
          </p:txBody>
        </p:sp>
        <p:sp>
          <p:nvSpPr>
            <p:cNvPr id="30" name="AutoShape 6">
              <a:extLst>
                <a:ext uri="{FF2B5EF4-FFF2-40B4-BE49-F238E27FC236}">
                  <a16:creationId xmlns:a16="http://schemas.microsoft.com/office/drawing/2014/main" id="{3DF3C4DC-DB7B-4B17-817A-B141540D0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5549" y="5156491"/>
              <a:ext cx="3829687" cy="863599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ko-KR" altLang="en-US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보조기억장치</a:t>
              </a:r>
            </a:p>
            <a:p>
              <a:pPr algn="ctr">
                <a:defRPr/>
              </a:pP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(Secondary Memory Unit)</a:t>
              </a:r>
            </a:p>
          </p:txBody>
        </p:sp>
        <p:sp>
          <p:nvSpPr>
            <p:cNvPr id="31" name="AutoShape 7">
              <a:extLst>
                <a:ext uri="{FF2B5EF4-FFF2-40B4-BE49-F238E27FC236}">
                  <a16:creationId xmlns:a16="http://schemas.microsoft.com/office/drawing/2014/main" id="{474FEB7C-1B6E-46DA-86DF-57DE0EBF3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29" y="3102769"/>
              <a:ext cx="1716352" cy="86360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ko-KR" altLang="en-US" b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입력장치</a:t>
              </a:r>
            </a:p>
            <a:p>
              <a:pPr algn="ctr">
                <a:defRPr/>
              </a:pPr>
              <a:r>
                <a:rPr lang="en-US" altLang="ko-KR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(Input Unit)</a:t>
              </a:r>
            </a:p>
          </p:txBody>
        </p:sp>
        <p:sp>
          <p:nvSpPr>
            <p:cNvPr id="32" name="AutoShape 8">
              <a:extLst>
                <a:ext uri="{FF2B5EF4-FFF2-40B4-BE49-F238E27FC236}">
                  <a16:creationId xmlns:a16="http://schemas.microsoft.com/office/drawing/2014/main" id="{AF590170-B121-439C-8AF9-746B9EA91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2311" y="3102769"/>
              <a:ext cx="1716352" cy="86360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ko-KR" altLang="en-US" b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출력장치</a:t>
              </a:r>
            </a:p>
            <a:p>
              <a:pPr algn="ctr">
                <a:defRPr/>
              </a:pPr>
              <a:r>
                <a:rPr lang="en-US" altLang="ko-KR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(Output Unit)</a:t>
              </a:r>
            </a:p>
          </p:txBody>
        </p:sp>
        <p:sp>
          <p:nvSpPr>
            <p:cNvPr id="33" name="AutoShape 9">
              <a:extLst>
                <a:ext uri="{FF2B5EF4-FFF2-40B4-BE49-F238E27FC236}">
                  <a16:creationId xmlns:a16="http://schemas.microsoft.com/office/drawing/2014/main" id="{5B35C203-F80D-405B-AAFA-DBC139D25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5549" y="1124744"/>
              <a:ext cx="3829687" cy="863599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ko-KR" altLang="en-US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기타주변장치</a:t>
              </a:r>
            </a:p>
            <a:p>
              <a:pPr algn="ctr">
                <a:defRPr/>
              </a:pP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(Peripheral Device)</a:t>
              </a:r>
            </a:p>
          </p:txBody>
        </p:sp>
        <p:cxnSp>
          <p:nvCxnSpPr>
            <p:cNvPr id="34" name="AutoShape 10">
              <a:extLst>
                <a:ext uri="{FF2B5EF4-FFF2-40B4-BE49-F238E27FC236}">
                  <a16:creationId xmlns:a16="http://schemas.microsoft.com/office/drawing/2014/main" id="{2A15BF3A-5893-4339-9CF3-98CC1DD5B612}"/>
                </a:ext>
              </a:extLst>
            </p:cNvPr>
            <p:cNvCxnSpPr>
              <a:cxnSpLocks noChangeShapeType="1"/>
              <a:stCxn id="31" idx="3"/>
              <a:endCxn id="17" idx="1"/>
            </p:cNvCxnSpPr>
            <p:nvPr/>
          </p:nvCxnSpPr>
          <p:spPr bwMode="auto">
            <a:xfrm>
              <a:off x="2144581" y="3534570"/>
              <a:ext cx="701675" cy="215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5" name="AutoShape 11">
              <a:extLst>
                <a:ext uri="{FF2B5EF4-FFF2-40B4-BE49-F238E27FC236}">
                  <a16:creationId xmlns:a16="http://schemas.microsoft.com/office/drawing/2014/main" id="{2CD2B724-7FD3-4006-BC4F-6EEABEFB5A25}"/>
                </a:ext>
              </a:extLst>
            </p:cNvPr>
            <p:cNvCxnSpPr>
              <a:cxnSpLocks noChangeShapeType="1"/>
              <a:stCxn id="17" idx="3"/>
              <a:endCxn id="32" idx="1"/>
            </p:cNvCxnSpPr>
            <p:nvPr/>
          </p:nvCxnSpPr>
          <p:spPr bwMode="auto">
            <a:xfrm flipV="1">
              <a:off x="7214526" y="3534570"/>
              <a:ext cx="467785" cy="215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6" name="AutoShape 12">
              <a:extLst>
                <a:ext uri="{FF2B5EF4-FFF2-40B4-BE49-F238E27FC236}">
                  <a16:creationId xmlns:a16="http://schemas.microsoft.com/office/drawing/2014/main" id="{8FB3D9BF-12FE-4216-B170-72CFF7795008}"/>
                </a:ext>
              </a:extLst>
            </p:cNvPr>
            <p:cNvCxnSpPr>
              <a:cxnSpLocks noChangeShapeType="1"/>
              <a:stCxn id="17" idx="2"/>
              <a:endCxn id="30" idx="0"/>
            </p:cNvCxnSpPr>
            <p:nvPr/>
          </p:nvCxnSpPr>
          <p:spPr bwMode="auto">
            <a:xfrm>
              <a:off x="5030391" y="4676270"/>
              <a:ext cx="1" cy="480221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7" name="AutoShape 13">
              <a:extLst>
                <a:ext uri="{FF2B5EF4-FFF2-40B4-BE49-F238E27FC236}">
                  <a16:creationId xmlns:a16="http://schemas.microsoft.com/office/drawing/2014/main" id="{16E30536-9BD1-4122-BA25-275B79735317}"/>
                </a:ext>
              </a:extLst>
            </p:cNvPr>
            <p:cNvCxnSpPr>
              <a:cxnSpLocks noChangeShapeType="1"/>
              <a:stCxn id="33" idx="2"/>
              <a:endCxn id="17" idx="0"/>
            </p:cNvCxnSpPr>
            <p:nvPr/>
          </p:nvCxnSpPr>
          <p:spPr bwMode="auto">
            <a:xfrm flipH="1">
              <a:off x="5030391" y="1988343"/>
              <a:ext cx="1" cy="408839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56219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BF0743-6A9D-4FB3-886D-5D832C255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주기억장치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84366F-40F7-40AA-BEC3-F58B389722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  <p:sp>
        <p:nvSpPr>
          <p:cNvPr id="10248" name="AutoShape 8"/>
          <p:cNvSpPr>
            <a:spLocks noChangeArrowheads="1"/>
          </p:cNvSpPr>
          <p:nvPr/>
        </p:nvSpPr>
        <p:spPr bwMode="auto">
          <a:xfrm>
            <a:off x="1136577" y="1477859"/>
            <a:ext cx="3664405" cy="4399413"/>
          </a:xfrm>
          <a:prstGeom prst="roundRect">
            <a:avLst>
              <a:gd name="adj" fmla="val 7449"/>
            </a:avLst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>
              <a:defRPr/>
            </a:pPr>
            <a:r>
              <a:rPr lang="en-US" altLang="ko-KR" sz="2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ROM</a:t>
            </a:r>
          </a:p>
          <a:p>
            <a:pPr>
              <a:defRPr/>
            </a:pP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(Read Only Memory)</a:t>
            </a:r>
          </a:p>
          <a:p>
            <a:pPr>
              <a:defRPr/>
            </a:pPr>
            <a:r>
              <a:rPr lang="ko-KR" altLang="en-US" sz="20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비휘발성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읽기전용</a:t>
            </a:r>
          </a:p>
        </p:txBody>
      </p:sp>
      <p:sp>
        <p:nvSpPr>
          <p:cNvPr id="10249" name="AutoShape 9"/>
          <p:cNvSpPr>
            <a:spLocks noChangeArrowheads="1"/>
          </p:cNvSpPr>
          <p:nvPr/>
        </p:nvSpPr>
        <p:spPr bwMode="auto">
          <a:xfrm>
            <a:off x="4837737" y="1429287"/>
            <a:ext cx="3859679" cy="4451050"/>
          </a:xfrm>
          <a:prstGeom prst="roundRect">
            <a:avLst>
              <a:gd name="adj" fmla="val 7449"/>
            </a:avLst>
          </a:prstGeom>
          <a:solidFill>
            <a:schemeClr val="accent1">
              <a:lumMod val="60000"/>
              <a:lumOff val="4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>
              <a:defRPr/>
            </a:pPr>
            <a:r>
              <a:rPr lang="en-US" altLang="ko-KR" sz="2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RAM</a:t>
            </a:r>
          </a:p>
          <a:p>
            <a:pPr>
              <a:defRPr/>
            </a:pP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20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Ramdom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Access Memory)</a:t>
            </a:r>
          </a:p>
          <a:p>
            <a:pPr>
              <a:defRPr/>
            </a:pP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휘발성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0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읽고쓰고</a:t>
            </a: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defRPr/>
            </a:pP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defRPr/>
            </a:pP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defRPr/>
            </a:pP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defRPr/>
            </a:pP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defRPr/>
            </a:pP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defRPr/>
            </a:pPr>
            <a:endParaRPr lang="en-US" altLang="ko-KR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250" name="AutoShape 10"/>
          <p:cNvSpPr>
            <a:spLocks noChangeArrowheads="1"/>
          </p:cNvSpPr>
          <p:nvPr/>
        </p:nvSpPr>
        <p:spPr bwMode="auto">
          <a:xfrm>
            <a:off x="5027309" y="2713676"/>
            <a:ext cx="1737996" cy="39718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2215" b="1">
                <a:latin typeface="굴림" panose="020B0600000101010101" pitchFamily="50" charset="-127"/>
                <a:ea typeface="굴림" panose="020B0600000101010101" pitchFamily="50" charset="-127"/>
              </a:rPr>
              <a:t>SRAM</a:t>
            </a:r>
          </a:p>
        </p:txBody>
      </p:sp>
      <p:sp>
        <p:nvSpPr>
          <p:cNvPr id="10251" name="AutoShape 11"/>
          <p:cNvSpPr>
            <a:spLocks noChangeArrowheads="1"/>
          </p:cNvSpPr>
          <p:nvPr/>
        </p:nvSpPr>
        <p:spPr bwMode="auto">
          <a:xfrm>
            <a:off x="5027309" y="3323779"/>
            <a:ext cx="1737996" cy="39718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2215" b="1">
                <a:latin typeface="굴림" panose="020B0600000101010101" pitchFamily="50" charset="-127"/>
                <a:ea typeface="굴림" panose="020B0600000101010101" pitchFamily="50" charset="-127"/>
              </a:rPr>
              <a:t>DRAM</a:t>
            </a:r>
          </a:p>
        </p:txBody>
      </p:sp>
      <p:sp>
        <p:nvSpPr>
          <p:cNvPr id="10254" name="AutoShape 14"/>
          <p:cNvSpPr>
            <a:spLocks noChangeArrowheads="1"/>
          </p:cNvSpPr>
          <p:nvPr/>
        </p:nvSpPr>
        <p:spPr bwMode="auto">
          <a:xfrm>
            <a:off x="1352600" y="2708921"/>
            <a:ext cx="1728192" cy="398585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2215" b="1">
                <a:latin typeface="굴림" panose="020B0600000101010101" pitchFamily="50" charset="-127"/>
                <a:ea typeface="굴림" panose="020B0600000101010101" pitchFamily="50" charset="-127"/>
              </a:rPr>
              <a:t>Mask ROM</a:t>
            </a:r>
          </a:p>
        </p:txBody>
      </p:sp>
      <p:sp>
        <p:nvSpPr>
          <p:cNvPr id="10255" name="AutoShape 15"/>
          <p:cNvSpPr>
            <a:spLocks noChangeArrowheads="1"/>
          </p:cNvSpPr>
          <p:nvPr/>
        </p:nvSpPr>
        <p:spPr bwMode="auto">
          <a:xfrm>
            <a:off x="1352600" y="3320642"/>
            <a:ext cx="1728192" cy="398585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2215" b="1">
                <a:latin typeface="굴림" panose="020B0600000101010101" pitchFamily="50" charset="-127"/>
                <a:ea typeface="굴림" panose="020B0600000101010101" pitchFamily="50" charset="-127"/>
              </a:rPr>
              <a:t>P      ROM</a:t>
            </a:r>
          </a:p>
        </p:txBody>
      </p:sp>
      <p:sp>
        <p:nvSpPr>
          <p:cNvPr id="10256" name="AutoShape 16"/>
          <p:cNvSpPr>
            <a:spLocks noChangeArrowheads="1"/>
          </p:cNvSpPr>
          <p:nvPr/>
        </p:nvSpPr>
        <p:spPr bwMode="auto">
          <a:xfrm>
            <a:off x="1352600" y="3932363"/>
            <a:ext cx="1728192" cy="398585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2215" b="1">
                <a:latin typeface="굴림" panose="020B0600000101010101" pitchFamily="50" charset="-127"/>
                <a:ea typeface="굴림" panose="020B0600000101010101" pitchFamily="50" charset="-127"/>
              </a:rPr>
              <a:t>EP     ROM</a:t>
            </a:r>
          </a:p>
        </p:txBody>
      </p:sp>
      <p:sp>
        <p:nvSpPr>
          <p:cNvPr id="10257" name="AutoShape 17"/>
          <p:cNvSpPr>
            <a:spLocks noChangeArrowheads="1"/>
          </p:cNvSpPr>
          <p:nvPr/>
        </p:nvSpPr>
        <p:spPr bwMode="auto">
          <a:xfrm>
            <a:off x="1352600" y="4544083"/>
            <a:ext cx="1728192" cy="398585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2215" b="1" dirty="0">
                <a:latin typeface="굴림" panose="020B0600000101010101" pitchFamily="50" charset="-127"/>
                <a:ea typeface="굴림" panose="020B0600000101010101" pitchFamily="50" charset="-127"/>
              </a:rPr>
              <a:t>EEP   ROM</a:t>
            </a:r>
          </a:p>
        </p:txBody>
      </p:sp>
      <p:sp>
        <p:nvSpPr>
          <p:cNvPr id="10259" name="AutoShape 19"/>
          <p:cNvSpPr>
            <a:spLocks noChangeArrowheads="1"/>
          </p:cNvSpPr>
          <p:nvPr/>
        </p:nvSpPr>
        <p:spPr bwMode="auto">
          <a:xfrm>
            <a:off x="5027309" y="4546658"/>
            <a:ext cx="1737996" cy="39718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DDR(SD)RAM</a:t>
            </a:r>
          </a:p>
        </p:txBody>
      </p:sp>
      <p:sp>
        <p:nvSpPr>
          <p:cNvPr id="10260" name="AutoShape 20"/>
          <p:cNvSpPr>
            <a:spLocks noChangeArrowheads="1"/>
          </p:cNvSpPr>
          <p:nvPr/>
        </p:nvSpPr>
        <p:spPr bwMode="auto">
          <a:xfrm>
            <a:off x="5027309" y="3961924"/>
            <a:ext cx="1737996" cy="39718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2215" b="1">
                <a:latin typeface="굴림" panose="020B0600000101010101" pitchFamily="50" charset="-127"/>
                <a:ea typeface="굴림" panose="020B0600000101010101" pitchFamily="50" charset="-127"/>
              </a:rPr>
              <a:t>SDRAM</a:t>
            </a:r>
          </a:p>
        </p:txBody>
      </p:sp>
      <p:sp>
        <p:nvSpPr>
          <p:cNvPr id="17" name="AutoShape 15"/>
          <p:cNvSpPr>
            <a:spLocks noChangeArrowheads="1"/>
          </p:cNvSpPr>
          <p:nvPr/>
        </p:nvSpPr>
        <p:spPr bwMode="auto">
          <a:xfrm>
            <a:off x="3137656" y="3344040"/>
            <a:ext cx="1599320" cy="39858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500" dirty="0">
                <a:latin typeface="굴림" panose="020B0600000101010101" pitchFamily="50" charset="-127"/>
                <a:ea typeface="굴림" panose="020B0600000101010101" pitchFamily="50" charset="-127"/>
              </a:rPr>
              <a:t>Programmable</a:t>
            </a:r>
            <a:endParaRPr lang="en-US" altLang="ko-KR" sz="15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3137656" y="3944363"/>
            <a:ext cx="1599320" cy="39858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500" dirty="0">
                <a:latin typeface="굴림" panose="020B0600000101010101" pitchFamily="50" charset="-127"/>
                <a:ea typeface="굴림" panose="020B0600000101010101" pitchFamily="50" charset="-127"/>
              </a:rPr>
              <a:t>Erasable</a:t>
            </a:r>
          </a:p>
        </p:txBody>
      </p:sp>
      <p:sp>
        <p:nvSpPr>
          <p:cNvPr id="19" name="AutoShape 15"/>
          <p:cNvSpPr>
            <a:spLocks noChangeArrowheads="1"/>
          </p:cNvSpPr>
          <p:nvPr/>
        </p:nvSpPr>
        <p:spPr bwMode="auto">
          <a:xfrm>
            <a:off x="3137656" y="4526577"/>
            <a:ext cx="1599320" cy="39858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500" dirty="0">
                <a:latin typeface="굴림" panose="020B0600000101010101" pitchFamily="50" charset="-127"/>
                <a:ea typeface="굴림" panose="020B0600000101010101" pitchFamily="50" charset="-127"/>
              </a:rPr>
              <a:t>Electrically</a:t>
            </a:r>
            <a:endParaRPr lang="en-US" altLang="ko-KR" sz="15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" name="AutoShape 15"/>
          <p:cNvSpPr>
            <a:spLocks noChangeArrowheads="1"/>
          </p:cNvSpPr>
          <p:nvPr/>
        </p:nvSpPr>
        <p:spPr bwMode="auto">
          <a:xfrm>
            <a:off x="6802061" y="2708920"/>
            <a:ext cx="1751339" cy="374584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500" dirty="0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endParaRPr lang="en-US" altLang="ko-KR" sz="15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2" name="AutoShape 15"/>
          <p:cNvSpPr>
            <a:spLocks noChangeArrowheads="1"/>
          </p:cNvSpPr>
          <p:nvPr/>
        </p:nvSpPr>
        <p:spPr bwMode="auto">
          <a:xfrm>
            <a:off x="6802061" y="3316038"/>
            <a:ext cx="1751339" cy="374584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500" dirty="0">
                <a:latin typeface="굴림" panose="020B0600000101010101" pitchFamily="50" charset="-127"/>
                <a:ea typeface="굴림" panose="020B0600000101010101" pitchFamily="50" charset="-127"/>
              </a:rPr>
              <a:t>Dynamic</a:t>
            </a:r>
            <a:endParaRPr lang="en-US" altLang="ko-KR" sz="15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AutoShape 15"/>
          <p:cNvSpPr>
            <a:spLocks noChangeArrowheads="1"/>
          </p:cNvSpPr>
          <p:nvPr/>
        </p:nvSpPr>
        <p:spPr bwMode="auto">
          <a:xfrm>
            <a:off x="6802061" y="4544082"/>
            <a:ext cx="1751339" cy="374584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500" dirty="0">
                <a:latin typeface="굴림" panose="020B0600000101010101" pitchFamily="50" charset="-127"/>
                <a:ea typeface="굴림" panose="020B0600000101010101" pitchFamily="50" charset="-127"/>
              </a:rPr>
              <a:t>Double Data Rate</a:t>
            </a:r>
            <a:endParaRPr lang="en-US" altLang="ko-KR" sz="15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AutoShape 15"/>
          <p:cNvSpPr>
            <a:spLocks noChangeArrowheads="1"/>
          </p:cNvSpPr>
          <p:nvPr/>
        </p:nvSpPr>
        <p:spPr bwMode="auto">
          <a:xfrm>
            <a:off x="6802061" y="3956363"/>
            <a:ext cx="1751339" cy="374584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500" dirty="0">
                <a:latin typeface="굴림" panose="020B0600000101010101" pitchFamily="50" charset="-127"/>
                <a:ea typeface="굴림" panose="020B0600000101010101" pitchFamily="50" charset="-127"/>
              </a:rPr>
              <a:t>Synchronous</a:t>
            </a:r>
            <a:endParaRPr lang="en-US" altLang="ko-KR" sz="15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9338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컴퓨터 끄기 전에 </a:t>
            </a:r>
            <a:r>
              <a:rPr lang="ko-KR" altLang="en-US" dirty="0">
                <a:solidFill>
                  <a:srgbClr val="FF0000"/>
                </a:solidFill>
              </a:rPr>
              <a:t>저장</a:t>
            </a:r>
            <a:r>
              <a:rPr lang="ko-KR" altLang="en-US" dirty="0"/>
              <a:t>하시죠</a:t>
            </a:r>
            <a:r>
              <a:rPr lang="en-US" altLang="ko-KR" dirty="0"/>
              <a:t>? </a:t>
            </a:r>
          </a:p>
          <a:p>
            <a:pPr lvl="1"/>
            <a:r>
              <a:rPr lang="ko-KR" altLang="en-US" sz="2100" dirty="0">
                <a:solidFill>
                  <a:srgbClr val="FF0000"/>
                </a:solidFill>
              </a:rPr>
              <a:t>어디</a:t>
            </a:r>
            <a:r>
              <a:rPr lang="ko-KR" altLang="en-US" sz="2100" dirty="0"/>
              <a:t>에 </a:t>
            </a:r>
            <a:r>
              <a:rPr lang="ko-KR" altLang="en-US" sz="2100" dirty="0" err="1"/>
              <a:t>저장하시나요</a:t>
            </a:r>
            <a:r>
              <a:rPr lang="en-US" altLang="ko-KR" sz="2100" dirty="0"/>
              <a:t>?</a:t>
            </a:r>
          </a:p>
          <a:p>
            <a:pPr lvl="1"/>
            <a:r>
              <a:rPr lang="ko-KR" altLang="en-US" sz="2100" dirty="0"/>
              <a:t>주로 사용하는 주기억장치는 </a:t>
            </a:r>
            <a:r>
              <a:rPr lang="en-US" altLang="ko-KR" sz="2100" dirty="0"/>
              <a:t>RAM(</a:t>
            </a:r>
            <a:r>
              <a:rPr lang="ko-KR" altLang="en-US" sz="2100" dirty="0"/>
              <a:t>휘발성</a:t>
            </a:r>
            <a:r>
              <a:rPr lang="en-US" altLang="ko-KR" sz="2100" dirty="0"/>
              <a:t>) </a:t>
            </a:r>
            <a:r>
              <a:rPr lang="ko-KR" altLang="en-US" sz="2100" dirty="0"/>
              <a:t>입니다</a:t>
            </a:r>
            <a:r>
              <a:rPr lang="en-US" altLang="ko-KR" sz="2100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보조기억장치</a:t>
            </a:r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51CA853E-5AEF-4F9D-89E1-B0D9D8FF12B8}"/>
              </a:ext>
            </a:extLst>
          </p:cNvPr>
          <p:cNvGraphicFramePr/>
          <p:nvPr/>
        </p:nvGraphicFramePr>
        <p:xfrm>
          <a:off x="704528" y="2503308"/>
          <a:ext cx="8496944" cy="3517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B7B8B974-603E-4282-957E-9A91153E0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95"/>
          <a:stretch/>
        </p:blipFill>
        <p:spPr bwMode="auto">
          <a:xfrm>
            <a:off x="586725" y="2564904"/>
            <a:ext cx="8758120" cy="3790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352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471D51FE-0C3C-4B77-A1B5-050EC7BF1B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608855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24011624-8F54-48FF-AE67-41AF7414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입력장치</a:t>
            </a:r>
          </a:p>
        </p:txBody>
      </p:sp>
    </p:spTree>
    <p:extLst>
      <p:ext uri="{BB962C8B-B14F-4D97-AF65-F5344CB8AC3E}">
        <p14:creationId xmlns:p14="http://schemas.microsoft.com/office/powerpoint/2010/main" val="147531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471D51FE-0C3C-4B77-A1B5-050EC7BF1B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3572953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24011624-8F54-48FF-AE67-41AF7414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출력장치</a:t>
            </a:r>
          </a:p>
        </p:txBody>
      </p:sp>
    </p:spTree>
    <p:extLst>
      <p:ext uri="{BB962C8B-B14F-4D97-AF65-F5344CB8AC3E}">
        <p14:creationId xmlns:p14="http://schemas.microsoft.com/office/powerpoint/2010/main" val="2348882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0887482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장치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B9163B-E117-4A53-B832-78926B8D0FA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5" t="18749" r="14445" b="18751"/>
          <a:stretch/>
        </p:blipFill>
        <p:spPr>
          <a:xfrm>
            <a:off x="670560" y="1289511"/>
            <a:ext cx="1468161" cy="12744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68ADBD-AD01-497A-A0CC-5968F1A2CE1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130" y="1081723"/>
            <a:ext cx="1115830" cy="12101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9056AA6-9DF7-4A67-AA0B-A35D62D645E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848" y="5130544"/>
            <a:ext cx="1318948" cy="9340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3783195-1838-4719-AFE6-D36B325D2B5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126" y="2396495"/>
            <a:ext cx="647932" cy="62727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61D8998-6FA3-4A60-895F-1FAD2D72DAA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082" y="2834465"/>
            <a:ext cx="974766" cy="51065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67020DE-0ACD-4A60-B621-9C9BD2EEA6B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392" y="4852259"/>
            <a:ext cx="753353" cy="62727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858CEE4-A852-4090-9F3F-D917B71A089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394" y="1846630"/>
            <a:ext cx="409789" cy="30871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B7374B3-81B9-46DB-B89F-0ECA3A99F6F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546" y="1372561"/>
            <a:ext cx="763016" cy="62842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84EDD68-D1EE-47F3-BFF5-E3FAD559978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63" y="5419457"/>
            <a:ext cx="409789" cy="30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59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6CEC14D-63DD-4432-84D9-7787A9CBC4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126253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제목 8">
            <a:extLst>
              <a:ext uri="{FF2B5EF4-FFF2-40B4-BE49-F238E27FC236}">
                <a16:creationId xmlns:a16="http://schemas.microsoft.com/office/drawing/2014/main" id="{3037C0FC-F96A-4178-986D-8A11DE95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크기와 속도</a:t>
            </a:r>
            <a:r>
              <a:rPr lang="en-US" altLang="ko-KR" dirty="0"/>
              <a:t>, </a:t>
            </a:r>
            <a:r>
              <a:rPr lang="ko-KR" altLang="en-US" dirty="0"/>
              <a:t>단위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F61D3A9-4321-49F0-A402-DAB0F9726424}"/>
              </a:ext>
            </a:extLst>
          </p:cNvPr>
          <p:cNvCxnSpPr/>
          <p:nvPr/>
        </p:nvCxnSpPr>
        <p:spPr>
          <a:xfrm>
            <a:off x="1739073" y="3668421"/>
            <a:ext cx="61843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B6DE270E-105F-44D0-A7D4-29908B797A9E}"/>
              </a:ext>
            </a:extLst>
          </p:cNvPr>
          <p:cNvGrpSpPr/>
          <p:nvPr/>
        </p:nvGrpSpPr>
        <p:grpSpPr>
          <a:xfrm>
            <a:off x="581026" y="3668421"/>
            <a:ext cx="1062831" cy="2669965"/>
            <a:chOff x="7439817" y="1481823"/>
            <a:chExt cx="1062831" cy="3741082"/>
          </a:xfrm>
        </p:grpSpPr>
        <p:sp>
          <p:nvSpPr>
            <p:cNvPr id="8" name="화살표: 오른쪽 7">
              <a:extLst>
                <a:ext uri="{FF2B5EF4-FFF2-40B4-BE49-F238E27FC236}">
                  <a16:creationId xmlns:a16="http://schemas.microsoft.com/office/drawing/2014/main" id="{3B74F7BF-2D87-474F-B79C-74856C4DEC54}"/>
                </a:ext>
              </a:extLst>
            </p:cNvPr>
            <p:cNvSpPr/>
            <p:nvPr/>
          </p:nvSpPr>
          <p:spPr>
            <a:xfrm rot="5400000">
              <a:off x="6100692" y="2820948"/>
              <a:ext cx="3741082" cy="1062831"/>
            </a:xfrm>
            <a:prstGeom prst="rightArrow">
              <a:avLst>
                <a:gd name="adj1" fmla="val 49830"/>
                <a:gd name="adj2" fmla="val 60660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vert="vert270"/>
            <a:lstStyle/>
            <a:p>
              <a:endParaRPr lang="ko-KR" altLang="en-US"/>
            </a:p>
          </p:txBody>
        </p:sp>
        <p:sp>
          <p:nvSpPr>
            <p:cNvPr id="10" name="화살표: 오른쪽 4">
              <a:extLst>
                <a:ext uri="{FF2B5EF4-FFF2-40B4-BE49-F238E27FC236}">
                  <a16:creationId xmlns:a16="http://schemas.microsoft.com/office/drawing/2014/main" id="{E180D9D8-B9C3-4E43-8A52-7CF8B3C22459}"/>
                </a:ext>
              </a:extLst>
            </p:cNvPr>
            <p:cNvSpPr txBox="1"/>
            <p:nvPr/>
          </p:nvSpPr>
          <p:spPr>
            <a:xfrm rot="5400000">
              <a:off x="6261323" y="2926929"/>
              <a:ext cx="3419821" cy="5296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vert270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Aft>
                  <a:spcPct val="35000"/>
                </a:spcAft>
              </a:pPr>
              <a:r>
                <a:rPr lang="ko-KR" altLang="en-US" dirty="0"/>
                <a:t>속도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9E803F4-14B5-4C72-A676-28A5B523B18E}"/>
              </a:ext>
            </a:extLst>
          </p:cNvPr>
          <p:cNvGrpSpPr/>
          <p:nvPr/>
        </p:nvGrpSpPr>
        <p:grpSpPr>
          <a:xfrm>
            <a:off x="8019703" y="1147680"/>
            <a:ext cx="1062831" cy="2520740"/>
            <a:chOff x="255" y="26957"/>
            <a:chExt cx="1062831" cy="3741082"/>
          </a:xfrm>
        </p:grpSpPr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C5F3EDA1-E2F4-49FB-83F0-6AEA7FDEB3F6}"/>
                </a:ext>
              </a:extLst>
            </p:cNvPr>
            <p:cNvSpPr/>
            <p:nvPr/>
          </p:nvSpPr>
          <p:spPr>
            <a:xfrm rot="16200000">
              <a:off x="-1338870" y="1366082"/>
              <a:ext cx="3741082" cy="1062831"/>
            </a:xfrm>
            <a:prstGeom prst="rightArrow">
              <a:avLst>
                <a:gd name="adj1" fmla="val 49830"/>
                <a:gd name="adj2" fmla="val 6066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화살표: 오른쪽 4">
              <a:extLst>
                <a:ext uri="{FF2B5EF4-FFF2-40B4-BE49-F238E27FC236}">
                  <a16:creationId xmlns:a16="http://schemas.microsoft.com/office/drawing/2014/main" id="{F7D136BD-FD79-40E4-8D5F-380FF89BC13A}"/>
                </a:ext>
              </a:extLst>
            </p:cNvPr>
            <p:cNvSpPr txBox="1"/>
            <p:nvPr/>
          </p:nvSpPr>
          <p:spPr>
            <a:xfrm rot="16200000">
              <a:off x="-1178240" y="1793324"/>
              <a:ext cx="3419821" cy="5296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eaVert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Aft>
                  <a:spcPct val="35000"/>
                </a:spcAft>
              </a:pPr>
              <a:r>
                <a:rPr lang="ko-KR" altLang="en-US" dirty="0"/>
                <a:t>크기</a:t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138AFCF-73E1-4A6F-A298-A2414089FE1C}"/>
              </a:ext>
            </a:extLst>
          </p:cNvPr>
          <p:cNvSpPr/>
          <p:nvPr/>
        </p:nvSpPr>
        <p:spPr>
          <a:xfrm>
            <a:off x="6914892" y="2912871"/>
            <a:ext cx="2610109" cy="172599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500" dirty="0"/>
              <a:t>무게 </a:t>
            </a:r>
            <a:r>
              <a:rPr lang="en-US" altLang="ko-KR" sz="1500" dirty="0"/>
              <a:t>g (gram)</a:t>
            </a:r>
          </a:p>
          <a:p>
            <a:r>
              <a:rPr lang="ko-KR" altLang="en-US" sz="1500" dirty="0"/>
              <a:t>길이 </a:t>
            </a:r>
            <a:r>
              <a:rPr lang="en-US" altLang="ko-KR" sz="1500" dirty="0"/>
              <a:t>m (meter)</a:t>
            </a:r>
          </a:p>
          <a:p>
            <a:r>
              <a:rPr lang="ko-KR" altLang="en-US" sz="1500" dirty="0"/>
              <a:t>부피 </a:t>
            </a:r>
            <a:r>
              <a:rPr lang="en-US" altLang="ko-KR" sz="1500" dirty="0"/>
              <a:t>ℓ (liter)</a:t>
            </a:r>
          </a:p>
          <a:p>
            <a:r>
              <a:rPr lang="ko-KR" altLang="en-US" sz="1500" dirty="0"/>
              <a:t>넓이 ㎡</a:t>
            </a:r>
            <a:r>
              <a:rPr lang="en-US" altLang="ko-KR" sz="1500" dirty="0"/>
              <a:t>, </a:t>
            </a:r>
            <a:r>
              <a:rPr lang="ko-KR" altLang="en-US" sz="1500" dirty="0"/>
              <a:t>평</a:t>
            </a:r>
            <a:endParaRPr lang="en-US" altLang="ko-KR" sz="1500" dirty="0"/>
          </a:p>
          <a:p>
            <a:r>
              <a:rPr lang="en-US" altLang="ko-KR" sz="1500" dirty="0"/>
              <a:t>CPU </a:t>
            </a:r>
            <a:r>
              <a:rPr lang="ko-KR" altLang="en-US" sz="1500" dirty="0"/>
              <a:t>속도  </a:t>
            </a:r>
            <a:r>
              <a:rPr lang="en-US" altLang="ko-KR" sz="1500" dirty="0"/>
              <a:t>Hz (hertz)</a:t>
            </a:r>
          </a:p>
          <a:p>
            <a:r>
              <a:rPr lang="ko-KR" altLang="en-US" sz="1500" dirty="0"/>
              <a:t>컴퓨터 저장 </a:t>
            </a:r>
            <a:r>
              <a:rPr lang="en-US" altLang="ko-KR" sz="1500" dirty="0"/>
              <a:t>byte (</a:t>
            </a:r>
            <a:r>
              <a:rPr lang="ko-KR" altLang="en-US" sz="1500" dirty="0"/>
              <a:t>바이트</a:t>
            </a:r>
            <a:r>
              <a:rPr lang="en-US" altLang="ko-KR" sz="1500" dirty="0"/>
              <a:t>) B</a:t>
            </a:r>
            <a:endParaRPr lang="ko-KR" altLang="en-US" sz="15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FB1B7FB-C194-4C55-BC74-2BD37A7328C4}"/>
              </a:ext>
            </a:extLst>
          </p:cNvPr>
          <p:cNvSpPr/>
          <p:nvPr/>
        </p:nvSpPr>
        <p:spPr>
          <a:xfrm>
            <a:off x="559465" y="3064003"/>
            <a:ext cx="2610109" cy="5635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500" dirty="0"/>
              <a:t>시간 </a:t>
            </a:r>
            <a:r>
              <a:rPr lang="en-US" altLang="ko-KR" sz="1500" dirty="0"/>
              <a:t>: </a:t>
            </a:r>
            <a:r>
              <a:rPr lang="ko-KR" altLang="en-US" sz="1500" dirty="0"/>
              <a:t>시</a:t>
            </a:r>
            <a:r>
              <a:rPr lang="en-US" altLang="ko-KR" sz="1500" dirty="0"/>
              <a:t>(h), </a:t>
            </a:r>
            <a:r>
              <a:rPr lang="ko-KR" altLang="en-US" sz="1500" dirty="0"/>
              <a:t>분</a:t>
            </a:r>
            <a:r>
              <a:rPr lang="en-US" altLang="ko-KR" sz="1500" dirty="0"/>
              <a:t>(m), </a:t>
            </a:r>
            <a:r>
              <a:rPr lang="ko-KR" altLang="en-US" sz="1500" dirty="0"/>
              <a:t>초</a:t>
            </a:r>
            <a:r>
              <a:rPr lang="en-US" altLang="ko-KR" sz="1500" dirty="0"/>
              <a:t>(s)</a:t>
            </a:r>
            <a:endParaRPr lang="ko-KR" altLang="en-US" sz="15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2936917-2964-4C55-BB01-873F425393B7}"/>
              </a:ext>
            </a:extLst>
          </p:cNvPr>
          <p:cNvSpPr/>
          <p:nvPr/>
        </p:nvSpPr>
        <p:spPr>
          <a:xfrm>
            <a:off x="10002255" y="323088"/>
            <a:ext cx="1505933" cy="36684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6000" lvl="1"/>
            <a:r>
              <a:rPr lang="ko-KR" altLang="en-US" sz="1100" dirty="0"/>
              <a:t>무량대수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68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불가사의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64</a:t>
            </a:r>
            <a:endParaRPr lang="en-US" altLang="ko-KR" sz="1100" dirty="0"/>
          </a:p>
          <a:p>
            <a:pPr marL="36000" lvl="1"/>
            <a:r>
              <a:rPr lang="ko-KR" altLang="en-US" sz="1100" dirty="0" err="1"/>
              <a:t>나유타</a:t>
            </a:r>
            <a:r>
              <a:rPr lang="ko-KR" altLang="en-US" sz="1100" dirty="0"/>
              <a:t>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60</a:t>
            </a:r>
            <a:endParaRPr lang="en-US" altLang="ko-KR" sz="1100" dirty="0"/>
          </a:p>
          <a:p>
            <a:pPr marL="36000" lvl="1"/>
            <a:r>
              <a:rPr lang="ko-KR" altLang="en-US" sz="1100" dirty="0" err="1"/>
              <a:t>아승기</a:t>
            </a:r>
            <a:r>
              <a:rPr lang="ko-KR" altLang="en-US" sz="1100" dirty="0"/>
              <a:t>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56</a:t>
            </a:r>
            <a:endParaRPr lang="en-US" altLang="ko-KR" sz="1100" dirty="0"/>
          </a:p>
          <a:p>
            <a:pPr marL="36000" lvl="1"/>
            <a:r>
              <a:rPr lang="ko-KR" altLang="en-US" sz="1100" dirty="0" err="1"/>
              <a:t>항하사</a:t>
            </a:r>
            <a:r>
              <a:rPr lang="ko-KR" altLang="en-US" sz="1100" dirty="0"/>
              <a:t>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52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극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48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재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44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정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40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간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36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구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32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양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28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자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24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해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20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경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16</a:t>
            </a:r>
            <a:endParaRPr lang="en-US" altLang="ko-KR" sz="1100" dirty="0"/>
          </a:p>
          <a:p>
            <a:pPr marL="36000" lvl="1"/>
            <a:r>
              <a:rPr lang="ko-KR" altLang="en-US" sz="1100" dirty="0">
                <a:solidFill>
                  <a:srgbClr val="FF0000"/>
                </a:solidFill>
              </a:rPr>
              <a:t>조 </a:t>
            </a:r>
            <a:r>
              <a:rPr lang="en-US" altLang="ko-KR" sz="1100" dirty="0">
                <a:solidFill>
                  <a:srgbClr val="FF0000"/>
                </a:solidFill>
              </a:rPr>
              <a:t>	10</a:t>
            </a:r>
            <a:r>
              <a:rPr lang="en-US" altLang="ko-KR" sz="1100" baseline="30000" dirty="0">
                <a:solidFill>
                  <a:srgbClr val="FF0000"/>
                </a:solidFill>
              </a:rPr>
              <a:t>12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6000" lvl="1"/>
            <a:r>
              <a:rPr lang="ko-KR" altLang="en-US" sz="1100" dirty="0"/>
              <a:t>십억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9</a:t>
            </a:r>
          </a:p>
          <a:p>
            <a:pPr marL="36000" lvl="1"/>
            <a:r>
              <a:rPr lang="ko-KR" altLang="en-US" sz="1100" dirty="0">
                <a:solidFill>
                  <a:srgbClr val="FF0000"/>
                </a:solidFill>
              </a:rPr>
              <a:t>억</a:t>
            </a:r>
            <a:r>
              <a:rPr lang="en-US" altLang="ko-KR" sz="1100" dirty="0">
                <a:solidFill>
                  <a:srgbClr val="FF0000"/>
                </a:solidFill>
              </a:rPr>
              <a:t>	10</a:t>
            </a:r>
            <a:r>
              <a:rPr lang="en-US" altLang="ko-KR" sz="1100" baseline="30000" dirty="0">
                <a:solidFill>
                  <a:srgbClr val="FF0000"/>
                </a:solidFill>
              </a:rPr>
              <a:t>8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6000" lvl="1"/>
            <a:r>
              <a:rPr lang="ko-KR" altLang="en-US" sz="1100" dirty="0"/>
              <a:t>백만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6</a:t>
            </a:r>
            <a:endParaRPr lang="en-US" altLang="ko-KR" sz="1100" dirty="0"/>
          </a:p>
          <a:p>
            <a:pPr marL="36000" lvl="1"/>
            <a:r>
              <a:rPr lang="ko-KR" altLang="en-US" sz="1100" dirty="0">
                <a:solidFill>
                  <a:srgbClr val="FF0000"/>
                </a:solidFill>
              </a:rPr>
              <a:t>만 </a:t>
            </a:r>
            <a:r>
              <a:rPr lang="en-US" altLang="ko-KR" sz="1100" dirty="0">
                <a:solidFill>
                  <a:srgbClr val="FF0000"/>
                </a:solidFill>
              </a:rPr>
              <a:t>	10</a:t>
            </a:r>
            <a:r>
              <a:rPr lang="en-US" altLang="ko-KR" sz="1100" baseline="30000" dirty="0">
                <a:solidFill>
                  <a:srgbClr val="FF0000"/>
                </a:solidFill>
              </a:rPr>
              <a:t>4</a:t>
            </a:r>
          </a:p>
          <a:p>
            <a:pPr marL="36000" lvl="1"/>
            <a:r>
              <a:rPr lang="ko-KR" altLang="en-US" sz="1100" dirty="0"/>
              <a:t>천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3</a:t>
            </a:r>
            <a:endParaRPr lang="en-US" altLang="ko-KR" sz="1100" dirty="0"/>
          </a:p>
          <a:p>
            <a:pPr marL="36000" lvl="1"/>
            <a:r>
              <a:rPr lang="ko-KR" altLang="en-US" sz="1100" dirty="0"/>
              <a:t>일 </a:t>
            </a:r>
            <a:r>
              <a:rPr lang="en-US" altLang="ko-KR" sz="1100" dirty="0"/>
              <a:t>	10</a:t>
            </a:r>
            <a:r>
              <a:rPr lang="en-US" altLang="ko-KR" sz="1100" baseline="30000" dirty="0"/>
              <a:t>0</a:t>
            </a:r>
            <a:endParaRPr lang="ko-KR" altLang="en-US" sz="11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5F00CE0-8D10-43EA-AE70-DBF0B54F72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8188" y="331730"/>
            <a:ext cx="2709825" cy="365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1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1B2C2A2B-F982-499D-8F4B-9F336CD48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035994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컴퓨터와 관련된 단위</a:t>
            </a:r>
          </a:p>
        </p:txBody>
      </p:sp>
    </p:spTree>
    <p:extLst>
      <p:ext uri="{BB962C8B-B14F-4D97-AF65-F5344CB8AC3E}">
        <p14:creationId xmlns:p14="http://schemas.microsoft.com/office/powerpoint/2010/main" val="3266985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2A57B-C76E-4046-AEB3-2F4E117D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진수 </a:t>
            </a:r>
            <a:r>
              <a:rPr lang="en-US" altLang="ko-KR" dirty="0"/>
              <a:t>/ </a:t>
            </a:r>
            <a:r>
              <a:rPr lang="ko-KR" altLang="en-US" dirty="0"/>
              <a:t>진법</a:t>
            </a:r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4CA57BCB-E0BF-4843-AC2A-AB15822A9958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978938042"/>
              </p:ext>
            </p:extLst>
          </p:nvPr>
        </p:nvGraphicFramePr>
        <p:xfrm>
          <a:off x="416496" y="1340768"/>
          <a:ext cx="6048672" cy="1440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445">
                  <a:extLst>
                    <a:ext uri="{9D8B030D-6E8A-4147-A177-3AD203B41FA5}">
                      <a16:colId xmlns:a16="http://schemas.microsoft.com/office/drawing/2014/main" val="472142815"/>
                    </a:ext>
                  </a:extLst>
                </a:gridCol>
                <a:gridCol w="4785227">
                  <a:extLst>
                    <a:ext uri="{9D8B030D-6E8A-4147-A177-3AD203B41FA5}">
                      <a16:colId xmlns:a16="http://schemas.microsoft.com/office/drawing/2014/main" val="4189368992"/>
                    </a:ext>
                  </a:extLst>
                </a:gridCol>
              </a:tblGrid>
              <a:tr h="343702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진수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1200" baseline="0" dirty="0" err="1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사용수</a:t>
                      </a:r>
                      <a:endParaRPr lang="ko-KR" altLang="en-US" sz="1300" b="1" kern="1200" baseline="0" dirty="0">
                        <a:solidFill>
                          <a:schemeClr val="bg1"/>
                        </a:solidFill>
                        <a:latin typeface="넥슨Lv1고딕 Low OTF" panose="00000500000000000000" pitchFamily="50" charset="-127"/>
                        <a:ea typeface="넥슨Lv1고딕 Low OTF" panose="00000500000000000000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505687"/>
                  </a:ext>
                </a:extLst>
              </a:tr>
              <a:tr h="2729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3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3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진수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A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0, 1, 2, 3, 4, 5, 6, 7, 8, 9</a:t>
                      </a:r>
                    </a:p>
                  </a:txBody>
                  <a:tcPr marL="64770" marR="64770" marT="17907" marB="17907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06282"/>
                  </a:ext>
                </a:extLst>
              </a:tr>
              <a:tr h="2775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3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3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진수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A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0, 1</a:t>
                      </a:r>
                    </a:p>
                  </a:txBody>
                  <a:tcPr marL="64770" marR="64770" marT="17907" marB="17907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22466"/>
                  </a:ext>
                </a:extLst>
              </a:tr>
              <a:tr h="2729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3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3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진수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A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0, 1, 2, 3, 4, 5, 6, 7</a:t>
                      </a:r>
                    </a:p>
                  </a:txBody>
                  <a:tcPr marL="64770" marR="64770" marT="17907" marB="17907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074853"/>
                  </a:ext>
                </a:extLst>
              </a:tr>
              <a:tr h="2729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3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16</a:t>
                      </a:r>
                      <a:r>
                        <a:rPr lang="ko-KR" altLang="en-US" sz="13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진수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A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0, 1, 2, 3, 4, 5, 6, 7, 8, 9, a, b, c, d, e, f</a:t>
                      </a:r>
                    </a:p>
                  </a:txBody>
                  <a:tcPr marL="64770" marR="64770" marT="17907" marB="17907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92078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1E63878-5C75-4C56-9F9A-50C1F4EC1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603236"/>
              </p:ext>
            </p:extLst>
          </p:nvPr>
        </p:nvGraphicFramePr>
        <p:xfrm>
          <a:off x="4232920" y="3773342"/>
          <a:ext cx="5430929" cy="1281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843">
                  <a:extLst>
                    <a:ext uri="{9D8B030D-6E8A-4147-A177-3AD203B41FA5}">
                      <a16:colId xmlns:a16="http://schemas.microsoft.com/office/drawing/2014/main" val="3231110068"/>
                    </a:ext>
                  </a:extLst>
                </a:gridCol>
                <a:gridCol w="895362">
                  <a:extLst>
                    <a:ext uri="{9D8B030D-6E8A-4147-A177-3AD203B41FA5}">
                      <a16:colId xmlns:a16="http://schemas.microsoft.com/office/drawing/2014/main" val="3342123456"/>
                    </a:ext>
                  </a:extLst>
                </a:gridCol>
                <a:gridCol w="827998">
                  <a:extLst>
                    <a:ext uri="{9D8B030D-6E8A-4147-A177-3AD203B41FA5}">
                      <a16:colId xmlns:a16="http://schemas.microsoft.com/office/drawing/2014/main" val="531389005"/>
                    </a:ext>
                  </a:extLst>
                </a:gridCol>
                <a:gridCol w="685279">
                  <a:extLst>
                    <a:ext uri="{9D8B030D-6E8A-4147-A177-3AD203B41FA5}">
                      <a16:colId xmlns:a16="http://schemas.microsoft.com/office/drawing/2014/main" val="4189368992"/>
                    </a:ext>
                  </a:extLst>
                </a:gridCol>
                <a:gridCol w="592797">
                  <a:extLst>
                    <a:ext uri="{9D8B030D-6E8A-4147-A177-3AD203B41FA5}">
                      <a16:colId xmlns:a16="http://schemas.microsoft.com/office/drawing/2014/main" val="3754916683"/>
                    </a:ext>
                  </a:extLst>
                </a:gridCol>
                <a:gridCol w="480550">
                  <a:extLst>
                    <a:ext uri="{9D8B030D-6E8A-4147-A177-3AD203B41FA5}">
                      <a16:colId xmlns:a16="http://schemas.microsoft.com/office/drawing/2014/main" val="1836820465"/>
                    </a:ext>
                  </a:extLst>
                </a:gridCol>
                <a:gridCol w="480550">
                  <a:extLst>
                    <a:ext uri="{9D8B030D-6E8A-4147-A177-3AD203B41FA5}">
                      <a16:colId xmlns:a16="http://schemas.microsoft.com/office/drawing/2014/main" val="634141087"/>
                    </a:ext>
                  </a:extLst>
                </a:gridCol>
                <a:gridCol w="480550">
                  <a:extLst>
                    <a:ext uri="{9D8B030D-6E8A-4147-A177-3AD203B41FA5}">
                      <a16:colId xmlns:a16="http://schemas.microsoft.com/office/drawing/2014/main" val="255028760"/>
                    </a:ext>
                  </a:extLst>
                </a:gridCol>
              </a:tblGrid>
              <a:tr h="237515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4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3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0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505687"/>
                  </a:ext>
                </a:extLst>
              </a:tr>
              <a:tr h="260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10,000,000 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1,000,000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100,000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10,000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1,000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100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06282"/>
                  </a:ext>
                </a:extLst>
              </a:tr>
              <a:tr h="2643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128 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64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32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16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8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4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22466"/>
                  </a:ext>
                </a:extLst>
              </a:tr>
              <a:tr h="260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2,097,152 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262,144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32,768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4,096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512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64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8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074853"/>
                  </a:ext>
                </a:extLst>
              </a:tr>
              <a:tr h="260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268,435,456 </a:t>
                      </a:r>
                    </a:p>
                  </a:txBody>
                  <a:tcPr marL="65765" marR="65765" marT="32882" marB="3288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16,777,216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1,048,576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65,536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4,096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256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16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 </a:t>
                      </a:r>
                    </a:p>
                  </a:txBody>
                  <a:tcPr marL="65765" marR="65765" marT="32882" marB="32882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5637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257939F-07FA-477E-BFD4-21B2653B5732}"/>
              </a:ext>
            </a:extLst>
          </p:cNvPr>
          <p:cNvGraphicFramePr>
            <a:graphicFrameLocks noGrp="1"/>
          </p:cNvGraphicFramePr>
          <p:nvPr/>
        </p:nvGraphicFramePr>
        <p:xfrm>
          <a:off x="578278" y="5034779"/>
          <a:ext cx="6013451" cy="1245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198">
                  <a:extLst>
                    <a:ext uri="{9D8B030D-6E8A-4147-A177-3AD203B41FA5}">
                      <a16:colId xmlns:a16="http://schemas.microsoft.com/office/drawing/2014/main" val="472142815"/>
                    </a:ext>
                  </a:extLst>
                </a:gridCol>
                <a:gridCol w="343630">
                  <a:extLst>
                    <a:ext uri="{9D8B030D-6E8A-4147-A177-3AD203B41FA5}">
                      <a16:colId xmlns:a16="http://schemas.microsoft.com/office/drawing/2014/main" val="4189368992"/>
                    </a:ext>
                  </a:extLst>
                </a:gridCol>
                <a:gridCol w="1489925">
                  <a:extLst>
                    <a:ext uri="{9D8B030D-6E8A-4147-A177-3AD203B41FA5}">
                      <a16:colId xmlns:a16="http://schemas.microsoft.com/office/drawing/2014/main" val="3754916683"/>
                    </a:ext>
                  </a:extLst>
                </a:gridCol>
                <a:gridCol w="1317649">
                  <a:extLst>
                    <a:ext uri="{9D8B030D-6E8A-4147-A177-3AD203B41FA5}">
                      <a16:colId xmlns:a16="http://schemas.microsoft.com/office/drawing/2014/main" val="1836820465"/>
                    </a:ext>
                  </a:extLst>
                </a:gridCol>
                <a:gridCol w="1198447">
                  <a:extLst>
                    <a:ext uri="{9D8B030D-6E8A-4147-A177-3AD203B41FA5}">
                      <a16:colId xmlns:a16="http://schemas.microsoft.com/office/drawing/2014/main" val="634141087"/>
                    </a:ext>
                  </a:extLst>
                </a:gridCol>
                <a:gridCol w="1071602">
                  <a:extLst>
                    <a:ext uri="{9D8B030D-6E8A-4147-A177-3AD203B41FA5}">
                      <a16:colId xmlns:a16="http://schemas.microsoft.com/office/drawing/2014/main" val="255028760"/>
                    </a:ext>
                  </a:extLst>
                </a:gridCol>
              </a:tblGrid>
              <a:tr h="23473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자릿수</a:t>
                      </a:r>
                    </a:p>
                  </a:txBody>
                  <a:tcPr marL="63310" marR="63310" marT="31655" marB="3165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···</a:t>
                      </a:r>
                    </a:p>
                  </a:txBody>
                  <a:tcPr marL="63310" marR="63310" marT="31655" marB="31655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11</a:t>
                      </a:r>
                    </a:p>
                  </a:txBody>
                  <a:tcPr marL="88027" marR="88027" marT="44013" marB="44013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marL="88027" marR="88027" marT="44013" marB="44013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marL="88027" marR="88027" marT="44013" marB="44013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bg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marL="88027" marR="88027" marT="44013" marB="44013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28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505687"/>
                  </a:ext>
                </a:extLst>
              </a:tr>
              <a:tr h="2503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0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진수</a:t>
                      </a:r>
                    </a:p>
                  </a:txBody>
                  <a:tcPr marL="63310" marR="63310" marT="31655" marB="3165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A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baseline="0" dirty="0">
                        <a:solidFill>
                          <a:srgbClr val="222831"/>
                        </a:solidFill>
                        <a:latin typeface="넥슨Lv1고딕 Low OTF" panose="00000500000000000000" pitchFamily="50" charset="-127"/>
                        <a:ea typeface="넥슨Lv1고딕 Low OTF" panose="00000500000000000000" pitchFamily="50" charset="-127"/>
                        <a:cs typeface="+mn-cs"/>
                      </a:endParaRPr>
                    </a:p>
                  </a:txBody>
                  <a:tcPr marL="63310" marR="63310" marT="31655" marB="3165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100,000,000,000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10,000,000,000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1,000,000,000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10,000,000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06282"/>
                  </a:ext>
                </a:extLst>
              </a:tr>
              <a:tr h="254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0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진수</a:t>
                      </a:r>
                    </a:p>
                  </a:txBody>
                  <a:tcPr marL="63310" marR="63310" marT="31655" marB="3165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A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baseline="0">
                        <a:solidFill>
                          <a:srgbClr val="222831"/>
                        </a:solidFill>
                        <a:latin typeface="넥슨Lv1고딕 Low OTF" panose="00000500000000000000" pitchFamily="50" charset="-127"/>
                        <a:ea typeface="넥슨Lv1고딕 Low OTF" panose="00000500000000000000" pitchFamily="50" charset="-127"/>
                        <a:cs typeface="+mn-cs"/>
                      </a:endParaRPr>
                    </a:p>
                  </a:txBody>
                  <a:tcPr marL="63310" marR="63310" marT="31655" marB="3165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2,048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1,024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512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256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22466"/>
                  </a:ext>
                </a:extLst>
              </a:tr>
              <a:tr h="2503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0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진수</a:t>
                      </a:r>
                    </a:p>
                  </a:txBody>
                  <a:tcPr marL="63310" marR="63310" marT="31655" marB="3165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A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baseline="0" dirty="0">
                        <a:solidFill>
                          <a:srgbClr val="222831"/>
                        </a:solidFill>
                        <a:latin typeface="넥슨Lv1고딕 Low OTF" panose="00000500000000000000" pitchFamily="50" charset="-127"/>
                        <a:ea typeface="넥슨Lv1고딕 Low OTF" panose="00000500000000000000" pitchFamily="50" charset="-127"/>
                        <a:cs typeface="+mn-cs"/>
                      </a:endParaRPr>
                    </a:p>
                  </a:txBody>
                  <a:tcPr marL="63310" marR="63310" marT="31655" marB="3165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8,589,934,592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1,073,741,824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134,217,728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16,777,216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074853"/>
                  </a:ext>
                </a:extLst>
              </a:tr>
              <a:tr h="2503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16</a:t>
                      </a:r>
                      <a:r>
                        <a:rPr lang="ko-KR" altLang="en-US" sz="1000" kern="1200" baseline="0" dirty="0">
                          <a:solidFill>
                            <a:srgbClr val="5F4939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진수</a:t>
                      </a:r>
                    </a:p>
                  </a:txBody>
                  <a:tcPr marL="63310" marR="63310" marT="31655" marB="3165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A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baseline="0" dirty="0">
                        <a:solidFill>
                          <a:srgbClr val="222831"/>
                        </a:solidFill>
                        <a:latin typeface="넥슨Lv1고딕 Low OTF" panose="00000500000000000000" pitchFamily="50" charset="-127"/>
                        <a:ea typeface="넥슨Lv1고딕 Low OTF" panose="00000500000000000000" pitchFamily="50" charset="-127"/>
                        <a:cs typeface="+mn-cs"/>
                      </a:endParaRPr>
                    </a:p>
                  </a:txBody>
                  <a:tcPr marL="63310" marR="63310" marT="31655" marB="3165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17,592,186,044,416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1,099,511,627,776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68,719,476,736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3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rgbClr val="222831"/>
                          </a:solidFill>
                          <a:latin typeface="넥슨Lv1고딕 Low OTF" panose="00000500000000000000" pitchFamily="50" charset="-127"/>
                          <a:ea typeface="넥슨Lv1고딕 Low OTF" panose="00000500000000000000" pitchFamily="50" charset="-127"/>
                          <a:cs typeface="+mn-cs"/>
                        </a:rPr>
                        <a:t>4,294,967,296 </a:t>
                      </a:r>
                    </a:p>
                  </a:txBody>
                  <a:tcPr marL="88027" marR="88027" marT="44013" marB="440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A2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5637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2CAB842-AE95-4F37-9BB3-E236BD2F7487}"/>
              </a:ext>
            </a:extLst>
          </p:cNvPr>
          <p:cNvSpPr txBox="1"/>
          <p:nvPr/>
        </p:nvSpPr>
        <p:spPr>
          <a:xfrm>
            <a:off x="658475" y="14283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진수</a:t>
            </a:r>
          </a:p>
        </p:txBody>
      </p:sp>
    </p:spTree>
    <p:extLst>
      <p:ext uri="{BB962C8B-B14F-4D97-AF65-F5344CB8AC3E}">
        <p14:creationId xmlns:p14="http://schemas.microsoft.com/office/powerpoint/2010/main" val="2110665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800AE63-07B5-4DD2-B406-9FE2C3F4C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050127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소프트웨어 종류</a:t>
            </a:r>
          </a:p>
        </p:txBody>
      </p:sp>
    </p:spTree>
    <p:extLst>
      <p:ext uri="{BB962C8B-B14F-4D97-AF65-F5344CB8AC3E}">
        <p14:creationId xmlns:p14="http://schemas.microsoft.com/office/powerpoint/2010/main" val="4077214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215" dirty="0">
                <a:latin typeface="맑은 고딕" pitchFamily="50" charset="-127"/>
              </a:rPr>
              <a:t>시스템 소프트웨어 </a:t>
            </a:r>
            <a:r>
              <a:rPr lang="en-US" altLang="ko-KR" sz="2215" dirty="0">
                <a:latin typeface="맑은 고딕" pitchFamily="50" charset="-127"/>
              </a:rPr>
              <a:t>= </a:t>
            </a:r>
            <a:r>
              <a:rPr lang="ko-KR" altLang="en-US" sz="2215" dirty="0">
                <a:latin typeface="맑은 고딕" pitchFamily="50" charset="-127"/>
              </a:rPr>
              <a:t>운영체제</a:t>
            </a:r>
            <a:endParaRPr lang="en-US" altLang="ko-KR" sz="2215" dirty="0">
              <a:latin typeface="맑은 고딕" pitchFamily="50" charset="-127"/>
            </a:endParaRPr>
          </a:p>
          <a:p>
            <a:pPr lvl="1"/>
            <a:r>
              <a:rPr lang="ko-KR" altLang="en-US" sz="1915" dirty="0">
                <a:latin typeface="맑은 고딕" pitchFamily="50" charset="-127"/>
              </a:rPr>
              <a:t>사용자와 컴퓨터 시스템 사이에서 중개자 역할을 하는 프로그램</a:t>
            </a:r>
            <a:endParaRPr lang="en-US" altLang="ko-KR" sz="1915" dirty="0">
              <a:latin typeface="맑은 고딕" pitchFamily="50" charset="-127"/>
            </a:endParaRPr>
          </a:p>
          <a:p>
            <a:pPr lvl="1"/>
            <a:r>
              <a:rPr lang="ko-KR" altLang="en-US" sz="1915" dirty="0">
                <a:latin typeface="맑은 고딕" pitchFamily="50" charset="-127"/>
              </a:rPr>
              <a:t>사람의 언어를 기계어로 통역</a:t>
            </a:r>
            <a:r>
              <a:rPr lang="en-US" altLang="ko-KR" sz="1915" dirty="0">
                <a:latin typeface="맑은 고딕" pitchFamily="50" charset="-127"/>
              </a:rPr>
              <a:t>, </a:t>
            </a:r>
            <a:r>
              <a:rPr lang="ko-KR" altLang="en-US" sz="1915" dirty="0">
                <a:latin typeface="맑은 고딕" pitchFamily="50" charset="-127"/>
              </a:rPr>
              <a:t>기계어를 사람의 언어로 번역</a:t>
            </a:r>
            <a:endParaRPr lang="en-US" altLang="ko-KR" dirty="0"/>
          </a:p>
          <a:p>
            <a:pPr lvl="1"/>
            <a:r>
              <a:rPr lang="ko-KR" altLang="en-US" sz="1915" dirty="0">
                <a:latin typeface="맑은 고딕" pitchFamily="50" charset="-127"/>
              </a:rPr>
              <a:t>윈도우</a:t>
            </a:r>
            <a:r>
              <a:rPr lang="en-US" altLang="ko-KR" sz="1915" dirty="0">
                <a:latin typeface="맑은 고딕" pitchFamily="50" charset="-127"/>
              </a:rPr>
              <a:t>, </a:t>
            </a:r>
            <a:r>
              <a:rPr lang="ko-KR" altLang="en-US" sz="1915" dirty="0">
                <a:latin typeface="맑은 고딕" pitchFamily="50" charset="-127"/>
              </a:rPr>
              <a:t>리눅스</a:t>
            </a:r>
            <a:r>
              <a:rPr lang="en-US" altLang="ko-KR" sz="1915" dirty="0">
                <a:latin typeface="맑은 고딕" pitchFamily="50" charset="-127"/>
              </a:rPr>
              <a:t>, DOS</a:t>
            </a:r>
            <a:r>
              <a:rPr lang="ko-KR" altLang="en-US" sz="1915" dirty="0">
                <a:latin typeface="맑은 고딕" pitchFamily="50" charset="-127"/>
              </a:rPr>
              <a:t> 등</a:t>
            </a:r>
            <a:endParaRPr lang="en-US" altLang="ko-KR" sz="1915" dirty="0">
              <a:latin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시스템 소프트웨어</a:t>
            </a:r>
          </a:p>
        </p:txBody>
      </p:sp>
      <p:pic>
        <p:nvPicPr>
          <p:cNvPr id="1026" name="Picture 2" descr="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12"/>
          <a:stretch/>
        </p:blipFill>
        <p:spPr bwMode="auto">
          <a:xfrm>
            <a:off x="1693744" y="2708920"/>
            <a:ext cx="5256584" cy="333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360712" y="596583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/>
              <a:t>출처 </a:t>
            </a:r>
            <a:r>
              <a:rPr lang="en-US" altLang="ko-KR" sz="1200" dirty="0"/>
              <a:t>: </a:t>
            </a:r>
            <a:r>
              <a:rPr lang="ko-KR" altLang="en-US" sz="1200" dirty="0"/>
              <a:t>https://ejrtmtm2.files.wordpress.com/2013/03/12.png</a:t>
            </a:r>
          </a:p>
        </p:txBody>
      </p:sp>
    </p:spTree>
    <p:extLst>
      <p:ext uri="{BB962C8B-B14F-4D97-AF65-F5344CB8AC3E}">
        <p14:creationId xmlns:p14="http://schemas.microsoft.com/office/powerpoint/2010/main" val="2122083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011882C1-2759-4260-B27B-D2CE22D50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218429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F552BD-15B8-4653-9E00-22CE24B2F6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3560" y="2462890"/>
            <a:ext cx="6406794" cy="379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5214A35-C679-477B-84D1-D4B385CA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linux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972724-4BEE-4C52-9692-0B21220458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리눅스</a:t>
            </a:r>
            <a:r>
              <a:rPr lang="en-US" altLang="ko-KR" dirty="0"/>
              <a:t>(</a:t>
            </a:r>
            <a:r>
              <a:rPr lang="en-US" altLang="ko-KR" dirty="0" err="1"/>
              <a:t>linux</a:t>
            </a:r>
            <a:r>
              <a:rPr lang="en-US" altLang="ko-KR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1991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 err="1"/>
              <a:t>리누스</a:t>
            </a:r>
            <a:r>
              <a:rPr lang="ko-KR" altLang="en-US" dirty="0"/>
              <a:t> </a:t>
            </a:r>
            <a:r>
              <a:rPr lang="ko-KR" altLang="en-US" dirty="0" err="1"/>
              <a:t>토발즈</a:t>
            </a:r>
            <a:endParaRPr lang="en-US" altLang="ko-K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오픈소스</a:t>
            </a:r>
            <a:endParaRPr lang="en-US" altLang="ko-K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서버 및 개인용 운영체제</a:t>
            </a:r>
            <a:endParaRPr lang="en-US" altLang="ko-K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다양한 </a:t>
            </a:r>
            <a:r>
              <a:rPr lang="ko-KR" altLang="en-US" dirty="0" err="1"/>
              <a:t>배포판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우분투</a:t>
            </a:r>
            <a:r>
              <a:rPr lang="en-US" altLang="ko-KR" dirty="0"/>
              <a:t>, </a:t>
            </a:r>
            <a:r>
              <a:rPr lang="ko-KR" altLang="en-US" dirty="0" err="1"/>
              <a:t>페도라</a:t>
            </a:r>
            <a:r>
              <a:rPr lang="en-US" altLang="ko-KR" dirty="0"/>
              <a:t>, </a:t>
            </a:r>
            <a:r>
              <a:rPr lang="en-US" altLang="ko-KR" dirty="0" err="1"/>
              <a:t>centOS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보안 뛰어남</a:t>
            </a:r>
            <a:r>
              <a:rPr lang="en-US" altLang="ko-KR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커널</a:t>
            </a:r>
            <a:r>
              <a:rPr lang="en-US" altLang="ko-KR" dirty="0"/>
              <a:t>(</a:t>
            </a:r>
            <a:r>
              <a:rPr lang="ko-KR" altLang="en-US" dirty="0"/>
              <a:t>리눅스 핵심</a:t>
            </a:r>
            <a:r>
              <a:rPr lang="en-US" altLang="ko-KR" dirty="0"/>
              <a:t>)</a:t>
            </a:r>
          </a:p>
          <a:p>
            <a:pPr lvl="1" fontAlgn="base">
              <a:spcAft>
                <a:spcPct val="0"/>
              </a:spcAft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C09B9FDF-2189-4B2D-A81B-9DF4E90447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ko-KR" altLang="en-US" dirty="0"/>
              <a:t>응용</a:t>
            </a:r>
            <a:endParaRPr lang="en-US" altLang="ko-KR" dirty="0"/>
          </a:p>
          <a:p>
            <a:pPr marL="742950" lvl="1"/>
            <a:r>
              <a:rPr lang="ko-KR" altLang="en-US" dirty="0"/>
              <a:t>자동차</a:t>
            </a: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§"/>
            </a:pPr>
            <a:r>
              <a:rPr lang="ko-KR" altLang="en-US" dirty="0" err="1"/>
              <a:t>인포테인먼트시스템</a:t>
            </a: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§"/>
            </a:pPr>
            <a:r>
              <a:rPr lang="ko-KR" altLang="en-US" dirty="0"/>
              <a:t>자율주행 시스템</a:t>
            </a: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§"/>
            </a:pPr>
            <a:r>
              <a:rPr lang="en-US" altLang="ko-KR" dirty="0"/>
              <a:t>ECU</a:t>
            </a:r>
          </a:p>
          <a:p>
            <a:pPr marL="742950" lvl="1"/>
            <a:r>
              <a:rPr lang="en-US" altLang="ko-KR" dirty="0"/>
              <a:t>IoT</a:t>
            </a:r>
          </a:p>
          <a:p>
            <a:pPr marL="1257300" lvl="2">
              <a:buFont typeface="Wingdings" panose="05000000000000000000" pitchFamily="2" charset="2"/>
              <a:buChar char="§"/>
            </a:pPr>
            <a:r>
              <a:rPr lang="ko-KR" altLang="en-US" dirty="0"/>
              <a:t>스마트 홈 시스템</a:t>
            </a: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§"/>
            </a:pPr>
            <a:r>
              <a:rPr lang="ko-KR" altLang="en-US" dirty="0"/>
              <a:t>센서 네트워크</a:t>
            </a:r>
            <a:endParaRPr lang="en-US" altLang="ko-KR" dirty="0"/>
          </a:p>
          <a:p>
            <a:pPr marL="742950" lvl="1"/>
            <a:r>
              <a:rPr lang="ko-KR" altLang="en-US" dirty="0"/>
              <a:t>스마트폰</a:t>
            </a: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§"/>
            </a:pPr>
            <a:r>
              <a:rPr lang="ko-KR" altLang="en-US" dirty="0"/>
              <a:t>안드로이드</a:t>
            </a:r>
            <a:endParaRPr lang="en-US" altLang="ko-KR" dirty="0"/>
          </a:p>
          <a:p>
            <a:pPr marL="742950" lvl="1"/>
            <a:r>
              <a:rPr lang="ko-KR" altLang="en-US" dirty="0"/>
              <a:t>산업</a:t>
            </a: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§"/>
            </a:pPr>
            <a:r>
              <a:rPr lang="ko-KR" altLang="en-US" dirty="0"/>
              <a:t>공장 자동화</a:t>
            </a: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§"/>
            </a:pPr>
            <a:r>
              <a:rPr lang="ko-KR" altLang="en-US" dirty="0"/>
              <a:t>로봇</a:t>
            </a: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§"/>
            </a:pPr>
            <a:r>
              <a:rPr lang="en-US" altLang="ko-KR" dirty="0"/>
              <a:t>ATM </a:t>
            </a:r>
            <a:r>
              <a:rPr lang="ko-KR" altLang="en-US" dirty="0"/>
              <a:t>기기</a:t>
            </a:r>
            <a:endParaRPr lang="en-US" altLang="ko-KR" dirty="0"/>
          </a:p>
          <a:p>
            <a:pPr marL="742950" lvl="1"/>
            <a:r>
              <a:rPr lang="ko-KR" altLang="en-US" dirty="0"/>
              <a:t>산업체 전반</a:t>
            </a: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1257300" lvl="2">
              <a:buFont typeface="Wingdings" panose="05000000000000000000" pitchFamily="2" charset="2"/>
              <a:buChar char="ü"/>
            </a:pP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C3E84B-D139-4C8B-8C62-6DBCD1888E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ko-KR"/>
              <a:t>Computer &amp; AI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56D6F60-CB58-45DA-B9F4-9B079716DC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229" y="4341906"/>
            <a:ext cx="1727775" cy="7808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3C7ABAD-FFB4-4B90-A162-519CB4FF52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65" y="5419884"/>
            <a:ext cx="1082689" cy="87585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CC3BE95-22E4-4B8A-A63D-62E51F7D02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303" y="5390356"/>
            <a:ext cx="1082689" cy="9053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B9E3DC4-71AB-4579-8FED-44E229ACF2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873" y="5396015"/>
            <a:ext cx="950654" cy="90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9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6">
            <a:hlinkClick r:id="rId2"/>
            <a:extLst>
              <a:ext uri="{FF2B5EF4-FFF2-40B4-BE49-F238E27FC236}">
                <a16:creationId xmlns:a16="http://schemas.microsoft.com/office/drawing/2014/main" id="{4FFF9924-48BC-4C45-8FFF-0830CC634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8411" y="1166813"/>
            <a:ext cx="5269178" cy="5286375"/>
          </a:xfr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EC6A0ED2-6304-4E33-82CE-E9CD3E914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프로그래밍 언어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03468-F3FE-4ABB-A101-5B1E20E664FE}"/>
              </a:ext>
            </a:extLst>
          </p:cNvPr>
          <p:cNvSpPr txBox="1"/>
          <p:nvPr/>
        </p:nvSpPr>
        <p:spPr>
          <a:xfrm>
            <a:off x="4810499" y="6132935"/>
            <a:ext cx="4124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https://www.tiobe.com/tiobe-index/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8811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내용 개체 틀 14">
            <a:extLst>
              <a:ext uri="{FF2B5EF4-FFF2-40B4-BE49-F238E27FC236}">
                <a16:creationId xmlns:a16="http://schemas.microsoft.com/office/drawing/2014/main" id="{EDDC0BBB-30E9-45CB-B306-D66305FAF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397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제목 10">
            <a:extLst>
              <a:ext uri="{FF2B5EF4-FFF2-40B4-BE49-F238E27FC236}">
                <a16:creationId xmlns:a16="http://schemas.microsoft.com/office/drawing/2014/main" id="{A324AD50-99EC-4D16-84B2-B11A0BE3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프로그래밍 언어</a:t>
            </a:r>
          </a:p>
        </p:txBody>
      </p:sp>
    </p:spTree>
    <p:extLst>
      <p:ext uri="{BB962C8B-B14F-4D97-AF65-F5344CB8AC3E}">
        <p14:creationId xmlns:p14="http://schemas.microsoft.com/office/powerpoint/2010/main" val="2061004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내용 개체 틀 14">
            <a:extLst>
              <a:ext uri="{FF2B5EF4-FFF2-40B4-BE49-F238E27FC236}">
                <a16:creationId xmlns:a16="http://schemas.microsoft.com/office/drawing/2014/main" id="{EDDC0BBB-30E9-45CB-B306-D66305FAF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638916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제목 10">
            <a:extLst>
              <a:ext uri="{FF2B5EF4-FFF2-40B4-BE49-F238E27FC236}">
                <a16:creationId xmlns:a16="http://schemas.microsoft.com/office/drawing/2014/main" id="{A324AD50-99EC-4D16-84B2-B11A0BE3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프로그래밍 언어</a:t>
            </a:r>
          </a:p>
        </p:txBody>
      </p:sp>
    </p:spTree>
    <p:extLst>
      <p:ext uri="{BB962C8B-B14F-4D97-AF65-F5344CB8AC3E}">
        <p14:creationId xmlns:p14="http://schemas.microsoft.com/office/powerpoint/2010/main" val="1925760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0E2A7C3-7953-4367-95ED-08107BA6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</a:t>
            </a:r>
            <a:br>
              <a:rPr lang="en-US" altLang="ko-KR" dirty="0"/>
            </a:br>
            <a:r>
              <a:rPr lang="en-US" altLang="ko-KR" dirty="0"/>
              <a:t>AI (</a:t>
            </a:r>
            <a:r>
              <a:rPr lang="en-US" altLang="ko-KR" dirty="0" err="1"/>
              <a:t>Aritificial</a:t>
            </a:r>
            <a:r>
              <a:rPr lang="en-US" altLang="ko-KR" dirty="0"/>
              <a:t> Intelligence)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45A2145-20A6-4E59-A3BE-6DEF38AE1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5D9AED7-CF09-4CFE-BD74-85DF7C5877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2769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내용 개체 틀 9">
            <a:extLst>
              <a:ext uri="{FF2B5EF4-FFF2-40B4-BE49-F238E27FC236}">
                <a16:creationId xmlns:a16="http://schemas.microsoft.com/office/drawing/2014/main" id="{51EF270D-F54E-4B38-924A-3DAD4A0955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507297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제목 7">
            <a:extLst>
              <a:ext uri="{FF2B5EF4-FFF2-40B4-BE49-F238E27FC236}">
                <a16:creationId xmlns:a16="http://schemas.microsoft.com/office/drawing/2014/main" id="{5BF05F96-268A-4156-B5B8-54EB984B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이해하기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1C091EB-B1BE-45ED-9E0E-4018BCD4F7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8095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BF05F96-268A-4156-B5B8-54EB984B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이해하기</a:t>
            </a:r>
          </a:p>
        </p:txBody>
      </p:sp>
      <p:graphicFrame>
        <p:nvGraphicFramePr>
          <p:cNvPr id="10" name="내용 개체 틀 9">
            <a:extLst>
              <a:ext uri="{FF2B5EF4-FFF2-40B4-BE49-F238E27FC236}">
                <a16:creationId xmlns:a16="http://schemas.microsoft.com/office/drawing/2014/main" id="{51EF270D-F54E-4B38-924A-3DAD4A09552F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581025" y="1150938"/>
          <a:ext cx="8502650" cy="5249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04F157-AAA2-4671-99CA-0D735640E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BD3BE-BBDF-4898-9BAB-90253556EAB7}" type="slidenum">
              <a:rPr lang="en-US" altLang="ko-KR" smtClean="0"/>
              <a:pPr/>
              <a:t>24</a:t>
            </a:fld>
            <a:r>
              <a:rPr lang="ko-KR" altLang="en-US"/>
              <a:t>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9443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5F703D-67CE-4DCC-94FC-57D61720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558AE61-1DC7-4DA0-A712-3C38A042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AI, ML, ANN, DL </a:t>
            </a:r>
            <a:endParaRPr lang="ko-KR" altLang="en-US" dirty="0"/>
          </a:p>
        </p:txBody>
      </p:sp>
      <p:graphicFrame>
        <p:nvGraphicFramePr>
          <p:cNvPr id="21" name="내용 개체 틀 5">
            <a:extLst>
              <a:ext uri="{FF2B5EF4-FFF2-40B4-BE49-F238E27FC236}">
                <a16:creationId xmlns:a16="http://schemas.microsoft.com/office/drawing/2014/main" id="{54EAA4CB-DDA5-40E1-A846-BD9789DEFDDF}"/>
              </a:ext>
            </a:extLst>
          </p:cNvPr>
          <p:cNvGraphicFramePr>
            <a:graphicFrameLocks/>
          </p:cNvGraphicFramePr>
          <p:nvPr/>
        </p:nvGraphicFramePr>
        <p:xfrm>
          <a:off x="742951" y="1071548"/>
          <a:ext cx="2971800" cy="2655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Picture 5">
            <a:extLst>
              <a:ext uri="{FF2B5EF4-FFF2-40B4-BE49-F238E27FC236}">
                <a16:creationId xmlns:a16="http://schemas.microsoft.com/office/drawing/2014/main" id="{9393A20A-9561-4192-A322-9DB7AB0966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023" t="59705" r="18379" b="7041"/>
          <a:stretch>
            <a:fillRect/>
          </a:stretch>
        </p:blipFill>
        <p:spPr>
          <a:xfrm>
            <a:off x="5792244" y="1071546"/>
            <a:ext cx="3275557" cy="246628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3" name="내용 개체 틀 5">
            <a:extLst>
              <a:ext uri="{FF2B5EF4-FFF2-40B4-BE49-F238E27FC236}">
                <a16:creationId xmlns:a16="http://schemas.microsoft.com/office/drawing/2014/main" id="{D7D85E19-C04A-49E3-9258-DF9EE0E2AD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1" y="3810177"/>
            <a:ext cx="7962900" cy="2684957"/>
          </a:xfrm>
          <a:prstGeom prst="rect">
            <a:avLst/>
          </a:prstGeom>
        </p:spPr>
      </p:pic>
      <p:pic>
        <p:nvPicPr>
          <p:cNvPr id="24" name="Picture 11">
            <a:extLst>
              <a:ext uri="{FF2B5EF4-FFF2-40B4-BE49-F238E27FC236}">
                <a16:creationId xmlns:a16="http://schemas.microsoft.com/office/drawing/2014/main" id="{152C6684-9C7C-433B-9548-955C5F28D9B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65240" b="7370"/>
          <a:stretch/>
        </p:blipFill>
        <p:spPr>
          <a:xfrm>
            <a:off x="3453912" y="1259131"/>
            <a:ext cx="2338330" cy="105783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5" name="Picture 11">
            <a:extLst>
              <a:ext uri="{FF2B5EF4-FFF2-40B4-BE49-F238E27FC236}">
                <a16:creationId xmlns:a16="http://schemas.microsoft.com/office/drawing/2014/main" id="{BBB3007D-A4B0-40BD-AABD-FDD7C77F770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6225" b="6774"/>
          <a:stretch/>
        </p:blipFill>
        <p:spPr>
          <a:xfrm>
            <a:off x="3453912" y="2453142"/>
            <a:ext cx="2338330" cy="97585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FFF2D0-218E-4D9C-9D49-A92FADD290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8140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38CB6F-5968-4374-97CF-5C51C3BB4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altLang="ko-KR" dirty="0"/>
              <a:t>Transformer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BE10062-6C50-47C6-A365-2431AB19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Deep</a:t>
            </a:r>
            <a:r>
              <a:rPr lang="ko-KR" altLang="en-US" dirty="0"/>
              <a:t> </a:t>
            </a:r>
            <a:r>
              <a:rPr lang="en-US" altLang="ko-KR" dirty="0"/>
              <a:t>Learning</a:t>
            </a:r>
            <a:endParaRPr lang="ko-KR" altLang="en-US" dirty="0"/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662660DF-2FCF-4216-8369-692AF311A73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41536795"/>
              </p:ext>
            </p:extLst>
          </p:nvPr>
        </p:nvGraphicFramePr>
        <p:xfrm>
          <a:off x="5026026" y="1555679"/>
          <a:ext cx="4041775" cy="2033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AAC874-EA21-4D9C-A0AC-1CB2DDE6D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주요 알고리즘</a:t>
            </a:r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ACE7F5FC-744C-4FEE-8B59-76D1816412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72333995"/>
              </p:ext>
            </p:extLst>
          </p:nvPr>
        </p:nvGraphicFramePr>
        <p:xfrm>
          <a:off x="838200" y="1508885"/>
          <a:ext cx="4040188" cy="2107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사각형: 둥근 모서리 2">
            <a:hlinkClick r:id="rId13" action="ppaction://hlinkfile"/>
            <a:extLst>
              <a:ext uri="{FF2B5EF4-FFF2-40B4-BE49-F238E27FC236}">
                <a16:creationId xmlns:a16="http://schemas.microsoft.com/office/drawing/2014/main" id="{EAABC96E-6E63-4C4D-803B-53EC0184E930}"/>
              </a:ext>
            </a:extLst>
          </p:cNvPr>
          <p:cNvSpPr/>
          <p:nvPr/>
        </p:nvSpPr>
        <p:spPr>
          <a:xfrm>
            <a:off x="6982217" y="841249"/>
            <a:ext cx="2474309" cy="32346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논문 </a:t>
            </a:r>
            <a:r>
              <a:rPr lang="en-US" altLang="ko-KR" sz="1200" dirty="0"/>
              <a:t>: Attention is All You Need</a:t>
            </a:r>
            <a:endParaRPr lang="ko-KR" altLang="en-US" sz="1200" dirty="0"/>
          </a:p>
        </p:txBody>
      </p:sp>
      <p:sp>
        <p:nvSpPr>
          <p:cNvPr id="10" name="텍스트 개체 틀 5">
            <a:extLst>
              <a:ext uri="{FF2B5EF4-FFF2-40B4-BE49-F238E27FC236}">
                <a16:creationId xmlns:a16="http://schemas.microsoft.com/office/drawing/2014/main" id="{D6AE1087-306C-45B1-B1B5-F34915D8B6DB}"/>
              </a:ext>
            </a:extLst>
          </p:cNvPr>
          <p:cNvSpPr txBox="1">
            <a:spLocks/>
          </p:cNvSpPr>
          <p:nvPr/>
        </p:nvSpPr>
        <p:spPr>
          <a:xfrm>
            <a:off x="836614" y="3616212"/>
            <a:ext cx="4041775" cy="480185"/>
          </a:xfrm>
          <a:prstGeom prst="rect">
            <a:avLst/>
          </a:prstGeom>
          <a:gradFill rotWithShape="1"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5">
                <a:shade val="95000"/>
                <a:satMod val="10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None/>
              <a:defRPr sz="24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None/>
              <a:defRPr sz="20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None/>
              <a:defRPr sz="18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None/>
              <a:defRPr sz="16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분야</a:t>
            </a:r>
            <a:endParaRPr lang="ko-KR" altLang="en-US" dirty="0"/>
          </a:p>
        </p:txBody>
      </p:sp>
      <p:graphicFrame>
        <p:nvGraphicFramePr>
          <p:cNvPr id="11" name="내용 개체 틀 7">
            <a:extLst>
              <a:ext uri="{FF2B5EF4-FFF2-40B4-BE49-F238E27FC236}">
                <a16:creationId xmlns:a16="http://schemas.microsoft.com/office/drawing/2014/main" id="{9EFF6821-BF43-4A24-BF6A-9D0157B55039}"/>
              </a:ext>
            </a:extLst>
          </p:cNvPr>
          <p:cNvGraphicFramePr>
            <a:graphicFrameLocks/>
          </p:cNvGraphicFramePr>
          <p:nvPr/>
        </p:nvGraphicFramePr>
        <p:xfrm>
          <a:off x="836614" y="4142502"/>
          <a:ext cx="4041775" cy="2228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2" name="텍스트 개체 틀 5">
            <a:extLst>
              <a:ext uri="{FF2B5EF4-FFF2-40B4-BE49-F238E27FC236}">
                <a16:creationId xmlns:a16="http://schemas.microsoft.com/office/drawing/2014/main" id="{A6F8239F-822E-476E-B832-0FC5E17349B6}"/>
              </a:ext>
            </a:extLst>
          </p:cNvPr>
          <p:cNvSpPr txBox="1">
            <a:spLocks/>
          </p:cNvSpPr>
          <p:nvPr/>
        </p:nvSpPr>
        <p:spPr>
          <a:xfrm>
            <a:off x="5026026" y="3616212"/>
            <a:ext cx="4041775" cy="480185"/>
          </a:xfrm>
          <a:prstGeom prst="rect">
            <a:avLst/>
          </a:prstGeom>
          <a:gradFill rotWithShape="1"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5">
                <a:shade val="95000"/>
                <a:satMod val="10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None/>
              <a:defRPr sz="24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None/>
              <a:defRPr sz="20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None/>
              <a:defRPr sz="18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None/>
              <a:defRPr sz="16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한국어 학습 모델</a:t>
            </a:r>
          </a:p>
        </p:txBody>
      </p:sp>
      <p:graphicFrame>
        <p:nvGraphicFramePr>
          <p:cNvPr id="13" name="내용 개체 틀 7">
            <a:extLst>
              <a:ext uri="{FF2B5EF4-FFF2-40B4-BE49-F238E27FC236}">
                <a16:creationId xmlns:a16="http://schemas.microsoft.com/office/drawing/2014/main" id="{5F496CE2-A419-4DCC-B598-EDB23C7147D9}"/>
              </a:ext>
            </a:extLst>
          </p:cNvPr>
          <p:cNvGraphicFramePr>
            <a:graphicFrameLocks/>
          </p:cNvGraphicFramePr>
          <p:nvPr/>
        </p:nvGraphicFramePr>
        <p:xfrm>
          <a:off x="5026026" y="4142502"/>
          <a:ext cx="4041775" cy="2228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2BAEA1-BC26-4328-A5AA-965CEE4D77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F3084F-C0E4-4444-9492-11C59D41461F}" type="slidenum">
              <a:rPr lang="en-US" altLang="ko-KR" smtClean="0"/>
              <a:pPr/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7773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386103-9EA0-46B4-9D4B-8CF31FB0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자연어 처리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『Attention is all you need』 </a:t>
            </a:r>
            <a:r>
              <a:rPr lang="ko-KR" altLang="en-US" dirty="0"/>
              <a:t>논문</a:t>
            </a:r>
            <a:endParaRPr lang="en-US" altLang="ko-KR" dirty="0"/>
          </a:p>
          <a:p>
            <a:pPr lvl="1"/>
            <a:r>
              <a:rPr lang="en-US" altLang="ko-KR" dirty="0"/>
              <a:t>2017</a:t>
            </a:r>
            <a:r>
              <a:rPr lang="ko-KR" altLang="en-US" dirty="0"/>
              <a:t>년 구글</a:t>
            </a:r>
            <a:endParaRPr lang="en-US" altLang="ko-KR" dirty="0"/>
          </a:p>
          <a:p>
            <a:pPr lvl="1"/>
            <a:r>
              <a:rPr lang="en-US" altLang="ko-KR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encoder</a:t>
            </a:r>
            <a:r>
              <a:rPr lang="ko-KR" altLang="en-US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와 </a:t>
            </a:r>
            <a:r>
              <a:rPr lang="en-US" altLang="ko-KR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decoder</a:t>
            </a:r>
            <a:r>
              <a:rPr lang="ko-KR" altLang="en-US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에서 </a:t>
            </a:r>
            <a:r>
              <a:rPr lang="en-US" altLang="ko-KR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RNN </a:t>
            </a:r>
            <a:r>
              <a:rPr lang="ko-KR" altLang="en-US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제거</a:t>
            </a:r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attention</a:t>
            </a:r>
            <a:r>
              <a:rPr lang="ko-KR" altLang="en-US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만으로 </a:t>
            </a:r>
            <a:r>
              <a:rPr lang="en-US" altLang="ko-KR" dirty="0" err="1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encder</a:t>
            </a:r>
            <a:r>
              <a:rPr lang="en-US" altLang="ko-KR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/decoder </a:t>
            </a:r>
            <a:r>
              <a:rPr lang="ko-KR" altLang="en-US" dirty="0"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구성</a:t>
            </a:r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133414-1A47-4E82-897F-DB9D01EE5E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BERT</a:t>
            </a:r>
          </a:p>
          <a:p>
            <a:pPr lvl="1"/>
            <a:r>
              <a:rPr lang="en-US" altLang="ko-KR" dirty="0"/>
              <a:t>encode</a:t>
            </a:r>
            <a:r>
              <a:rPr lang="ko-KR" altLang="en-US" dirty="0"/>
              <a:t>만으로 구성</a:t>
            </a:r>
            <a:endParaRPr lang="en-US" altLang="ko-KR" dirty="0"/>
          </a:p>
          <a:p>
            <a:r>
              <a:rPr lang="en-US" altLang="ko-KR" dirty="0"/>
              <a:t>GPT</a:t>
            </a:r>
          </a:p>
          <a:p>
            <a:pPr lvl="1"/>
            <a:r>
              <a:rPr lang="en-US" altLang="ko-KR" dirty="0"/>
              <a:t>decoder</a:t>
            </a:r>
            <a:r>
              <a:rPr lang="ko-KR" altLang="en-US" dirty="0"/>
              <a:t>만으로 구성</a:t>
            </a:r>
          </a:p>
        </p:txBody>
      </p:sp>
      <p:pic>
        <p:nvPicPr>
          <p:cNvPr id="8" name="내용 개체 틀 9">
            <a:extLst>
              <a:ext uri="{FF2B5EF4-FFF2-40B4-BE49-F238E27FC236}">
                <a16:creationId xmlns:a16="http://schemas.microsoft.com/office/drawing/2014/main" id="{CE61BBCE-E2A1-458E-9D7D-64C8FD15A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73" y="1443136"/>
            <a:ext cx="3780454" cy="4683029"/>
          </a:xfrm>
          <a:prstGeom prst="rect">
            <a:avLst/>
          </a:prstGeom>
          <a:effectLst/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C410B7-7A62-4846-A0B6-77F8138E9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399" y="1443136"/>
            <a:ext cx="2787181" cy="1635857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F6143E-0940-453E-999B-5C6B7CDE3C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9AF2E4-F5DA-4094-83C5-FC3E3A7FC13A}" type="slidenum">
              <a:rPr lang="en-US" altLang="ko-KR" smtClean="0"/>
              <a:pPr/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310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E5AC3AB-3FB1-4E86-987A-60461A3A3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프롬프트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DF48A6-81DE-404D-A313-6207D86DB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928F5CE-6221-4FBB-A923-B1456B4352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8800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8CA20E54-ABDD-49CF-9EB5-B5EFAF2740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878142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51016FA4-A537-44FF-AE94-ADD383345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프롬프트 서비스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3D2A28B-D336-4460-9626-98F446064C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1955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F2C1A39-D348-4EE6-9E49-B0AC50B9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노코딩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r>
              <a:rPr lang="ko-KR" altLang="en-US" dirty="0"/>
              <a:t> 도구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CECE635-6848-4C73-A218-844FAB3AB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 </a:t>
            </a:r>
            <a:r>
              <a:rPr lang="ko-KR" altLang="en-US" dirty="0" err="1"/>
              <a:t>빌더</a:t>
            </a:r>
            <a:r>
              <a:rPr lang="ko-KR" altLang="en-US" dirty="0"/>
              <a:t> 도구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967AA9F-9BEB-4286-8A7E-7677821396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크리에이터링크</a:t>
            </a:r>
            <a:endParaRPr lang="en-US" altLang="ko-KR" dirty="0"/>
          </a:p>
          <a:p>
            <a:r>
              <a:rPr lang="ko-KR" altLang="en-US" dirty="0" err="1"/>
              <a:t>아임웹</a:t>
            </a:r>
            <a:r>
              <a:rPr lang="en-US" altLang="ko-KR" dirty="0"/>
              <a:t>/</a:t>
            </a:r>
            <a:r>
              <a:rPr lang="ko-KR" altLang="en-US" dirty="0" err="1"/>
              <a:t>식스샵</a:t>
            </a:r>
            <a:r>
              <a:rPr lang="en-US" altLang="ko-KR" dirty="0"/>
              <a:t>/</a:t>
            </a:r>
            <a:r>
              <a:rPr lang="ko-KR" altLang="en-US" dirty="0" err="1"/>
              <a:t>큐샵</a:t>
            </a:r>
            <a:endParaRPr lang="en-US" altLang="ko-KR" dirty="0"/>
          </a:p>
          <a:p>
            <a:r>
              <a:rPr lang="ko-KR" altLang="en-US" dirty="0"/>
              <a:t>웨이브온</a:t>
            </a:r>
            <a:endParaRPr lang="en-US" altLang="ko-KR" dirty="0"/>
          </a:p>
          <a:p>
            <a:r>
              <a:rPr lang="ko-KR" altLang="en-US" dirty="0"/>
              <a:t>카페</a:t>
            </a:r>
            <a:r>
              <a:rPr lang="en-US" altLang="ko-KR" dirty="0"/>
              <a:t>24</a:t>
            </a:r>
          </a:p>
          <a:p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6974133-D599-4A17-89B8-484D03B68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앱 </a:t>
            </a:r>
            <a:r>
              <a:rPr lang="ko-KR" altLang="en-US" dirty="0" err="1"/>
              <a:t>빌더</a:t>
            </a:r>
            <a:r>
              <a:rPr lang="ko-KR" altLang="en-US" dirty="0"/>
              <a:t> 도구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8F1A49F-A26E-4E20-9583-D96509150F4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ko-KR" altLang="en-US" dirty="0"/>
              <a:t>스마트메이커</a:t>
            </a:r>
            <a:endParaRPr lang="en-US" altLang="ko-KR" dirty="0"/>
          </a:p>
          <a:p>
            <a:r>
              <a:rPr lang="en-US" altLang="ko-KR" dirty="0"/>
              <a:t>v0.dev</a:t>
            </a:r>
          </a:p>
          <a:p>
            <a:r>
              <a:rPr lang="en-US" altLang="ko-KR" dirty="0" err="1"/>
              <a:t>AppSheet</a:t>
            </a:r>
            <a:endParaRPr lang="en-US" altLang="ko-KR" dirty="0"/>
          </a:p>
          <a:p>
            <a:r>
              <a:rPr lang="en-US" altLang="ko-KR" dirty="0" err="1"/>
              <a:t>Thunkable</a:t>
            </a:r>
            <a:endParaRPr lang="en-US" altLang="ko-KR" dirty="0"/>
          </a:p>
          <a:p>
            <a:r>
              <a:rPr lang="en-US" altLang="ko-KR" dirty="0" err="1"/>
              <a:t>FlutterFlow</a:t>
            </a:r>
            <a:endParaRPr lang="en-US" altLang="ko-KR" dirty="0"/>
          </a:p>
          <a:p>
            <a:r>
              <a:rPr lang="en-US" altLang="ko-KR" dirty="0"/>
              <a:t>Glide</a:t>
            </a:r>
          </a:p>
          <a:p>
            <a:r>
              <a:rPr lang="en-US" altLang="ko-KR" dirty="0" err="1"/>
              <a:t>Adalo</a:t>
            </a:r>
            <a:endParaRPr lang="en-US" altLang="ko-KR" dirty="0"/>
          </a:p>
          <a:p>
            <a:r>
              <a:rPr lang="en-US" altLang="ko-KR" dirty="0" err="1"/>
              <a:t>AppGyver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E54147-125B-4C5C-B49D-488CC507B5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F65F60-0DFF-4005-8600-163CC9C6D9F6}" type="slidenum">
              <a:rPr lang="en-US" altLang="ko-KR" smtClean="0"/>
              <a:pPr/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00988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97E58DF-CBCF-4581-B746-917FA4E04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사이트 주소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https://www.creatorlink.com/</a:t>
            </a:r>
            <a:endParaRPr lang="en-US" altLang="ko-KR" dirty="0"/>
          </a:p>
          <a:p>
            <a:r>
              <a:rPr lang="ko-KR" altLang="en-US" dirty="0"/>
              <a:t>특징 </a:t>
            </a:r>
            <a:r>
              <a:rPr lang="en-US" altLang="ko-KR" dirty="0"/>
              <a:t>: </a:t>
            </a:r>
            <a:r>
              <a:rPr lang="ko-KR" altLang="en-US" dirty="0"/>
              <a:t>블록 쌓아 홈페이지 제작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195247A-D4AC-4866-9B76-1A78D516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크리에이터링크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6673DD1-2E1A-43FF-9EAD-0F880B7BE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20" y="2204864"/>
            <a:ext cx="4572682" cy="288459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3F16F9C-3836-4C5D-BED1-25B27F6253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78185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내용 개체 틀 5">
            <a:extLst>
              <a:ext uri="{FF2B5EF4-FFF2-40B4-BE49-F238E27FC236}">
                <a16:creationId xmlns:a16="http://schemas.microsoft.com/office/drawing/2014/main" id="{F5567F1F-D20A-4599-87A2-37B37FA78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7226019"/>
              </p:ext>
            </p:extLst>
          </p:nvPr>
        </p:nvGraphicFramePr>
        <p:xfrm>
          <a:off x="128588" y="1166813"/>
          <a:ext cx="9648825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73A268E6-6F95-412D-96E9-1FDC380D7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홈페이지 제작 절차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AC618-920C-4FFE-9B6F-1653AD8110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6782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회원가입 및 로그인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1E7A60E-6E05-4456-A62D-81A1B544C2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latinLnBrk="1"/>
            <a:r>
              <a:rPr kumimoji="1" lang="ko-KR" dirty="0" err="1"/>
              <a:t>크리에이터링크</a:t>
            </a:r>
            <a:r>
              <a:rPr kumimoji="1" lang="ko-KR" dirty="0"/>
              <a:t> 홈페이지</a:t>
            </a:r>
            <a:r>
              <a:rPr kumimoji="1" lang="en-US" altLang="ko-KR" dirty="0"/>
              <a:t> </a:t>
            </a:r>
            <a:r>
              <a:rPr kumimoji="1" lang="ko-KR" altLang="en-US" dirty="0"/>
              <a:t>접속</a:t>
            </a:r>
            <a:endParaRPr lang="ko-KR" dirty="0"/>
          </a:p>
          <a:p>
            <a:pPr lvl="1" latinLnBrk="1"/>
            <a:r>
              <a:rPr kumimoji="1" lang="en-US" dirty="0"/>
              <a:t>(</a:t>
            </a:r>
            <a:r>
              <a:rPr kumimoji="1" lang="en-US" dirty="0">
                <a:hlinkClick r:id="rId2"/>
              </a:rPr>
              <a:t>https://creatorlink.net)</a:t>
            </a:r>
            <a:r>
              <a:rPr kumimoji="1" lang="ko-KR" dirty="0">
                <a:hlinkClick r:id="rId2"/>
              </a:rPr>
              <a:t>에</a:t>
            </a:r>
            <a:r>
              <a:rPr kumimoji="1" lang="ko-KR" dirty="0"/>
              <a:t> 접속</a:t>
            </a:r>
            <a:r>
              <a:rPr kumimoji="1" lang="en-US" dirty="0"/>
              <a:t>.</a:t>
            </a:r>
          </a:p>
          <a:p>
            <a:pPr lvl="1" latinLnBrk="1"/>
            <a:endParaRPr lang="ko-KR" dirty="0"/>
          </a:p>
          <a:p>
            <a:pPr lvl="0" latinLnBrk="1"/>
            <a:r>
              <a:rPr lang="ko-KR" altLang="en-US" dirty="0"/>
              <a:t>회원가입</a:t>
            </a:r>
            <a:endParaRPr lang="ko-KR" dirty="0"/>
          </a:p>
          <a:p>
            <a:pPr lvl="1" latinLnBrk="1"/>
            <a:r>
              <a:rPr kumimoji="1" lang="ko-KR" dirty="0"/>
              <a:t>이메일 또는 소셜 로그인</a:t>
            </a:r>
            <a:r>
              <a:rPr kumimoji="1" lang="en-US" dirty="0"/>
              <a:t>(</a:t>
            </a:r>
            <a:r>
              <a:rPr kumimoji="1" lang="ko-KR" dirty="0"/>
              <a:t>페이스북</a:t>
            </a:r>
            <a:r>
              <a:rPr kumimoji="1" lang="en-US" dirty="0"/>
              <a:t>, </a:t>
            </a:r>
            <a:r>
              <a:rPr kumimoji="1" lang="ko-KR" dirty="0"/>
              <a:t>구글 등</a:t>
            </a:r>
            <a:r>
              <a:rPr kumimoji="1" lang="en-US" dirty="0"/>
              <a:t>)</a:t>
            </a:r>
            <a:r>
              <a:rPr kumimoji="1" lang="ko-KR" dirty="0"/>
              <a:t>으로 가입</a:t>
            </a:r>
            <a:endParaRPr kumimoji="1" lang="en-US" altLang="ko-KR" dirty="0"/>
          </a:p>
          <a:p>
            <a:pPr lvl="1" latinLnBrk="1"/>
            <a:endParaRPr lang="ko-KR" dirty="0"/>
          </a:p>
          <a:p>
            <a:pPr lvl="0" latinLnBrk="1"/>
            <a:r>
              <a:rPr lang="ko-KR" altLang="en-US" dirty="0"/>
              <a:t>대시보드 화면</a:t>
            </a:r>
            <a:endParaRPr lang="ko-KR" dirty="0"/>
          </a:p>
          <a:p>
            <a:pPr lvl="1" latinLnBrk="1"/>
            <a:r>
              <a:rPr kumimoji="1" lang="ko-KR" dirty="0"/>
              <a:t>로그인 후 대시보드 화면으로 이동</a:t>
            </a:r>
            <a:endParaRPr lang="ko-KR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0AF5224-DFFF-4E4A-BD1A-1381C5F461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13338" y="1913644"/>
            <a:ext cx="4735512" cy="4038775"/>
          </a:xfr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8260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34</a:t>
            </a:fld>
            <a:endParaRPr lang="en-US" altLang="ko-KR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사이트 주소 만들기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377909-15F3-4E3F-AF78-F005D8EB6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latinLnBrk="1"/>
            <a:endParaRPr kumimoji="1" lang="en-US" altLang="ko-KR" dirty="0"/>
          </a:p>
          <a:p>
            <a:pPr lvl="0" latinLnBrk="1"/>
            <a:endParaRPr lang="en-US" altLang="ko-KR" dirty="0"/>
          </a:p>
          <a:p>
            <a:pPr lvl="0" latinLnBrk="1"/>
            <a:r>
              <a:rPr kumimoji="1" lang="ko-KR" dirty="0"/>
              <a:t>대시보드에서 </a:t>
            </a:r>
            <a:endParaRPr lang="ko-KR" dirty="0"/>
          </a:p>
          <a:p>
            <a:pPr lvl="1" latinLnBrk="1"/>
            <a:r>
              <a:rPr kumimoji="1" lang="en-US" dirty="0"/>
              <a:t>'</a:t>
            </a:r>
            <a:r>
              <a:rPr kumimoji="1" lang="ko-KR" dirty="0"/>
              <a:t>사이트 만들기</a:t>
            </a:r>
            <a:r>
              <a:rPr kumimoji="1" lang="en-US" dirty="0"/>
              <a:t>' </a:t>
            </a:r>
            <a:r>
              <a:rPr kumimoji="1" lang="ko-KR" dirty="0"/>
              <a:t>버튼 클릭</a:t>
            </a:r>
            <a:r>
              <a:rPr kumimoji="1" lang="en-US" dirty="0"/>
              <a:t>.</a:t>
            </a:r>
          </a:p>
          <a:p>
            <a:pPr lvl="1" latinLnBrk="1"/>
            <a:endParaRPr lang="ko-KR" dirty="0"/>
          </a:p>
          <a:p>
            <a:pPr lvl="0" latinLnBrk="1"/>
            <a:r>
              <a:rPr kumimoji="1" lang="ko-KR" dirty="0"/>
              <a:t>원하는 사이트 주소를 영어 소문자와 숫자로 입력</a:t>
            </a:r>
            <a:r>
              <a:rPr kumimoji="1" lang="en-US" dirty="0"/>
              <a:t>.</a:t>
            </a:r>
            <a:endParaRPr lang="ko-KR" dirty="0"/>
          </a:p>
          <a:p>
            <a:pPr lvl="1" latinLnBrk="1"/>
            <a:r>
              <a:rPr kumimoji="1" lang="ko-KR" dirty="0"/>
              <a:t>예</a:t>
            </a:r>
            <a:r>
              <a:rPr kumimoji="1" lang="en-US" dirty="0"/>
              <a:t>: "</a:t>
            </a:r>
            <a:r>
              <a:rPr kumimoji="1" lang="en-US" dirty="0" err="1"/>
              <a:t>myhome</a:t>
            </a:r>
            <a:r>
              <a:rPr kumimoji="1" lang="en-US" dirty="0"/>
              <a:t>” </a:t>
            </a:r>
            <a:r>
              <a:rPr kumimoji="1" lang="ko-KR" dirty="0"/>
              <a:t>입력 → </a:t>
            </a:r>
            <a:r>
              <a:rPr kumimoji="1" lang="en-US" dirty="0"/>
              <a:t>https://</a:t>
            </a:r>
            <a:r>
              <a:rPr kumimoji="1" lang="en-US" dirty="0">
                <a:solidFill>
                  <a:srgbClr val="FF0000"/>
                </a:solidFill>
              </a:rPr>
              <a:t>myhome</a:t>
            </a:r>
            <a:r>
              <a:rPr kumimoji="1" lang="en-US" dirty="0"/>
              <a:t>.creatorlink.net </a:t>
            </a:r>
            <a:r>
              <a:rPr kumimoji="1" lang="ko-KR" dirty="0"/>
              <a:t>주소 생성</a:t>
            </a:r>
            <a:r>
              <a:rPr kumimoji="1" lang="en-US" dirty="0"/>
              <a:t>.</a:t>
            </a:r>
            <a:endParaRPr lang="ko-KR" dirty="0"/>
          </a:p>
          <a:p>
            <a:pPr lvl="1" latinLnBrk="1"/>
            <a:r>
              <a:rPr kumimoji="1" lang="ko-KR" dirty="0"/>
              <a:t>주의</a:t>
            </a:r>
            <a:r>
              <a:rPr kumimoji="1" lang="en-US" dirty="0"/>
              <a:t>: </a:t>
            </a:r>
            <a:r>
              <a:rPr kumimoji="1" lang="ko-KR" dirty="0"/>
              <a:t>사이트 주소는 한 번 설정하면 </a:t>
            </a:r>
            <a:r>
              <a:rPr kumimoji="1" lang="ko-KR" dirty="0">
                <a:solidFill>
                  <a:srgbClr val="FF0000"/>
                </a:solidFill>
              </a:rPr>
              <a:t>변경이 불가</a:t>
            </a:r>
            <a:endParaRPr lang="ko-KR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4EF11B-DB96-45A2-8B26-D8F3F39D8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69" y="1340768"/>
            <a:ext cx="9414661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49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35</a:t>
            </a:fld>
            <a:endParaRPr lang="en-US" altLang="ko-KR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템플릿 선택하기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235495-D193-47BC-994F-B7160D813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latinLnBrk="1"/>
            <a:r>
              <a:rPr lang="ko-KR"/>
              <a:t>사이트 주소 생성 후</a:t>
            </a:r>
            <a:r>
              <a:rPr lang="en-US"/>
              <a:t>, </a:t>
            </a:r>
            <a:r>
              <a:rPr lang="ko-KR"/>
              <a:t>템플릿 선택 화면으로 자동 이동</a:t>
            </a:r>
            <a:r>
              <a:rPr lang="en-US"/>
              <a:t>.</a:t>
            </a:r>
            <a:endParaRPr lang="ko-KR"/>
          </a:p>
          <a:p>
            <a:pPr lvl="0" latinLnBrk="1"/>
            <a:r>
              <a:rPr lang="ko-KR"/>
              <a:t>포트폴리오</a:t>
            </a:r>
            <a:r>
              <a:rPr lang="en-US"/>
              <a:t>, </a:t>
            </a:r>
            <a:r>
              <a:rPr lang="ko-KR"/>
              <a:t>회사 홈페이지</a:t>
            </a:r>
            <a:r>
              <a:rPr lang="en-US"/>
              <a:t>, </a:t>
            </a:r>
            <a:r>
              <a:rPr lang="ko-KR"/>
              <a:t>쇼핑몰 등 다양한 카테고리의 템플릿 제공</a:t>
            </a:r>
            <a:r>
              <a:rPr lang="en-US"/>
              <a:t>.</a:t>
            </a:r>
            <a:endParaRPr lang="ko-KR"/>
          </a:p>
          <a:p>
            <a:pPr lvl="0" latinLnBrk="1"/>
            <a:r>
              <a:rPr lang="ko-KR"/>
              <a:t>각 템플릿을 클릭하면 미리보기 가능</a:t>
            </a:r>
            <a:r>
              <a:rPr lang="en-US"/>
              <a:t>.</a:t>
            </a:r>
            <a:endParaRPr lang="ko-KR"/>
          </a:p>
          <a:p>
            <a:pPr lvl="0" latinLnBrk="1"/>
            <a:r>
              <a:rPr lang="en-US"/>
              <a:t>PC</a:t>
            </a:r>
            <a:r>
              <a:rPr lang="ko-KR"/>
              <a:t>와 모바일 화면 모두 자동으로 최적화되는 반응형 웹 지원</a:t>
            </a:r>
            <a:r>
              <a:rPr lang="en-US"/>
              <a:t>.</a:t>
            </a:r>
            <a:endParaRPr lang="ko-KR"/>
          </a:p>
          <a:p>
            <a:pPr lvl="0" latinLnBrk="1"/>
            <a:r>
              <a:rPr lang="ko-KR"/>
              <a:t>마음에 드는 템플릿 선택 또는 </a:t>
            </a:r>
            <a:r>
              <a:rPr lang="en-US"/>
              <a:t>'</a:t>
            </a:r>
            <a:r>
              <a:rPr lang="ko-KR"/>
              <a:t>빈 페이지에서 시작하기</a:t>
            </a:r>
            <a:r>
              <a:rPr lang="en-US"/>
              <a:t>' </a:t>
            </a:r>
            <a:r>
              <a:rPr lang="ko-KR"/>
              <a:t>선택 가능</a:t>
            </a:r>
            <a:r>
              <a:rPr lang="en-US"/>
              <a:t>.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2623618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편집모드에서 홈페이지 제작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57968233-AC35-4703-9923-74362F2B82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0419" y="1439797"/>
            <a:ext cx="4324550" cy="4986468"/>
          </a:xfrm>
        </p:spPr>
      </p:pic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E7C9DC2-4FAA-4DEF-A35E-59304B2844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메뉴 구성</a:t>
            </a:r>
            <a:endParaRPr lang="en-US" altLang="ko-KR" dirty="0"/>
          </a:p>
          <a:p>
            <a:pPr lvl="1"/>
            <a:r>
              <a:rPr lang="ko-KR" altLang="en-US" dirty="0"/>
              <a:t>좌측 상단 </a:t>
            </a:r>
            <a:r>
              <a:rPr lang="en-US" altLang="ko-KR" dirty="0"/>
              <a:t>‘</a:t>
            </a:r>
            <a:r>
              <a:rPr lang="ko-KR" altLang="en-US" dirty="0"/>
              <a:t>메뉴</a:t>
            </a:r>
            <a:r>
              <a:rPr lang="en-US" altLang="ko-KR" dirty="0"/>
              <a:t>/</a:t>
            </a:r>
            <a:r>
              <a:rPr lang="ko-KR" altLang="en-US" dirty="0"/>
              <a:t>페이지 설정</a:t>
            </a:r>
            <a:r>
              <a:rPr lang="en-US" altLang="ko-KR" dirty="0"/>
              <a:t>' </a:t>
            </a:r>
            <a:r>
              <a:rPr lang="ko-KR" altLang="en-US" dirty="0"/>
              <a:t>클릭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기본 페이지 </a:t>
            </a:r>
            <a:r>
              <a:rPr lang="en-US" altLang="ko-KR" dirty="0"/>
              <a:t>: Intro(</a:t>
            </a:r>
            <a:r>
              <a:rPr lang="ko-KR" altLang="en-US" dirty="0" err="1"/>
              <a:t>인트로</a:t>
            </a:r>
            <a:r>
              <a:rPr lang="en-US" altLang="ko-KR" dirty="0"/>
              <a:t>), About(</a:t>
            </a:r>
            <a:r>
              <a:rPr lang="ko-KR" altLang="en-US" dirty="0"/>
              <a:t>소개</a:t>
            </a:r>
            <a:r>
              <a:rPr lang="en-US" altLang="ko-KR" dirty="0"/>
              <a:t>), Portfolio(</a:t>
            </a:r>
            <a:r>
              <a:rPr lang="ko-KR" altLang="en-US" dirty="0"/>
              <a:t>포트폴리오</a:t>
            </a:r>
            <a:r>
              <a:rPr lang="en-US" altLang="ko-KR" dirty="0"/>
              <a:t>), Contact(</a:t>
            </a:r>
            <a:r>
              <a:rPr lang="ko-KR" altLang="en-US" dirty="0"/>
              <a:t>연락처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필요 없는 페이지는 숨김 처리</a:t>
            </a:r>
            <a:r>
              <a:rPr lang="en-US" altLang="ko-KR" dirty="0"/>
              <a:t>, </a:t>
            </a:r>
            <a:r>
              <a:rPr lang="ko-KR" altLang="en-US" dirty="0"/>
              <a:t>새 페이지 추가 가능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0433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66459C9-6545-444D-886D-7E4B51D42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블록 추가 및 편집</a:t>
            </a:r>
            <a:endParaRPr lang="en-US" altLang="ko-KR" dirty="0"/>
          </a:p>
          <a:p>
            <a:pPr lvl="1"/>
            <a:r>
              <a:rPr lang="ko-KR" altLang="en-US" dirty="0"/>
              <a:t>좌측 상단 </a:t>
            </a:r>
            <a:r>
              <a:rPr lang="en-US" altLang="ko-KR" dirty="0"/>
              <a:t>'</a:t>
            </a:r>
            <a:r>
              <a:rPr lang="ko-KR" altLang="en-US" dirty="0"/>
              <a:t>메뉴 설정</a:t>
            </a:r>
            <a:r>
              <a:rPr lang="en-US" altLang="ko-KR" dirty="0"/>
              <a:t>' </a:t>
            </a:r>
            <a:r>
              <a:rPr lang="ko-KR" altLang="en-US" dirty="0"/>
              <a:t>클릭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페이지 중간의 </a:t>
            </a:r>
            <a:r>
              <a:rPr lang="en-US" altLang="ko-KR" dirty="0"/>
              <a:t>'+' </a:t>
            </a:r>
            <a:r>
              <a:rPr lang="ko-KR" altLang="en-US" dirty="0"/>
              <a:t>버튼을 클릭하여 블록 추가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다양한 블록 종류</a:t>
            </a:r>
            <a:r>
              <a:rPr lang="en-US" altLang="ko-KR" dirty="0"/>
              <a:t>:</a:t>
            </a:r>
            <a:endParaRPr lang="ko-KR" altLang="en-US" dirty="0"/>
          </a:p>
          <a:p>
            <a:pPr lvl="2"/>
            <a:r>
              <a:rPr lang="ko-KR" altLang="en-US" dirty="0"/>
              <a:t>텍스트 블록</a:t>
            </a:r>
            <a:r>
              <a:rPr lang="en-US" altLang="ko-KR" dirty="0"/>
              <a:t>, </a:t>
            </a:r>
            <a:r>
              <a:rPr lang="ko-KR" altLang="en-US" dirty="0"/>
              <a:t>이미지 블록</a:t>
            </a:r>
            <a:r>
              <a:rPr lang="en-US" altLang="ko-KR" dirty="0"/>
              <a:t>, </a:t>
            </a:r>
            <a:r>
              <a:rPr lang="ko-KR" altLang="en-US" dirty="0"/>
              <a:t>갤러리 블록</a:t>
            </a:r>
          </a:p>
          <a:p>
            <a:pPr lvl="2"/>
            <a:r>
              <a:rPr lang="ko-KR" altLang="en-US" dirty="0"/>
              <a:t>동영상 블록</a:t>
            </a:r>
            <a:r>
              <a:rPr lang="en-US" altLang="ko-KR" dirty="0"/>
              <a:t>, </a:t>
            </a:r>
            <a:r>
              <a:rPr lang="ko-KR" altLang="en-US" dirty="0"/>
              <a:t>지도 블록</a:t>
            </a:r>
            <a:r>
              <a:rPr lang="en-US" altLang="ko-KR" dirty="0"/>
              <a:t>, </a:t>
            </a:r>
            <a:r>
              <a:rPr lang="ko-KR" altLang="en-US" dirty="0" err="1"/>
              <a:t>입력폼</a:t>
            </a:r>
            <a:r>
              <a:rPr lang="en-US" altLang="ko-KR" dirty="0"/>
              <a:t>(Contact Form) </a:t>
            </a:r>
            <a:r>
              <a:rPr lang="ko-KR" altLang="en-US" dirty="0"/>
              <a:t>블록</a:t>
            </a:r>
          </a:p>
          <a:p>
            <a:pPr lvl="2"/>
            <a:r>
              <a:rPr lang="ko-KR" altLang="en-US" dirty="0"/>
              <a:t>쇼핑 갤러리 블록 등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각 블록을 클릭하면 설정 창이 나타나 텍스트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레이아웃 등 수정 가능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블록 순서 변경</a:t>
            </a:r>
            <a:r>
              <a:rPr lang="en-US" altLang="ko-KR" dirty="0"/>
              <a:t>: </a:t>
            </a:r>
            <a:r>
              <a:rPr lang="ko-KR" altLang="en-US" dirty="0"/>
              <a:t>블록을 </a:t>
            </a:r>
            <a:r>
              <a:rPr lang="ko-KR" altLang="en-US" dirty="0" err="1"/>
              <a:t>드래그하여</a:t>
            </a:r>
            <a:r>
              <a:rPr lang="ko-KR" altLang="en-US" dirty="0"/>
              <a:t> 위아래로 이동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불필요한 블록 삭제</a:t>
            </a:r>
            <a:r>
              <a:rPr lang="en-US" altLang="ko-KR" dirty="0"/>
              <a:t>: </a:t>
            </a:r>
            <a:r>
              <a:rPr lang="ko-KR" altLang="en-US" dirty="0"/>
              <a:t>블록 설정에서 삭제 버튼 클릭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37</a:t>
            </a:fld>
            <a:endParaRPr lang="en-US" altLang="ko-KR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편집모드에서 홈페이지 제작</a:t>
            </a:r>
          </a:p>
        </p:txBody>
      </p:sp>
    </p:spTree>
    <p:extLst>
      <p:ext uri="{BB962C8B-B14F-4D97-AF65-F5344CB8AC3E}">
        <p14:creationId xmlns:p14="http://schemas.microsoft.com/office/powerpoint/2010/main" val="32454546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66459C9-6545-444D-886D-7E4B51D42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콘텐츠 입력</a:t>
            </a:r>
            <a:endParaRPr lang="en-US" altLang="ko-KR" dirty="0"/>
          </a:p>
          <a:p>
            <a:pPr lvl="1"/>
            <a:r>
              <a:rPr lang="ko-KR" altLang="en-US" dirty="0"/>
              <a:t>좌측 상단 </a:t>
            </a:r>
            <a:r>
              <a:rPr lang="en-US" altLang="ko-KR" dirty="0"/>
              <a:t>'</a:t>
            </a:r>
            <a:r>
              <a:rPr lang="ko-KR" altLang="en-US" dirty="0"/>
              <a:t>메뉴 설정</a:t>
            </a:r>
            <a:r>
              <a:rPr lang="en-US" altLang="ko-KR" dirty="0"/>
              <a:t>' </a:t>
            </a:r>
            <a:r>
              <a:rPr lang="ko-KR" altLang="en-US" dirty="0"/>
              <a:t>클릭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텍스트 블록</a:t>
            </a:r>
            <a:r>
              <a:rPr lang="en-US" altLang="ko-KR" dirty="0"/>
              <a:t>: </a:t>
            </a: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본문 등 직접 입력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이미지 블록</a:t>
            </a:r>
            <a:r>
              <a:rPr lang="en-US" altLang="ko-KR" dirty="0"/>
              <a:t>: </a:t>
            </a:r>
            <a:r>
              <a:rPr lang="ko-KR" altLang="en-US" dirty="0"/>
              <a:t>내 </a:t>
            </a:r>
            <a:r>
              <a:rPr lang="en-US" altLang="ko-KR" dirty="0"/>
              <a:t>PC</a:t>
            </a:r>
            <a:r>
              <a:rPr lang="ko-KR" altLang="en-US" dirty="0"/>
              <a:t>에서 이미지 업로드 또는 </a:t>
            </a:r>
            <a:r>
              <a:rPr lang="ko-KR" altLang="en-US" dirty="0" err="1"/>
              <a:t>크리에이터링크</a:t>
            </a:r>
            <a:r>
              <a:rPr lang="ko-KR" altLang="en-US" dirty="0"/>
              <a:t> 제공 무료 이미지</a:t>
            </a:r>
            <a:r>
              <a:rPr lang="en-US" altLang="ko-KR" dirty="0"/>
              <a:t>(300</a:t>
            </a:r>
            <a:r>
              <a:rPr lang="ko-KR" altLang="en-US" dirty="0"/>
              <a:t>만 개</a:t>
            </a:r>
            <a:r>
              <a:rPr lang="en-US" altLang="ko-KR" dirty="0"/>
              <a:t>) </a:t>
            </a:r>
            <a:r>
              <a:rPr lang="ko-KR" altLang="en-US" dirty="0"/>
              <a:t>사용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/>
              <a:t>갤러리 블록</a:t>
            </a:r>
            <a:r>
              <a:rPr lang="en-US" altLang="ko-KR" dirty="0"/>
              <a:t>: </a:t>
            </a:r>
            <a:r>
              <a:rPr lang="ko-KR" altLang="en-US" dirty="0"/>
              <a:t>여러 장의 이미지를 격자 형태로 배치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/>
            <a:r>
              <a:rPr lang="ko-KR" altLang="en-US" dirty="0" err="1"/>
              <a:t>입력폼</a:t>
            </a:r>
            <a:r>
              <a:rPr lang="ko-KR" altLang="en-US" dirty="0"/>
              <a:t> 블록</a:t>
            </a:r>
            <a:r>
              <a:rPr lang="en-US" altLang="ko-KR" dirty="0"/>
              <a:t>: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이메일</a:t>
            </a:r>
            <a:r>
              <a:rPr lang="en-US" altLang="ko-KR" dirty="0"/>
              <a:t>, </a:t>
            </a:r>
            <a:r>
              <a:rPr lang="ko-KR" altLang="en-US" dirty="0"/>
              <a:t>메시지 입력란 설정</a:t>
            </a:r>
            <a:r>
              <a:rPr lang="en-US" altLang="ko-KR" dirty="0"/>
              <a:t>. </a:t>
            </a:r>
            <a:r>
              <a:rPr lang="ko-KR" altLang="en-US" dirty="0"/>
              <a:t>제출된 정보는 대시보드에서 확인하거나 이메일로 수신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38</a:t>
            </a:fld>
            <a:endParaRPr lang="en-US" altLang="ko-KR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편집모드에서 홈페이지 제작</a:t>
            </a:r>
          </a:p>
        </p:txBody>
      </p:sp>
    </p:spTree>
    <p:extLst>
      <p:ext uri="{BB962C8B-B14F-4D97-AF65-F5344CB8AC3E}">
        <p14:creationId xmlns:p14="http://schemas.microsoft.com/office/powerpoint/2010/main" val="2107108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편집모드에서 홈페이지 제작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66459C9-6545-444D-886D-7E4B51D42F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디자인 커스터마이징</a:t>
            </a:r>
            <a:endParaRPr lang="en-US" altLang="ko-KR" dirty="0"/>
          </a:p>
          <a:p>
            <a:pPr marR="0" lvl="1">
              <a:lnSpc>
                <a:spcPct val="160000"/>
              </a:lnSpc>
            </a:pPr>
            <a:r>
              <a:rPr lang="ko-KR" altLang="en-US" dirty="0"/>
              <a:t>블록별로 배경색</a:t>
            </a:r>
            <a:r>
              <a:rPr lang="en-US" altLang="ko-KR" dirty="0"/>
              <a:t>, </a:t>
            </a:r>
            <a:r>
              <a:rPr lang="ko-KR" altLang="en-US" dirty="0"/>
              <a:t>텍스트 색상</a:t>
            </a:r>
            <a:r>
              <a:rPr lang="en-US" altLang="ko-KR" dirty="0"/>
              <a:t>, </a:t>
            </a:r>
            <a:r>
              <a:rPr lang="ko-KR" altLang="en-US" dirty="0"/>
              <a:t>글꼴</a:t>
            </a:r>
            <a:r>
              <a:rPr lang="en-US" altLang="ko-KR" dirty="0"/>
              <a:t>, </a:t>
            </a:r>
            <a:r>
              <a:rPr lang="ko-KR" altLang="en-US" dirty="0"/>
              <a:t>버튼 스타일 등 변경 가능</a:t>
            </a:r>
            <a:r>
              <a:rPr lang="en-US" altLang="ko-KR" dirty="0"/>
              <a:t>.</a:t>
            </a:r>
            <a:endParaRPr lang="ko-KR" altLang="en-US" dirty="0"/>
          </a:p>
          <a:p>
            <a:pPr marR="0" lvl="1">
              <a:lnSpc>
                <a:spcPct val="160000"/>
              </a:lnSpc>
            </a:pPr>
            <a:r>
              <a:rPr lang="ko-KR" altLang="en-US" dirty="0"/>
              <a:t>전체 사이트의 통일된 디자인 적용을 위해 </a:t>
            </a:r>
            <a:r>
              <a:rPr lang="en-US" altLang="ko-KR" dirty="0"/>
              <a:t>'</a:t>
            </a:r>
            <a:r>
              <a:rPr lang="ko-KR" altLang="en-US" dirty="0"/>
              <a:t>디자인 설정</a:t>
            </a:r>
            <a:r>
              <a:rPr lang="en-US" altLang="ko-KR" dirty="0"/>
              <a:t>' </a:t>
            </a:r>
            <a:r>
              <a:rPr lang="ko-KR" altLang="en-US" dirty="0"/>
              <a:t>메뉴 활용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5570A35-8690-49E4-A854-9C276408C0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67377" y="1566816"/>
            <a:ext cx="3627434" cy="4732430"/>
          </a:xfr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39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16ED56-532E-42D1-BF18-5A4756FE4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148" y="1056232"/>
            <a:ext cx="510584" cy="5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57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편집모드에서 홈페이지 제작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66459C9-6545-444D-886D-7E4B51D42F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화면 확인</a:t>
            </a:r>
            <a:endParaRPr lang="en-US" altLang="ko-KR" dirty="0"/>
          </a:p>
          <a:p>
            <a:pPr lvl="1"/>
            <a:r>
              <a:rPr lang="ko-KR" altLang="en-US" dirty="0"/>
              <a:t>편집 화면 상단에서 </a:t>
            </a:r>
            <a:r>
              <a:rPr lang="en-US" altLang="ko-KR" dirty="0"/>
              <a:t>PC/</a:t>
            </a:r>
            <a:r>
              <a:rPr lang="ko-KR" altLang="en-US" dirty="0"/>
              <a:t>모바일 전환 버튼 클릭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  <a:p>
            <a:pPr lvl="1"/>
            <a:r>
              <a:rPr lang="ko-KR" altLang="en-US" dirty="0"/>
              <a:t>모바일에서 어떻게 보이는지 실시간으로 확인하며 편집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37E85E3-1FCD-4392-BA2D-75B8C77F49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24081" y="1412875"/>
            <a:ext cx="2114026" cy="5040313"/>
          </a:xfr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44082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66459C9-6545-444D-886D-7E4B51D42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64" y="1166193"/>
            <a:ext cx="9649072" cy="5287143"/>
          </a:xfrm>
        </p:spPr>
        <p:txBody>
          <a:bodyPr/>
          <a:lstStyle/>
          <a:p>
            <a:pPr marR="0"/>
            <a:r>
              <a:rPr lang="ko-KR" altLang="en-US" dirty="0"/>
              <a:t>편집 화면 상단의 </a:t>
            </a:r>
            <a:r>
              <a:rPr lang="en-US" altLang="ko-KR" dirty="0"/>
              <a:t>'</a:t>
            </a:r>
            <a:r>
              <a:rPr lang="ko-KR" altLang="en-US" dirty="0"/>
              <a:t>사이트 게시</a:t>
            </a:r>
            <a:r>
              <a:rPr lang="en-US" altLang="ko-KR" dirty="0"/>
              <a:t>' </a:t>
            </a:r>
            <a:r>
              <a:rPr lang="ko-KR" altLang="en-US" dirty="0"/>
              <a:t>버튼 클릭</a:t>
            </a:r>
            <a:r>
              <a:rPr lang="en-US" altLang="ko-KR" dirty="0"/>
              <a:t>.</a:t>
            </a:r>
            <a:endParaRPr lang="ko-KR" altLang="en-US" dirty="0"/>
          </a:p>
          <a:p>
            <a:pPr marR="0"/>
            <a:r>
              <a:rPr lang="ko-KR" altLang="en-US" dirty="0"/>
              <a:t>확인 팝업창에서 </a:t>
            </a:r>
            <a:r>
              <a:rPr lang="en-US" altLang="ko-KR" dirty="0"/>
              <a:t>'</a:t>
            </a:r>
            <a:r>
              <a:rPr lang="ko-KR" altLang="en-US" dirty="0"/>
              <a:t>확인</a:t>
            </a:r>
            <a:r>
              <a:rPr lang="en-US" altLang="ko-KR" dirty="0"/>
              <a:t>' </a:t>
            </a:r>
            <a:r>
              <a:rPr lang="ko-KR" altLang="en-US" dirty="0"/>
              <a:t>클릭</a:t>
            </a:r>
            <a:r>
              <a:rPr lang="en-US" altLang="ko-KR" dirty="0"/>
              <a:t>.</a:t>
            </a:r>
            <a:endParaRPr lang="ko-KR" altLang="en-US" dirty="0"/>
          </a:p>
          <a:p>
            <a:pPr marR="0"/>
            <a:r>
              <a:rPr lang="ko-KR" altLang="en-US" dirty="0"/>
              <a:t>게시 완료</a:t>
            </a:r>
            <a:r>
              <a:rPr lang="en-US" altLang="ko-KR" dirty="0"/>
              <a:t>! </a:t>
            </a:r>
            <a:r>
              <a:rPr lang="ko-KR" altLang="en-US" dirty="0"/>
              <a:t>→ 설정한 주소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https://myhome.creatorlink.net)</a:t>
            </a:r>
            <a:r>
              <a:rPr lang="ko-KR" altLang="en-US" dirty="0"/>
              <a:t>로 누구나 접속 가능</a:t>
            </a:r>
            <a:r>
              <a:rPr lang="en-US" altLang="ko-KR" dirty="0"/>
              <a:t>.</a:t>
            </a:r>
            <a:endParaRPr lang="ko-KR" altLang="en-US" dirty="0"/>
          </a:p>
          <a:p>
            <a:pPr marR="0"/>
            <a:r>
              <a:rPr lang="ko-KR" altLang="en-US" dirty="0"/>
              <a:t>게시 후 수정</a:t>
            </a:r>
          </a:p>
          <a:p>
            <a:pPr lvl="1"/>
            <a:r>
              <a:rPr lang="ko-KR" altLang="en-US" dirty="0"/>
              <a:t>게시된 사이트를 수정하고 싶다면</a:t>
            </a:r>
            <a:r>
              <a:rPr lang="en-US" altLang="ko-KR" dirty="0"/>
              <a:t>, </a:t>
            </a:r>
            <a:r>
              <a:rPr lang="ko-KR" altLang="en-US" dirty="0"/>
              <a:t>편집 모드로 돌아가 내용을 수정한 후 다시 </a:t>
            </a:r>
            <a:r>
              <a:rPr lang="en-US" altLang="ko-KR" dirty="0"/>
              <a:t>'</a:t>
            </a:r>
            <a:r>
              <a:rPr lang="ko-KR" altLang="en-US" dirty="0"/>
              <a:t>사이트 게시</a:t>
            </a:r>
            <a:r>
              <a:rPr lang="en-US" altLang="ko-KR" dirty="0"/>
              <a:t>' </a:t>
            </a:r>
            <a:r>
              <a:rPr lang="ko-KR" altLang="en-US" dirty="0"/>
              <a:t>버튼을 클릭하면 최신 내용으로 업데이트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41</a:t>
            </a:fld>
            <a:endParaRPr lang="en-US" altLang="ko-KR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사이트 게시</a:t>
            </a:r>
            <a:r>
              <a:rPr lang="en-US" altLang="ko-KR" dirty="0"/>
              <a:t>(</a:t>
            </a:r>
            <a:r>
              <a:rPr lang="ko-KR" altLang="en-US" dirty="0"/>
              <a:t>배포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2441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2AA1603-61FB-43D1-A44A-9008DD6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추가 설정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66459C9-6545-444D-886D-7E4B51D42F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독자 도메인 연결</a:t>
            </a:r>
            <a:endParaRPr lang="en-US" altLang="ko-KR" dirty="0"/>
          </a:p>
          <a:p>
            <a:r>
              <a:rPr lang="ko-KR" altLang="en-US" dirty="0"/>
              <a:t>원 페이지 </a:t>
            </a:r>
            <a:r>
              <a:rPr lang="en-US" altLang="ko-KR" dirty="0"/>
              <a:t>/ </a:t>
            </a:r>
            <a:r>
              <a:rPr lang="ko-KR" altLang="en-US" dirty="0"/>
              <a:t>다중 페이지 전환</a:t>
            </a:r>
            <a:endParaRPr lang="en-US" altLang="ko-KR" dirty="0"/>
          </a:p>
          <a:p>
            <a:r>
              <a:rPr lang="en-US" altLang="ko-KR" dirty="0"/>
              <a:t>SEO </a:t>
            </a:r>
            <a:r>
              <a:rPr lang="ko-KR" altLang="en-US" dirty="0"/>
              <a:t>설정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3F678F-C7DE-4363-B51A-8853CC044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42</a:t>
            </a:fld>
            <a:endParaRPr lang="en-US" altLang="ko-KR"/>
          </a:p>
        </p:txBody>
      </p:sp>
      <p:pic>
        <p:nvPicPr>
          <p:cNvPr id="7" name="내용 개체 틀 5">
            <a:extLst>
              <a:ext uri="{FF2B5EF4-FFF2-40B4-BE49-F238E27FC236}">
                <a16:creationId xmlns:a16="http://schemas.microsoft.com/office/drawing/2014/main" id="{5BF3B01F-9EF9-4DF5-8154-FF3B7BE559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13338" y="1913644"/>
            <a:ext cx="4735512" cy="4038775"/>
          </a:xfrm>
          <a:prstGeom prst="roundRect">
            <a:avLst>
              <a:gd name="adj" fmla="val 3707"/>
            </a:avLst>
          </a:prstGeom>
        </p:spPr>
      </p:pic>
    </p:spTree>
    <p:extLst>
      <p:ext uri="{BB962C8B-B14F-4D97-AF65-F5344CB8AC3E}">
        <p14:creationId xmlns:p14="http://schemas.microsoft.com/office/powerpoint/2010/main" val="1986873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WordArt 2"/>
          <p:cNvSpPr>
            <a:spLocks noChangeArrowheads="1" noChangeShapeType="1" noTextEdit="1"/>
          </p:cNvSpPr>
          <p:nvPr/>
        </p:nvSpPr>
        <p:spPr bwMode="ltGray">
          <a:xfrm>
            <a:off x="2073276" y="2744789"/>
            <a:ext cx="5400675" cy="1368425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8421"/>
              </a:avLst>
            </a:prstTxWarp>
          </a:bodyPr>
          <a:lstStyle/>
          <a:p>
            <a:pPr algn="ctr"/>
            <a:r>
              <a:rPr lang="en-US" altLang="ko-KR" sz="3600" b="1" kern="10">
                <a:ln w="3810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0" scaled="1"/>
                </a:gra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 !</a:t>
            </a:r>
            <a:endParaRPr lang="ko-KR" altLang="en-US" sz="3600" b="1" kern="10">
              <a:ln w="3810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/>
                  </a:gs>
                  <a:gs pos="100000">
                    <a:schemeClr val="tx1"/>
                  </a:gs>
                </a:gsLst>
                <a:lin ang="0" scaled="1"/>
              </a:gradFill>
              <a:effectLst>
                <a:outerShdw dist="107763" dir="2700000" algn="ctr" rotWithShape="0">
                  <a:srgbClr val="868686">
                    <a:alpha val="5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AC9F-C45B-473E-A4F4-3F5A38CD921D}" type="slidenum">
              <a:rPr lang="en-US" altLang="ko-KR" smtClean="0"/>
              <a:pPr/>
              <a:t>43</a:t>
            </a:fld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usine11_p">
  <a:themeElements>
    <a:clrScheme name="busine11_p 4">
      <a:dk1>
        <a:srgbClr val="1D528D"/>
      </a:dk1>
      <a:lt1>
        <a:srgbClr val="FFFFFF"/>
      </a:lt1>
      <a:dk2>
        <a:srgbClr val="000000"/>
      </a:dk2>
      <a:lt2>
        <a:srgbClr val="DDDDDD"/>
      </a:lt2>
      <a:accent1>
        <a:srgbClr val="2D6BC7"/>
      </a:accent1>
      <a:accent2>
        <a:srgbClr val="FF9900"/>
      </a:accent2>
      <a:accent3>
        <a:srgbClr val="FFFFFF"/>
      </a:accent3>
      <a:accent4>
        <a:srgbClr val="174578"/>
      </a:accent4>
      <a:accent5>
        <a:srgbClr val="ADBAE0"/>
      </a:accent5>
      <a:accent6>
        <a:srgbClr val="E78A00"/>
      </a:accent6>
      <a:hlink>
        <a:srgbClr val="9999FF"/>
      </a:hlink>
      <a:folHlink>
        <a:srgbClr val="969696"/>
      </a:folHlink>
    </a:clrScheme>
    <a:fontScheme name="busine11_p">
      <a:majorFont>
        <a:latin typeface="Verdana"/>
        <a:ea typeface="굴림"/>
        <a:cs typeface=""/>
      </a:majorFont>
      <a:minorFont>
        <a:latin typeface="Verdan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usine11_p 1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0099CC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11_p 2">
        <a:dk1>
          <a:srgbClr val="666699"/>
        </a:dk1>
        <a:lt1>
          <a:srgbClr val="FFFFFF"/>
        </a:lt1>
        <a:dk2>
          <a:srgbClr val="000000"/>
        </a:dk2>
        <a:lt2>
          <a:srgbClr val="F7F4D5"/>
        </a:lt2>
        <a:accent1>
          <a:srgbClr val="3CAC8C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AFD2C5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11_p 3">
        <a:dk1>
          <a:srgbClr val="3E2787"/>
        </a:dk1>
        <a:lt1>
          <a:srgbClr val="FFFFFF"/>
        </a:lt1>
        <a:dk2>
          <a:srgbClr val="000000"/>
        </a:dk2>
        <a:lt2>
          <a:srgbClr val="D6E1E2"/>
        </a:lt2>
        <a:accent1>
          <a:srgbClr val="5C3DCD"/>
        </a:accent1>
        <a:accent2>
          <a:srgbClr val="CC66FF"/>
        </a:accent2>
        <a:accent3>
          <a:srgbClr val="FFFFFF"/>
        </a:accent3>
        <a:accent4>
          <a:srgbClr val="342072"/>
        </a:accent4>
        <a:accent5>
          <a:srgbClr val="B5AFE3"/>
        </a:accent5>
        <a:accent6>
          <a:srgbClr val="B95CE7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11_p 4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D6BC7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DBA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이쁜양식2</Template>
  <TotalTime>1234</TotalTime>
  <Words>2423</Words>
  <Application>Microsoft Office PowerPoint</Application>
  <PresentationFormat>A4 용지(210x297mm)</PresentationFormat>
  <Paragraphs>599</Paragraphs>
  <Slides>43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5" baseType="lpstr">
      <vt:lpstr>D2Coding</vt:lpstr>
      <vt:lpstr>HY견고딕</vt:lpstr>
      <vt:lpstr>HY헤드라인M</vt:lpstr>
      <vt:lpstr>Pretendard JP</vt:lpstr>
      <vt:lpstr>굴림</vt:lpstr>
      <vt:lpstr>넥슨Lv1고딕 Low OTF</vt:lpstr>
      <vt:lpstr>맑은 고딕</vt:lpstr>
      <vt:lpstr>Arial</vt:lpstr>
      <vt:lpstr>Open Sans</vt:lpstr>
      <vt:lpstr>Verdana</vt:lpstr>
      <vt:lpstr>Wingdings</vt:lpstr>
      <vt:lpstr>busine11_p</vt:lpstr>
      <vt:lpstr>인공지능</vt:lpstr>
      <vt:lpstr>차례</vt:lpstr>
      <vt:lpstr>컴퓨터란?</vt:lpstr>
      <vt:lpstr>영화로 보는 컴퓨터</vt:lpstr>
      <vt:lpstr>computers</vt:lpstr>
      <vt:lpstr>하드웨어</vt:lpstr>
      <vt:lpstr>주기억장치</vt:lpstr>
      <vt:lpstr>보조기억장치</vt:lpstr>
      <vt:lpstr>입력장치</vt:lpstr>
      <vt:lpstr>출력장치</vt:lpstr>
      <vt:lpstr>주변 장치</vt:lpstr>
      <vt:lpstr>크기와 속도, 단위</vt:lpstr>
      <vt:lpstr>컴퓨터와 관련된 단위</vt:lpstr>
      <vt:lpstr>진수 / 진법</vt:lpstr>
      <vt:lpstr>소프트웨어 종류</vt:lpstr>
      <vt:lpstr>시스템 소프트웨어</vt:lpstr>
      <vt:lpstr>운영체제</vt:lpstr>
      <vt:lpstr>linux?</vt:lpstr>
      <vt:lpstr>프로그래밍 언어</vt:lpstr>
      <vt:lpstr>프로그래밍 언어</vt:lpstr>
      <vt:lpstr>프로그래밍 언어</vt:lpstr>
      <vt:lpstr>인공지능 AI (Aritificial Intelligence)</vt:lpstr>
      <vt:lpstr>AI 이해하기</vt:lpstr>
      <vt:lpstr>AI 이해하기</vt:lpstr>
      <vt:lpstr>AI, ML, ANN, DL </vt:lpstr>
      <vt:lpstr>Deep Learning</vt:lpstr>
      <vt:lpstr>transformer</vt:lpstr>
      <vt:lpstr>AI 프롬프트 </vt:lpstr>
      <vt:lpstr>AI 프롬프트 서비스</vt:lpstr>
      <vt:lpstr>노코딩 빌더 도구 </vt:lpstr>
      <vt:lpstr>크리에이터링크</vt:lpstr>
      <vt:lpstr>홈페이지 제작 절차</vt:lpstr>
      <vt:lpstr>1단계 : 회원가입 및 로그인</vt:lpstr>
      <vt:lpstr>2단계 : 사이트 주소 만들기</vt:lpstr>
      <vt:lpstr>3단계 : 템플릿 선택하기</vt:lpstr>
      <vt:lpstr>4단계 : 편집모드에서 홈페이지 제작</vt:lpstr>
      <vt:lpstr>4단계 : 편집모드에서 홈페이지 제작</vt:lpstr>
      <vt:lpstr>4단계 : 편집모드에서 홈페이지 제작</vt:lpstr>
      <vt:lpstr>4단계 : 편집모드에서 홈페이지 제작</vt:lpstr>
      <vt:lpstr>4단계 : 편집모드에서 홈페이지 제작</vt:lpstr>
      <vt:lpstr>5단계 : 사이트 게시(배포)</vt:lpstr>
      <vt:lpstr>6단계 : 추가 설정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hanuri</dc:creator>
  <cp:lastModifiedBy>sukjin kim</cp:lastModifiedBy>
  <cp:revision>98</cp:revision>
  <dcterms:created xsi:type="dcterms:W3CDTF">2021-01-02T05:24:28Z</dcterms:created>
  <dcterms:modified xsi:type="dcterms:W3CDTF">2025-11-06T22:15:21Z</dcterms:modified>
</cp:coreProperties>
</file>